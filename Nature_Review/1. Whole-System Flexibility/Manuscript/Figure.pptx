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8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9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0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4.xml" ContentType="application/vnd.openxmlformats-officedocument.themeOverr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5.xml" ContentType="application/vnd.openxmlformats-officedocument.themeOverr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16.xml" ContentType="application/vnd.openxmlformats-officedocument.themeOverr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17.xml" ContentType="application/vnd.openxmlformats-officedocument.themeOverr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18.xml" ContentType="application/vnd.openxmlformats-officedocument.themeOverr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19.xml" ContentType="application/vnd.openxmlformats-officedocument.themeOverrid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theme/themeOverride20.xml" ContentType="application/vnd.openxmlformats-officedocument.themeOverr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heme/themeOverride21.xml" ContentType="application/vnd.openxmlformats-officedocument.themeOverr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heme/themeOverride22.xml" ContentType="application/vnd.openxmlformats-officedocument.themeOverr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theme/themeOverride23.xml" ContentType="application/vnd.openxmlformats-officedocument.themeOverr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theme/themeOverride24.xml" ContentType="application/vnd.openxmlformats-officedocument.themeOverrid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theme/themeOverride25.xml" ContentType="application/vnd.openxmlformats-officedocument.themeOverrid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theme/themeOverride26.xml" ContentType="application/vnd.openxmlformats-officedocument.themeOverrid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theme/themeOverride27.xml" ContentType="application/vnd.openxmlformats-officedocument.themeOverrid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theme/themeOverride28.xml" ContentType="application/vnd.openxmlformats-officedocument.themeOverrid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theme/themeOverride29.xml" ContentType="application/vnd.openxmlformats-officedocument.themeOverrid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theme/themeOverride30.xml" ContentType="application/vnd.openxmlformats-officedocument.themeOverrid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theme/themeOverride31.xml" ContentType="application/vnd.openxmlformats-officedocument.themeOverrid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theme/themeOverride32.xml" ContentType="application/vnd.openxmlformats-officedocument.themeOverrid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theme/themeOverride33.xml" ContentType="application/vnd.openxmlformats-officedocument.themeOverrid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theme/themeOverride34.xml" ContentType="application/vnd.openxmlformats-officedocument.themeOverrid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theme/themeOverride35.xml" ContentType="application/vnd.openxmlformats-officedocument.themeOverrid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theme/themeOverride36.xml" ContentType="application/vnd.openxmlformats-officedocument.themeOverrid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theme/themeOverride37.xml" ContentType="application/vnd.openxmlformats-officedocument.themeOverrid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theme/themeOverride38.xml" ContentType="application/vnd.openxmlformats-officedocument.themeOverrid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theme/themeOverride39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8" r:id="rId2"/>
    <p:sldId id="279" r:id="rId3"/>
    <p:sldId id="282" r:id="rId4"/>
    <p:sldId id="281" r:id="rId5"/>
    <p:sldId id="283" r:id="rId6"/>
    <p:sldId id="284" r:id="rId7"/>
    <p:sldId id="285" r:id="rId8"/>
    <p:sldId id="277" r:id="rId9"/>
    <p:sldId id="270" r:id="rId10"/>
    <p:sldId id="273" r:id="rId11"/>
    <p:sldId id="269" r:id="rId12"/>
    <p:sldId id="267" r:id="rId13"/>
    <p:sldId id="266" r:id="rId14"/>
    <p:sldId id="258" r:id="rId15"/>
    <p:sldId id="263" r:id="rId16"/>
    <p:sldId id="262" r:id="rId17"/>
    <p:sldId id="259" r:id="rId18"/>
    <p:sldId id="261" r:id="rId19"/>
    <p:sldId id="256" r:id="rId20"/>
    <p:sldId id="260" r:id="rId21"/>
    <p:sldId id="271" r:id="rId22"/>
    <p:sldId id="257" r:id="rId23"/>
    <p:sldId id="272" r:id="rId2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FFDC6D"/>
    <a:srgbClr val="FFFFCC"/>
    <a:srgbClr val="D6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FD25D1-DEF8-A542-B411-F11929601A79}" v="2" dt="2025-09-24T16:35:09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6"/>
    <p:restoredTop sz="94624"/>
  </p:normalViewPr>
  <p:slideViewPr>
    <p:cSldViewPr snapToGrid="0">
      <p:cViewPr>
        <p:scale>
          <a:sx n="212" d="100"/>
          <a:sy n="212" d="100"/>
        </p:scale>
        <p:origin x="480" y="-118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u, Dawei" userId="95be6d5d-f43e-4a92-bdce-8dafd28e3afc" providerId="ADAL" clId="{E86CE1D0-5E97-4B16-8032-B18305CCEE60}"/>
    <pc:docChg chg="undo custSel addSld delSld modSld sldOrd">
      <pc:chgData name="Qiu, Dawei" userId="95be6d5d-f43e-4a92-bdce-8dafd28e3afc" providerId="ADAL" clId="{E86CE1D0-5E97-4B16-8032-B18305CCEE60}" dt="2025-09-18T15:15:43.221" v="10602" actId="478"/>
      <pc:docMkLst>
        <pc:docMk/>
      </pc:docMkLst>
      <pc:sldChg chg="addSp delSp modSp del mod">
        <pc:chgData name="Qiu, Dawei" userId="95be6d5d-f43e-4a92-bdce-8dafd28e3afc" providerId="ADAL" clId="{E86CE1D0-5E97-4B16-8032-B18305CCEE60}" dt="2025-09-17T04:02:02.183" v="1695" actId="47"/>
        <pc:sldMkLst>
          <pc:docMk/>
          <pc:sldMk cId="1223733693" sldId="264"/>
        </pc:sldMkLst>
      </pc:sldChg>
      <pc:sldChg chg="addSp delSp modSp mod">
        <pc:chgData name="Qiu, Dawei" userId="95be6d5d-f43e-4a92-bdce-8dafd28e3afc" providerId="ADAL" clId="{E86CE1D0-5E97-4B16-8032-B18305CCEE60}" dt="2025-09-17T04:12:29.959" v="1957" actId="1076"/>
        <pc:sldMkLst>
          <pc:docMk/>
          <pc:sldMk cId="3646898026" sldId="268"/>
        </pc:sldMkLst>
        <pc:spChg chg="mod">
          <ac:chgData name="Qiu, Dawei" userId="95be6d5d-f43e-4a92-bdce-8dafd28e3afc" providerId="ADAL" clId="{E86CE1D0-5E97-4B16-8032-B18305CCEE60}" dt="2025-09-08T02:00:27.391" v="232" actId="1036"/>
          <ac:spMkLst>
            <pc:docMk/>
            <pc:sldMk cId="3646898026" sldId="268"/>
            <ac:spMk id="4" creationId="{5138A892-063F-E815-5DAA-74E1EE136A36}"/>
          </ac:spMkLst>
        </pc:spChg>
        <pc:spChg chg="mod">
          <ac:chgData name="Qiu, Dawei" userId="95be6d5d-f43e-4a92-bdce-8dafd28e3afc" providerId="ADAL" clId="{E86CE1D0-5E97-4B16-8032-B18305CCEE60}" dt="2025-09-08T02:00:27.391" v="232" actId="1036"/>
          <ac:spMkLst>
            <pc:docMk/>
            <pc:sldMk cId="3646898026" sldId="268"/>
            <ac:spMk id="30" creationId="{3B27E699-3DC3-AF8C-379B-50DB594659D5}"/>
          </ac:spMkLst>
        </pc:spChg>
        <pc:spChg chg="mod">
          <ac:chgData name="Qiu, Dawei" userId="95be6d5d-f43e-4a92-bdce-8dafd28e3afc" providerId="ADAL" clId="{E86CE1D0-5E97-4B16-8032-B18305CCEE60}" dt="2025-09-17T04:01:37.621" v="1688" actId="1036"/>
          <ac:spMkLst>
            <pc:docMk/>
            <pc:sldMk cId="3646898026" sldId="268"/>
            <ac:spMk id="38" creationId="{DF4909B0-467D-7603-DD36-6F13A6AC3D38}"/>
          </ac:spMkLst>
        </pc:spChg>
        <pc:spChg chg="mod">
          <ac:chgData name="Qiu, Dawei" userId="95be6d5d-f43e-4a92-bdce-8dafd28e3afc" providerId="ADAL" clId="{E86CE1D0-5E97-4B16-8032-B18305CCEE60}" dt="2025-09-08T02:00:27.391" v="232" actId="1036"/>
          <ac:spMkLst>
            <pc:docMk/>
            <pc:sldMk cId="3646898026" sldId="268"/>
            <ac:spMk id="42" creationId="{B41C95FF-7C13-D9B9-993B-9340F30F2B4F}"/>
          </ac:spMkLst>
        </pc:spChg>
        <pc:spChg chg="mod">
          <ac:chgData name="Qiu, Dawei" userId="95be6d5d-f43e-4a92-bdce-8dafd28e3afc" providerId="ADAL" clId="{E86CE1D0-5E97-4B16-8032-B18305CCEE60}" dt="2025-09-17T04:01:37.621" v="1688" actId="1036"/>
          <ac:spMkLst>
            <pc:docMk/>
            <pc:sldMk cId="3646898026" sldId="268"/>
            <ac:spMk id="47" creationId="{8B150A48-22D7-AC6E-6725-AED50E0E47EB}"/>
          </ac:spMkLst>
        </pc:spChg>
        <pc:spChg chg="mod">
          <ac:chgData name="Qiu, Dawei" userId="95be6d5d-f43e-4a92-bdce-8dafd28e3afc" providerId="ADAL" clId="{E86CE1D0-5E97-4B16-8032-B18305CCEE60}" dt="2025-09-17T04:01:37.621" v="1688" actId="1036"/>
          <ac:spMkLst>
            <pc:docMk/>
            <pc:sldMk cId="3646898026" sldId="268"/>
            <ac:spMk id="52" creationId="{1FB11531-E72C-B9DD-AE0E-BC3DB51FB199}"/>
          </ac:spMkLst>
        </pc:spChg>
        <pc:spChg chg="mod">
          <ac:chgData name="Qiu, Dawei" userId="95be6d5d-f43e-4a92-bdce-8dafd28e3afc" providerId="ADAL" clId="{E86CE1D0-5E97-4B16-8032-B18305CCEE60}" dt="2025-09-08T02:00:27.391" v="232" actId="1036"/>
          <ac:spMkLst>
            <pc:docMk/>
            <pc:sldMk cId="3646898026" sldId="268"/>
            <ac:spMk id="63" creationId="{E0187ABF-561F-6F6E-0F07-8D5C7B68B78A}"/>
          </ac:spMkLst>
        </pc:spChg>
        <pc:spChg chg="mod">
          <ac:chgData name="Qiu, Dawei" userId="95be6d5d-f43e-4a92-bdce-8dafd28e3afc" providerId="ADAL" clId="{E86CE1D0-5E97-4B16-8032-B18305CCEE60}" dt="2025-09-17T04:01:37.621" v="1688" actId="1036"/>
          <ac:spMkLst>
            <pc:docMk/>
            <pc:sldMk cId="3646898026" sldId="268"/>
            <ac:spMk id="98" creationId="{6F15963E-B46D-B7FE-592B-4AABFE212301}"/>
          </ac:spMkLst>
        </pc:spChg>
        <pc:spChg chg="mod">
          <ac:chgData name="Qiu, Dawei" userId="95be6d5d-f43e-4a92-bdce-8dafd28e3afc" providerId="ADAL" clId="{E86CE1D0-5E97-4B16-8032-B18305CCEE60}" dt="2025-09-17T04:01:37.621" v="1688" actId="1036"/>
          <ac:spMkLst>
            <pc:docMk/>
            <pc:sldMk cId="3646898026" sldId="268"/>
            <ac:spMk id="100" creationId="{BDF7061F-0015-4593-2557-E3B31499772A}"/>
          </ac:spMkLst>
        </pc:spChg>
        <pc:spChg chg="mod">
          <ac:chgData name="Qiu, Dawei" userId="95be6d5d-f43e-4a92-bdce-8dafd28e3afc" providerId="ADAL" clId="{E86CE1D0-5E97-4B16-8032-B18305CCEE60}" dt="2025-09-17T04:01:37.621" v="1688" actId="1036"/>
          <ac:spMkLst>
            <pc:docMk/>
            <pc:sldMk cId="3646898026" sldId="268"/>
            <ac:spMk id="116" creationId="{4CC40256-B4B8-D140-4FDF-224253D850A5}"/>
          </ac:spMkLst>
        </pc:spChg>
        <pc:spChg chg="mod">
          <ac:chgData name="Qiu, Dawei" userId="95be6d5d-f43e-4a92-bdce-8dafd28e3afc" providerId="ADAL" clId="{E86CE1D0-5E97-4B16-8032-B18305CCEE60}" dt="2025-09-17T04:01:37.621" v="1688" actId="1036"/>
          <ac:spMkLst>
            <pc:docMk/>
            <pc:sldMk cId="3646898026" sldId="268"/>
            <ac:spMk id="156" creationId="{71581B22-6769-2A0A-1C5F-33BD85327F4D}"/>
          </ac:spMkLst>
        </pc:spChg>
        <pc:spChg chg="mod">
          <ac:chgData name="Qiu, Dawei" userId="95be6d5d-f43e-4a92-bdce-8dafd28e3afc" providerId="ADAL" clId="{E86CE1D0-5E97-4B16-8032-B18305CCEE60}" dt="2025-09-17T04:01:37.621" v="1688" actId="1036"/>
          <ac:spMkLst>
            <pc:docMk/>
            <pc:sldMk cId="3646898026" sldId="268"/>
            <ac:spMk id="175" creationId="{DD680E37-C645-738C-8716-7A72AC1E139F}"/>
          </ac:spMkLst>
        </pc:spChg>
        <pc:spChg chg="mod">
          <ac:chgData name="Qiu, Dawei" userId="95be6d5d-f43e-4a92-bdce-8dafd28e3afc" providerId="ADAL" clId="{E86CE1D0-5E97-4B16-8032-B18305CCEE60}" dt="2025-09-08T02:00:27.391" v="232" actId="1036"/>
          <ac:spMkLst>
            <pc:docMk/>
            <pc:sldMk cId="3646898026" sldId="268"/>
            <ac:spMk id="202" creationId="{11D32ED3-5C19-5617-235B-A61C4C40BEF7}"/>
          </ac:spMkLst>
        </pc:spChg>
        <pc:spChg chg="mod">
          <ac:chgData name="Qiu, Dawei" userId="95be6d5d-f43e-4a92-bdce-8dafd28e3afc" providerId="ADAL" clId="{E86CE1D0-5E97-4B16-8032-B18305CCEE60}" dt="2025-09-17T04:01:37.621" v="1688" actId="1036"/>
          <ac:spMkLst>
            <pc:docMk/>
            <pc:sldMk cId="3646898026" sldId="268"/>
            <ac:spMk id="203" creationId="{AD18ED3E-CA9A-6802-9F5A-6E57EBE23952}"/>
          </ac:spMkLst>
        </pc:spChg>
        <pc:spChg chg="mod">
          <ac:chgData name="Qiu, Dawei" userId="95be6d5d-f43e-4a92-bdce-8dafd28e3afc" providerId="ADAL" clId="{E86CE1D0-5E97-4B16-8032-B18305CCEE60}" dt="2025-09-08T02:00:27.391" v="232" actId="1036"/>
          <ac:spMkLst>
            <pc:docMk/>
            <pc:sldMk cId="3646898026" sldId="268"/>
            <ac:spMk id="251" creationId="{26BDD872-7995-B11D-37E0-A836CF52D1A4}"/>
          </ac:spMkLst>
        </pc:spChg>
        <pc:spChg chg="mod">
          <ac:chgData name="Qiu, Dawei" userId="95be6d5d-f43e-4a92-bdce-8dafd28e3afc" providerId="ADAL" clId="{E86CE1D0-5E97-4B16-8032-B18305CCEE60}" dt="2025-09-17T04:01:37.621" v="1688" actId="1036"/>
          <ac:spMkLst>
            <pc:docMk/>
            <pc:sldMk cId="3646898026" sldId="268"/>
            <ac:spMk id="1037" creationId="{87943BBB-E93E-FD9D-3F8D-23CC81308533}"/>
          </ac:spMkLst>
        </pc:spChg>
        <pc:spChg chg="mod">
          <ac:chgData name="Qiu, Dawei" userId="95be6d5d-f43e-4a92-bdce-8dafd28e3afc" providerId="ADAL" clId="{E86CE1D0-5E97-4B16-8032-B18305CCEE60}" dt="2025-09-08T02:00:27.391" v="232" actId="1036"/>
          <ac:spMkLst>
            <pc:docMk/>
            <pc:sldMk cId="3646898026" sldId="268"/>
            <ac:spMk id="1051" creationId="{6FF305B8-D297-AD5A-0400-126B35E42BDE}"/>
          </ac:spMkLst>
        </pc:spChg>
        <pc:spChg chg="mod">
          <ac:chgData name="Qiu, Dawei" userId="95be6d5d-f43e-4a92-bdce-8dafd28e3afc" providerId="ADAL" clId="{E86CE1D0-5E97-4B16-8032-B18305CCEE60}" dt="2025-09-08T02:00:27.391" v="232" actId="1036"/>
          <ac:spMkLst>
            <pc:docMk/>
            <pc:sldMk cId="3646898026" sldId="268"/>
            <ac:spMk id="1070" creationId="{D0BDBE23-4052-9EB7-ACB0-7FD8A91B3832}"/>
          </ac:spMkLst>
        </pc:spChg>
        <pc:cxnChg chg="add mod">
          <ac:chgData name="Qiu, Dawei" userId="95be6d5d-f43e-4a92-bdce-8dafd28e3afc" providerId="ADAL" clId="{E86CE1D0-5E97-4B16-8032-B18305CCEE60}" dt="2025-09-17T04:12:23.310" v="1955" actId="1076"/>
          <ac:cxnSpMkLst>
            <pc:docMk/>
            <pc:sldMk cId="3646898026" sldId="268"/>
            <ac:cxnSpMk id="41" creationId="{C919A5B0-BFE2-0A89-DCC5-2758D212029F}"/>
          </ac:cxnSpMkLst>
        </pc:cxnChg>
        <pc:cxnChg chg="add mod">
          <ac:chgData name="Qiu, Dawei" userId="95be6d5d-f43e-4a92-bdce-8dafd28e3afc" providerId="ADAL" clId="{E86CE1D0-5E97-4B16-8032-B18305CCEE60}" dt="2025-09-08T02:00:33.842" v="233" actId="1076"/>
          <ac:cxnSpMkLst>
            <pc:docMk/>
            <pc:sldMk cId="3646898026" sldId="268"/>
            <ac:cxnSpMk id="69" creationId="{9379FB2B-84D3-7764-C632-44E8F3B53E6D}"/>
          </ac:cxnSpMkLst>
        </pc:cxnChg>
        <pc:cxnChg chg="add mod">
          <ac:chgData name="Qiu, Dawei" userId="95be6d5d-f43e-4a92-bdce-8dafd28e3afc" providerId="ADAL" clId="{E86CE1D0-5E97-4B16-8032-B18305CCEE60}" dt="2025-09-17T04:12:29.959" v="1957" actId="1076"/>
          <ac:cxnSpMkLst>
            <pc:docMk/>
            <pc:sldMk cId="3646898026" sldId="268"/>
            <ac:cxnSpMk id="71" creationId="{E1A07759-B4D2-EA4F-260E-2080D429899B}"/>
          </ac:cxnSpMkLst>
        </pc:cxnChg>
      </pc:sldChg>
      <pc:sldChg chg="addSp delSp modSp del mod">
        <pc:chgData name="Qiu, Dawei" userId="95be6d5d-f43e-4a92-bdce-8dafd28e3afc" providerId="ADAL" clId="{E86CE1D0-5E97-4B16-8032-B18305CCEE60}" dt="2025-09-17T04:06:00.163" v="1861" actId="47"/>
        <pc:sldMkLst>
          <pc:docMk/>
          <pc:sldMk cId="2471879688" sldId="274"/>
        </pc:sldMkLst>
      </pc:sldChg>
      <pc:sldChg chg="addSp delSp modSp add del mod">
        <pc:chgData name="Qiu, Dawei" userId="95be6d5d-f43e-4a92-bdce-8dafd28e3afc" providerId="ADAL" clId="{E86CE1D0-5E97-4B16-8032-B18305CCEE60}" dt="2025-09-17T04:23:51.081" v="2090" actId="47"/>
        <pc:sldMkLst>
          <pc:docMk/>
          <pc:sldMk cId="3844720911" sldId="275"/>
        </pc:sldMkLst>
      </pc:sldChg>
      <pc:sldChg chg="add del">
        <pc:chgData name="Qiu, Dawei" userId="95be6d5d-f43e-4a92-bdce-8dafd28e3afc" providerId="ADAL" clId="{E86CE1D0-5E97-4B16-8032-B18305CCEE60}" dt="2025-09-09T16:36:50.173" v="1669" actId="47"/>
        <pc:sldMkLst>
          <pc:docMk/>
          <pc:sldMk cId="3084956527" sldId="276"/>
        </pc:sldMkLst>
      </pc:sldChg>
      <pc:sldChg chg="addSp delSp modSp add mod">
        <pc:chgData name="Qiu, Dawei" userId="95be6d5d-f43e-4a92-bdce-8dafd28e3afc" providerId="ADAL" clId="{E86CE1D0-5E97-4B16-8032-B18305CCEE60}" dt="2025-09-09T16:36:45.464" v="1668" actId="1076"/>
        <pc:sldMkLst>
          <pc:docMk/>
          <pc:sldMk cId="1936210439" sldId="277"/>
        </pc:sldMkLst>
        <pc:picChg chg="mod">
          <ac:chgData name="Qiu, Dawei" userId="95be6d5d-f43e-4a92-bdce-8dafd28e3afc" providerId="ADAL" clId="{E86CE1D0-5E97-4B16-8032-B18305CCEE60}" dt="2025-09-09T16:36:45.464" v="1668" actId="1076"/>
          <ac:picMkLst>
            <pc:docMk/>
            <pc:sldMk cId="1936210439" sldId="277"/>
            <ac:picMk id="10" creationId="{AF72B230-877A-6CBD-BE6B-8F5C563268C6}"/>
          </ac:picMkLst>
        </pc:picChg>
      </pc:sldChg>
      <pc:sldChg chg="delSp add del mod">
        <pc:chgData name="Qiu, Dawei" userId="95be6d5d-f43e-4a92-bdce-8dafd28e3afc" providerId="ADAL" clId="{E86CE1D0-5E97-4B16-8032-B18305CCEE60}" dt="2025-09-18T00:19:41.658" v="9310" actId="47"/>
        <pc:sldMkLst>
          <pc:docMk/>
          <pc:sldMk cId="571157651" sldId="278"/>
        </pc:sldMkLst>
      </pc:sldChg>
      <pc:sldChg chg="addSp delSp modSp add mod">
        <pc:chgData name="Qiu, Dawei" userId="95be6d5d-f43e-4a92-bdce-8dafd28e3afc" providerId="ADAL" clId="{E86CE1D0-5E97-4B16-8032-B18305CCEE60}" dt="2025-09-17T04:12:35.677" v="1958"/>
        <pc:sldMkLst>
          <pc:docMk/>
          <pc:sldMk cId="290478514" sldId="279"/>
        </pc:sldMkLst>
        <pc:spChg chg="mod">
          <ac:chgData name="Qiu, Dawei" userId="95be6d5d-f43e-4a92-bdce-8dafd28e3afc" providerId="ADAL" clId="{E86CE1D0-5E97-4B16-8032-B18305CCEE60}" dt="2025-09-17T04:01:45.842" v="1694" actId="1036"/>
          <ac:spMkLst>
            <pc:docMk/>
            <pc:sldMk cId="290478514" sldId="279"/>
            <ac:spMk id="109" creationId="{C258C607-651C-1513-AC48-23FF1527910E}"/>
          </ac:spMkLst>
        </pc:spChg>
        <pc:spChg chg="mod">
          <ac:chgData name="Qiu, Dawei" userId="95be6d5d-f43e-4a92-bdce-8dafd28e3afc" providerId="ADAL" clId="{E86CE1D0-5E97-4B16-8032-B18305CCEE60}" dt="2025-09-17T04:01:45.842" v="1694" actId="1036"/>
          <ac:spMkLst>
            <pc:docMk/>
            <pc:sldMk cId="290478514" sldId="279"/>
            <ac:spMk id="126" creationId="{53D7C294-58F0-E3A0-D522-4A45EA5A4D33}"/>
          </ac:spMkLst>
        </pc:spChg>
        <pc:spChg chg="mod">
          <ac:chgData name="Qiu, Dawei" userId="95be6d5d-f43e-4a92-bdce-8dafd28e3afc" providerId="ADAL" clId="{E86CE1D0-5E97-4B16-8032-B18305CCEE60}" dt="2025-09-17T04:01:01.689" v="1674"/>
          <ac:spMkLst>
            <pc:docMk/>
            <pc:sldMk cId="290478514" sldId="279"/>
            <ac:spMk id="214" creationId="{B199E2A6-59C3-F7D8-A2B9-FA5A7E488D66}"/>
          </ac:spMkLst>
        </pc:spChg>
        <pc:spChg chg="mod">
          <ac:chgData name="Qiu, Dawei" userId="95be6d5d-f43e-4a92-bdce-8dafd28e3afc" providerId="ADAL" clId="{E86CE1D0-5E97-4B16-8032-B18305CCEE60}" dt="2025-09-17T04:01:01.689" v="1674"/>
          <ac:spMkLst>
            <pc:docMk/>
            <pc:sldMk cId="290478514" sldId="279"/>
            <ac:spMk id="231" creationId="{BB159C7D-056B-84D0-5347-F3FB663122A4}"/>
          </ac:spMkLst>
        </pc:spChg>
        <pc:spChg chg="mod">
          <ac:chgData name="Qiu, Dawei" userId="95be6d5d-f43e-4a92-bdce-8dafd28e3afc" providerId="ADAL" clId="{E86CE1D0-5E97-4B16-8032-B18305CCEE60}" dt="2025-09-17T04:01:01.689" v="1674"/>
          <ac:spMkLst>
            <pc:docMk/>
            <pc:sldMk cId="290478514" sldId="279"/>
            <ac:spMk id="321" creationId="{9577F9E1-2302-7DA8-8381-C1885DD7255A}"/>
          </ac:spMkLst>
        </pc:spChg>
        <pc:spChg chg="mod">
          <ac:chgData name="Qiu, Dawei" userId="95be6d5d-f43e-4a92-bdce-8dafd28e3afc" providerId="ADAL" clId="{E86CE1D0-5E97-4B16-8032-B18305CCEE60}" dt="2025-09-17T04:01:45.842" v="1694" actId="1036"/>
          <ac:spMkLst>
            <pc:docMk/>
            <pc:sldMk cId="290478514" sldId="279"/>
            <ac:spMk id="329" creationId="{187E6390-C796-76CD-C3EB-8083DA1A2E4B}"/>
          </ac:spMkLst>
        </pc:spChg>
        <pc:spChg chg="add mod">
          <ac:chgData name="Qiu, Dawei" userId="95be6d5d-f43e-4a92-bdce-8dafd28e3afc" providerId="ADAL" clId="{E86CE1D0-5E97-4B16-8032-B18305CCEE60}" dt="2025-09-17T04:01:01.689" v="1674"/>
          <ac:spMkLst>
            <pc:docMk/>
            <pc:sldMk cId="290478514" sldId="279"/>
            <ac:spMk id="333" creationId="{4950E202-1BB5-C3DE-07CE-E6E8CCDB6387}"/>
          </ac:spMkLst>
        </pc:spChg>
        <pc:spChg chg="add mod">
          <ac:chgData name="Qiu, Dawei" userId="95be6d5d-f43e-4a92-bdce-8dafd28e3afc" providerId="ADAL" clId="{E86CE1D0-5E97-4B16-8032-B18305CCEE60}" dt="2025-09-17T04:01:01.689" v="1674"/>
          <ac:spMkLst>
            <pc:docMk/>
            <pc:sldMk cId="290478514" sldId="279"/>
            <ac:spMk id="348" creationId="{ED380341-4F0C-AF97-AA87-240796315A58}"/>
          </ac:spMkLst>
        </pc:spChg>
        <pc:spChg chg="mod">
          <ac:chgData name="Qiu, Dawei" userId="95be6d5d-f43e-4a92-bdce-8dafd28e3afc" providerId="ADAL" clId="{E86CE1D0-5E97-4B16-8032-B18305CCEE60}" dt="2025-09-17T04:01:45.842" v="1694" actId="1036"/>
          <ac:spMkLst>
            <pc:docMk/>
            <pc:sldMk cId="290478514" sldId="279"/>
            <ac:spMk id="350" creationId="{E0BD06B2-E60D-8C17-AEEB-A2F433C41D1C}"/>
          </ac:spMkLst>
        </pc:spChg>
        <pc:spChg chg="mod">
          <ac:chgData name="Qiu, Dawei" userId="95be6d5d-f43e-4a92-bdce-8dafd28e3afc" providerId="ADAL" clId="{E86CE1D0-5E97-4B16-8032-B18305CCEE60}" dt="2025-09-17T04:01:45.842" v="1694" actId="1036"/>
          <ac:spMkLst>
            <pc:docMk/>
            <pc:sldMk cId="290478514" sldId="279"/>
            <ac:spMk id="359" creationId="{9C495A34-513F-BB69-01C4-F2EF7494C863}"/>
          </ac:spMkLst>
        </pc:spChg>
        <pc:spChg chg="mod">
          <ac:chgData name="Qiu, Dawei" userId="95be6d5d-f43e-4a92-bdce-8dafd28e3afc" providerId="ADAL" clId="{E86CE1D0-5E97-4B16-8032-B18305CCEE60}" dt="2025-09-17T04:01:45.842" v="1694" actId="1036"/>
          <ac:spMkLst>
            <pc:docMk/>
            <pc:sldMk cId="290478514" sldId="279"/>
            <ac:spMk id="360" creationId="{410D9F2F-B21F-4005-8C90-DF262D7396C8}"/>
          </ac:spMkLst>
        </pc:spChg>
        <pc:spChg chg="add mod">
          <ac:chgData name="Qiu, Dawei" userId="95be6d5d-f43e-4a92-bdce-8dafd28e3afc" providerId="ADAL" clId="{E86CE1D0-5E97-4B16-8032-B18305CCEE60}" dt="2025-09-17T04:01:01.689" v="1674"/>
          <ac:spMkLst>
            <pc:docMk/>
            <pc:sldMk cId="290478514" sldId="279"/>
            <ac:spMk id="361" creationId="{8DF59AC3-6859-A329-CBF1-C5D72C0D88CA}"/>
          </ac:spMkLst>
        </pc:spChg>
        <pc:spChg chg="add mod">
          <ac:chgData name="Qiu, Dawei" userId="95be6d5d-f43e-4a92-bdce-8dafd28e3afc" providerId="ADAL" clId="{E86CE1D0-5E97-4B16-8032-B18305CCEE60}" dt="2025-09-17T04:01:01.689" v="1674"/>
          <ac:spMkLst>
            <pc:docMk/>
            <pc:sldMk cId="290478514" sldId="279"/>
            <ac:spMk id="364" creationId="{FA058937-699B-9C73-8B0E-3B622CB5131D}"/>
          </ac:spMkLst>
        </pc:spChg>
        <pc:spChg chg="mod">
          <ac:chgData name="Qiu, Dawei" userId="95be6d5d-f43e-4a92-bdce-8dafd28e3afc" providerId="ADAL" clId="{E86CE1D0-5E97-4B16-8032-B18305CCEE60}" dt="2025-09-17T04:01:45.842" v="1694" actId="1036"/>
          <ac:spMkLst>
            <pc:docMk/>
            <pc:sldMk cId="290478514" sldId="279"/>
            <ac:spMk id="370" creationId="{1052C55E-EF54-2D41-68D2-1915562D1D32}"/>
          </ac:spMkLst>
        </pc:spChg>
        <pc:spChg chg="mod">
          <ac:chgData name="Qiu, Dawei" userId="95be6d5d-f43e-4a92-bdce-8dafd28e3afc" providerId="ADAL" clId="{E86CE1D0-5E97-4B16-8032-B18305CCEE60}" dt="2025-09-17T04:01:45.842" v="1694" actId="1036"/>
          <ac:spMkLst>
            <pc:docMk/>
            <pc:sldMk cId="290478514" sldId="279"/>
            <ac:spMk id="372" creationId="{5855A7A2-0D97-6765-1826-399BB9F79A1C}"/>
          </ac:spMkLst>
        </pc:spChg>
        <pc:spChg chg="add mod">
          <ac:chgData name="Qiu, Dawei" userId="95be6d5d-f43e-4a92-bdce-8dafd28e3afc" providerId="ADAL" clId="{E86CE1D0-5E97-4B16-8032-B18305CCEE60}" dt="2025-09-17T04:01:01.689" v="1674"/>
          <ac:spMkLst>
            <pc:docMk/>
            <pc:sldMk cId="290478514" sldId="279"/>
            <ac:spMk id="378" creationId="{9EE3FFEA-547D-76AA-487F-A63DC1253158}"/>
          </ac:spMkLst>
        </pc:spChg>
        <pc:spChg chg="mod">
          <ac:chgData name="Qiu, Dawei" userId="95be6d5d-f43e-4a92-bdce-8dafd28e3afc" providerId="ADAL" clId="{E86CE1D0-5E97-4B16-8032-B18305CCEE60}" dt="2025-09-17T04:01:45.842" v="1694" actId="1036"/>
          <ac:spMkLst>
            <pc:docMk/>
            <pc:sldMk cId="290478514" sldId="279"/>
            <ac:spMk id="1029" creationId="{D477AB02-3145-5AE2-70E4-3A117134E6DD}"/>
          </ac:spMkLst>
        </pc:spChg>
        <pc:spChg chg="add mod">
          <ac:chgData name="Qiu, Dawei" userId="95be6d5d-f43e-4a92-bdce-8dafd28e3afc" providerId="ADAL" clId="{E86CE1D0-5E97-4B16-8032-B18305CCEE60}" dt="2025-09-17T04:01:01.689" v="1674"/>
          <ac:spMkLst>
            <pc:docMk/>
            <pc:sldMk cId="290478514" sldId="279"/>
            <ac:spMk id="1045" creationId="{89FE7ABB-4E3D-036B-7D20-52664D7AF461}"/>
          </ac:spMkLst>
        </pc:spChg>
        <pc:spChg chg="add mod">
          <ac:chgData name="Qiu, Dawei" userId="95be6d5d-f43e-4a92-bdce-8dafd28e3afc" providerId="ADAL" clId="{E86CE1D0-5E97-4B16-8032-B18305CCEE60}" dt="2025-09-17T04:01:01.689" v="1674"/>
          <ac:spMkLst>
            <pc:docMk/>
            <pc:sldMk cId="290478514" sldId="279"/>
            <ac:spMk id="1088" creationId="{541E303A-6E65-75AB-9C90-0E905F9CFD56}"/>
          </ac:spMkLst>
        </pc:spChg>
        <pc:spChg chg="mod">
          <ac:chgData name="Qiu, Dawei" userId="95be6d5d-f43e-4a92-bdce-8dafd28e3afc" providerId="ADAL" clId="{E86CE1D0-5E97-4B16-8032-B18305CCEE60}" dt="2025-09-17T04:01:45.842" v="1694" actId="1036"/>
          <ac:spMkLst>
            <pc:docMk/>
            <pc:sldMk cId="290478514" sldId="279"/>
            <ac:spMk id="1089" creationId="{71C0282D-5941-A59C-8EE5-F578369EE083}"/>
          </ac:spMkLst>
        </pc:spChg>
        <pc:cxnChg chg="add mod">
          <ac:chgData name="Qiu, Dawei" userId="95be6d5d-f43e-4a92-bdce-8dafd28e3afc" providerId="ADAL" clId="{E86CE1D0-5E97-4B16-8032-B18305CCEE60}" dt="2025-09-17T04:12:35.677" v="1958"/>
          <ac:cxnSpMkLst>
            <pc:docMk/>
            <pc:sldMk cId="290478514" sldId="279"/>
            <ac:cxnSpMk id="1103" creationId="{906A14E7-8C3C-1666-9E04-F5806956B435}"/>
          </ac:cxnSpMkLst>
        </pc:cxnChg>
        <pc:cxnChg chg="add mod">
          <ac:chgData name="Qiu, Dawei" userId="95be6d5d-f43e-4a92-bdce-8dafd28e3afc" providerId="ADAL" clId="{E86CE1D0-5E97-4B16-8032-B18305CCEE60}" dt="2025-09-17T04:12:35.677" v="1958"/>
          <ac:cxnSpMkLst>
            <pc:docMk/>
            <pc:sldMk cId="290478514" sldId="279"/>
            <ac:cxnSpMk id="1104" creationId="{B6453030-E4E8-137C-B863-87D4569D1703}"/>
          </ac:cxnSpMkLst>
        </pc:cxnChg>
      </pc:sldChg>
      <pc:sldChg chg="addSp delSp modSp add del mod">
        <pc:chgData name="Qiu, Dawei" userId="95be6d5d-f43e-4a92-bdce-8dafd28e3afc" providerId="ADAL" clId="{E86CE1D0-5E97-4B16-8032-B18305CCEE60}" dt="2025-09-18T00:19:05.517" v="9305" actId="47"/>
        <pc:sldMkLst>
          <pc:docMk/>
          <pc:sldMk cId="2324933369" sldId="280"/>
        </pc:sldMkLst>
      </pc:sldChg>
      <pc:sldChg chg="addSp delSp modSp add mod ord">
        <pc:chgData name="Qiu, Dawei" userId="95be6d5d-f43e-4a92-bdce-8dafd28e3afc" providerId="ADAL" clId="{E86CE1D0-5E97-4B16-8032-B18305CCEE60}" dt="2025-09-18T00:04:08.753" v="9301" actId="1038"/>
        <pc:sldMkLst>
          <pc:docMk/>
          <pc:sldMk cId="750832943" sldId="281"/>
        </pc:sldMkLst>
        <pc:spChg chg="add mod">
          <ac:chgData name="Qiu, Dawei" userId="95be6d5d-f43e-4a92-bdce-8dafd28e3afc" providerId="ADAL" clId="{E86CE1D0-5E97-4B16-8032-B18305CCEE60}" dt="2025-09-17T04:13:47.872" v="1979" actId="1036"/>
          <ac:spMkLst>
            <pc:docMk/>
            <pc:sldMk cId="750832943" sldId="281"/>
            <ac:spMk id="24" creationId="{8B6DBE6A-ED35-1AC2-BA06-D7A6A436E3AE}"/>
          </ac:spMkLst>
        </pc:spChg>
        <pc:spChg chg="add mod">
          <ac:chgData name="Qiu, Dawei" userId="95be6d5d-f43e-4a92-bdce-8dafd28e3afc" providerId="ADAL" clId="{E86CE1D0-5E97-4B16-8032-B18305CCEE60}" dt="2025-09-17T04:13:47.872" v="1979" actId="1036"/>
          <ac:spMkLst>
            <pc:docMk/>
            <pc:sldMk cId="750832943" sldId="281"/>
            <ac:spMk id="25" creationId="{8F831AFC-2D12-10F2-BFD5-50B449EC1C31}"/>
          </ac:spMkLst>
        </pc:spChg>
        <pc:spChg chg="add mod">
          <ac:chgData name="Qiu, Dawei" userId="95be6d5d-f43e-4a92-bdce-8dafd28e3afc" providerId="ADAL" clId="{E86CE1D0-5E97-4B16-8032-B18305CCEE60}" dt="2025-09-17T04:13:47.872" v="1979" actId="1036"/>
          <ac:spMkLst>
            <pc:docMk/>
            <pc:sldMk cId="750832943" sldId="281"/>
            <ac:spMk id="26" creationId="{1F4A0FB1-2E7C-6B5B-2C40-E7F20263BBF8}"/>
          </ac:spMkLst>
        </pc:spChg>
        <pc:spChg chg="add mod">
          <ac:chgData name="Qiu, Dawei" userId="95be6d5d-f43e-4a92-bdce-8dafd28e3afc" providerId="ADAL" clId="{E86CE1D0-5E97-4B16-8032-B18305CCEE60}" dt="2025-09-17T04:13:47.872" v="1979" actId="1036"/>
          <ac:spMkLst>
            <pc:docMk/>
            <pc:sldMk cId="750832943" sldId="281"/>
            <ac:spMk id="27" creationId="{975FC83C-E837-1AD6-3E1A-C12DE36D4468}"/>
          </ac:spMkLst>
        </pc:spChg>
        <pc:spChg chg="add mod">
          <ac:chgData name="Qiu, Dawei" userId="95be6d5d-f43e-4a92-bdce-8dafd28e3afc" providerId="ADAL" clId="{E86CE1D0-5E97-4B16-8032-B18305CCEE60}" dt="2025-09-17T04:13:47.872" v="1979" actId="1036"/>
          <ac:spMkLst>
            <pc:docMk/>
            <pc:sldMk cId="750832943" sldId="281"/>
            <ac:spMk id="28" creationId="{41E339A1-A3F8-652D-E0E4-10AD407BC5E6}"/>
          </ac:spMkLst>
        </pc:spChg>
        <pc:spChg chg="add mod">
          <ac:chgData name="Qiu, Dawei" userId="95be6d5d-f43e-4a92-bdce-8dafd28e3afc" providerId="ADAL" clId="{E86CE1D0-5E97-4B16-8032-B18305CCEE60}" dt="2025-09-17T04:13:47.872" v="1979" actId="1036"/>
          <ac:spMkLst>
            <pc:docMk/>
            <pc:sldMk cId="750832943" sldId="281"/>
            <ac:spMk id="29" creationId="{866FD436-57A7-FC77-D416-F0C0A0E2320B}"/>
          </ac:spMkLst>
        </pc:spChg>
        <pc:spChg chg="add mod">
          <ac:chgData name="Qiu, Dawei" userId="95be6d5d-f43e-4a92-bdce-8dafd28e3afc" providerId="ADAL" clId="{E86CE1D0-5E97-4B16-8032-B18305CCEE60}" dt="2025-09-17T04:13:47.872" v="1979" actId="1036"/>
          <ac:spMkLst>
            <pc:docMk/>
            <pc:sldMk cId="750832943" sldId="281"/>
            <ac:spMk id="30" creationId="{51959792-C544-3209-CC71-7A0D3BB7D743}"/>
          </ac:spMkLst>
        </pc:spChg>
        <pc:spChg chg="add mod">
          <ac:chgData name="Qiu, Dawei" userId="95be6d5d-f43e-4a92-bdce-8dafd28e3afc" providerId="ADAL" clId="{E86CE1D0-5E97-4B16-8032-B18305CCEE60}" dt="2025-09-17T04:13:47.872" v="1979" actId="1036"/>
          <ac:spMkLst>
            <pc:docMk/>
            <pc:sldMk cId="750832943" sldId="281"/>
            <ac:spMk id="32" creationId="{C6526087-0B4E-811F-076C-90FCCB137E16}"/>
          </ac:spMkLst>
        </pc:spChg>
        <pc:spChg chg="add mod">
          <ac:chgData name="Qiu, Dawei" userId="95be6d5d-f43e-4a92-bdce-8dafd28e3afc" providerId="ADAL" clId="{E86CE1D0-5E97-4B16-8032-B18305CCEE60}" dt="2025-09-17T04:13:47.872" v="1979" actId="1036"/>
          <ac:spMkLst>
            <pc:docMk/>
            <pc:sldMk cId="750832943" sldId="281"/>
            <ac:spMk id="33" creationId="{E1C3B2B4-4077-6509-7006-D75B7771B542}"/>
          </ac:spMkLst>
        </pc:spChg>
        <pc:spChg chg="add mod">
          <ac:chgData name="Qiu, Dawei" userId="95be6d5d-f43e-4a92-bdce-8dafd28e3afc" providerId="ADAL" clId="{E86CE1D0-5E97-4B16-8032-B18305CCEE60}" dt="2025-09-17T04:13:47.872" v="1979" actId="1036"/>
          <ac:spMkLst>
            <pc:docMk/>
            <pc:sldMk cId="750832943" sldId="281"/>
            <ac:spMk id="34" creationId="{78907198-4727-1D02-F127-E1BFFEA60ECF}"/>
          </ac:spMkLst>
        </pc:spChg>
        <pc:cxnChg chg="add mod">
          <ac:chgData name="Qiu, Dawei" userId="95be6d5d-f43e-4a92-bdce-8dafd28e3afc" providerId="ADAL" clId="{E86CE1D0-5E97-4B16-8032-B18305CCEE60}" dt="2025-09-18T00:04:08.753" v="9301" actId="1038"/>
          <ac:cxnSpMkLst>
            <pc:docMk/>
            <pc:sldMk cId="750832943" sldId="281"/>
            <ac:cxnSpMk id="41" creationId="{72643C18-A047-F7A2-B415-FDD499ECEA62}"/>
          </ac:cxnSpMkLst>
        </pc:cxnChg>
        <pc:cxnChg chg="mod">
          <ac:chgData name="Qiu, Dawei" userId="95be6d5d-f43e-4a92-bdce-8dafd28e3afc" providerId="ADAL" clId="{E86CE1D0-5E97-4B16-8032-B18305CCEE60}" dt="2025-09-17T04:13:27.827" v="1966" actId="1076"/>
          <ac:cxnSpMkLst>
            <pc:docMk/>
            <pc:sldMk cId="750832943" sldId="281"/>
            <ac:cxnSpMk id="1103" creationId="{E6436EB8-D893-63AD-CBD1-494313C3B6A4}"/>
          </ac:cxnSpMkLst>
        </pc:cxnChg>
        <pc:cxnChg chg="mod">
          <ac:chgData name="Qiu, Dawei" userId="95be6d5d-f43e-4a92-bdce-8dafd28e3afc" providerId="ADAL" clId="{E86CE1D0-5E97-4B16-8032-B18305CCEE60}" dt="2025-09-17T04:13:31.187" v="1967" actId="1076"/>
          <ac:cxnSpMkLst>
            <pc:docMk/>
            <pc:sldMk cId="750832943" sldId="281"/>
            <ac:cxnSpMk id="1104" creationId="{9CD47754-B242-45EE-FD34-1D8814BD5BFE}"/>
          </ac:cxnSpMkLst>
        </pc:cxnChg>
      </pc:sldChg>
      <pc:sldChg chg="addSp delSp modSp add mod">
        <pc:chgData name="Qiu, Dawei" userId="95be6d5d-f43e-4a92-bdce-8dafd28e3afc" providerId="ADAL" clId="{E86CE1D0-5E97-4B16-8032-B18305CCEE60}" dt="2025-09-18T15:15:43.221" v="10602" actId="478"/>
        <pc:sldMkLst>
          <pc:docMk/>
          <pc:sldMk cId="2459103759" sldId="282"/>
        </pc:sldMkLst>
        <pc:spChg chg="add mod">
          <ac:chgData name="Qiu, Dawei" userId="95be6d5d-f43e-4a92-bdce-8dafd28e3afc" providerId="ADAL" clId="{E86CE1D0-5E97-4B16-8032-B18305CCEE60}" dt="2025-09-18T00:18:48.198" v="9304"/>
          <ac:spMkLst>
            <pc:docMk/>
            <pc:sldMk cId="2459103759" sldId="282"/>
            <ac:spMk id="15" creationId="{02333669-B494-CAB1-6D26-B75F6ECD3C37}"/>
          </ac:spMkLst>
        </pc:spChg>
        <pc:spChg chg="mod">
          <ac:chgData name="Qiu, Dawei" userId="95be6d5d-f43e-4a92-bdce-8dafd28e3afc" providerId="ADAL" clId="{E86CE1D0-5E97-4B16-8032-B18305CCEE60}" dt="2025-09-18T14:55:54.415" v="9694" actId="20577"/>
          <ac:spMkLst>
            <pc:docMk/>
            <pc:sldMk cId="2459103759" sldId="282"/>
            <ac:spMk id="29" creationId="{1113FE96-6CE3-2359-F87F-D1F028BD45FC}"/>
          </ac:spMkLst>
        </pc:spChg>
        <pc:spChg chg="mod">
          <ac:chgData name="Qiu, Dawei" userId="95be6d5d-f43e-4a92-bdce-8dafd28e3afc" providerId="ADAL" clId="{E86CE1D0-5E97-4B16-8032-B18305CCEE60}" dt="2025-09-18T14:56:19.431" v="9697" actId="20577"/>
          <ac:spMkLst>
            <pc:docMk/>
            <pc:sldMk cId="2459103759" sldId="282"/>
            <ac:spMk id="30" creationId="{3E75B2A3-D17F-0A40-18C2-75578E215DAA}"/>
          </ac:spMkLst>
        </pc:spChg>
        <pc:spChg chg="mod">
          <ac:chgData name="Qiu, Dawei" userId="95be6d5d-f43e-4a92-bdce-8dafd28e3afc" providerId="ADAL" clId="{E86CE1D0-5E97-4B16-8032-B18305CCEE60}" dt="2025-09-18T14:20:26.591" v="9467" actId="2085"/>
          <ac:spMkLst>
            <pc:docMk/>
            <pc:sldMk cId="2459103759" sldId="282"/>
            <ac:spMk id="38" creationId="{428C8D38-9B62-EF54-B217-4B6BC0B2A13A}"/>
          </ac:spMkLst>
        </pc:spChg>
        <pc:spChg chg="mod">
          <ac:chgData name="Qiu, Dawei" userId="95be6d5d-f43e-4a92-bdce-8dafd28e3afc" providerId="ADAL" clId="{E86CE1D0-5E97-4B16-8032-B18305CCEE60}" dt="2025-09-18T14:20:26.591" v="9467" actId="2085"/>
          <ac:spMkLst>
            <pc:docMk/>
            <pc:sldMk cId="2459103759" sldId="282"/>
            <ac:spMk id="39" creationId="{A3C8838D-6F1A-5AFE-7FF9-423F3670FB91}"/>
          </ac:spMkLst>
        </pc:spChg>
        <pc:spChg chg="mod">
          <ac:chgData name="Qiu, Dawei" userId="95be6d5d-f43e-4a92-bdce-8dafd28e3afc" providerId="ADAL" clId="{E86CE1D0-5E97-4B16-8032-B18305CCEE60}" dt="2025-09-18T14:20:26.591" v="9467" actId="2085"/>
          <ac:spMkLst>
            <pc:docMk/>
            <pc:sldMk cId="2459103759" sldId="282"/>
            <ac:spMk id="40" creationId="{45DFDF2F-27DA-7B20-D3DB-D73CB6A14717}"/>
          </ac:spMkLst>
        </pc:spChg>
        <pc:spChg chg="add mod">
          <ac:chgData name="Qiu, Dawei" userId="95be6d5d-f43e-4a92-bdce-8dafd28e3afc" providerId="ADAL" clId="{E86CE1D0-5E97-4B16-8032-B18305CCEE60}" dt="2025-09-18T15:09:22.366" v="9873" actId="1035"/>
          <ac:spMkLst>
            <pc:docMk/>
            <pc:sldMk cId="2459103759" sldId="282"/>
            <ac:spMk id="41" creationId="{4BF0CD47-9C9E-5D2B-3BA0-D95A30E1B121}"/>
          </ac:spMkLst>
        </pc:spChg>
        <pc:spChg chg="mod">
          <ac:chgData name="Qiu, Dawei" userId="95be6d5d-f43e-4a92-bdce-8dafd28e3afc" providerId="ADAL" clId="{E86CE1D0-5E97-4B16-8032-B18305CCEE60}" dt="2025-09-18T14:20:26.591" v="9467" actId="2085"/>
          <ac:spMkLst>
            <pc:docMk/>
            <pc:sldMk cId="2459103759" sldId="282"/>
            <ac:spMk id="42" creationId="{6FC1C9C6-4CDF-BC04-A550-B0E682AAF50F}"/>
          </ac:spMkLst>
        </pc:spChg>
        <pc:spChg chg="mod">
          <ac:chgData name="Qiu, Dawei" userId="95be6d5d-f43e-4a92-bdce-8dafd28e3afc" providerId="ADAL" clId="{E86CE1D0-5E97-4B16-8032-B18305CCEE60}" dt="2025-09-18T14:19:37.531" v="9458" actId="2085"/>
          <ac:spMkLst>
            <pc:docMk/>
            <pc:sldMk cId="2459103759" sldId="282"/>
            <ac:spMk id="44" creationId="{BA1D2722-364D-5FEB-E956-32756B2A3CFC}"/>
          </ac:spMkLst>
        </pc:spChg>
        <pc:spChg chg="mod">
          <ac:chgData name="Qiu, Dawei" userId="95be6d5d-f43e-4a92-bdce-8dafd28e3afc" providerId="ADAL" clId="{E86CE1D0-5E97-4B16-8032-B18305CCEE60}" dt="2025-09-18T14:19:37.531" v="9458" actId="2085"/>
          <ac:spMkLst>
            <pc:docMk/>
            <pc:sldMk cId="2459103759" sldId="282"/>
            <ac:spMk id="45" creationId="{45FCC347-8F2E-65FE-7C41-8086E5183AC4}"/>
          </ac:spMkLst>
        </pc:spChg>
        <pc:spChg chg="mod">
          <ac:chgData name="Qiu, Dawei" userId="95be6d5d-f43e-4a92-bdce-8dafd28e3afc" providerId="ADAL" clId="{E86CE1D0-5E97-4B16-8032-B18305CCEE60}" dt="2025-09-18T14:19:37.531" v="9458" actId="2085"/>
          <ac:spMkLst>
            <pc:docMk/>
            <pc:sldMk cId="2459103759" sldId="282"/>
            <ac:spMk id="46" creationId="{B4B53790-4839-C10E-A3C4-5708EC5CD4AC}"/>
          </ac:spMkLst>
        </pc:spChg>
        <pc:spChg chg="mod">
          <ac:chgData name="Qiu, Dawei" userId="95be6d5d-f43e-4a92-bdce-8dafd28e3afc" providerId="ADAL" clId="{E86CE1D0-5E97-4B16-8032-B18305CCEE60}" dt="2025-09-18T14:20:50.181" v="9469" actId="208"/>
          <ac:spMkLst>
            <pc:docMk/>
            <pc:sldMk cId="2459103759" sldId="282"/>
            <ac:spMk id="50" creationId="{1894EF4C-01EF-767B-E2B1-8C83228F8E52}"/>
          </ac:spMkLst>
        </pc:spChg>
        <pc:spChg chg="mod">
          <ac:chgData name="Qiu, Dawei" userId="95be6d5d-f43e-4a92-bdce-8dafd28e3afc" providerId="ADAL" clId="{E86CE1D0-5E97-4B16-8032-B18305CCEE60}" dt="2025-09-18T14:20:50.181" v="9469" actId="208"/>
          <ac:spMkLst>
            <pc:docMk/>
            <pc:sldMk cId="2459103759" sldId="282"/>
            <ac:spMk id="51" creationId="{20604E5F-18EF-4E8C-E75D-A89F4171AC4D}"/>
          </ac:spMkLst>
        </pc:spChg>
        <pc:spChg chg="mod">
          <ac:chgData name="Qiu, Dawei" userId="95be6d5d-f43e-4a92-bdce-8dafd28e3afc" providerId="ADAL" clId="{E86CE1D0-5E97-4B16-8032-B18305CCEE60}" dt="2025-09-18T14:20:50.181" v="9469" actId="208"/>
          <ac:spMkLst>
            <pc:docMk/>
            <pc:sldMk cId="2459103759" sldId="282"/>
            <ac:spMk id="52" creationId="{5F3719A5-008C-9D9F-82CD-C61F8802C222}"/>
          </ac:spMkLst>
        </pc:spChg>
        <pc:spChg chg="mod">
          <ac:chgData name="Qiu, Dawei" userId="95be6d5d-f43e-4a92-bdce-8dafd28e3afc" providerId="ADAL" clId="{E86CE1D0-5E97-4B16-8032-B18305CCEE60}" dt="2025-09-18T14:20:50.181" v="9469" actId="208"/>
          <ac:spMkLst>
            <pc:docMk/>
            <pc:sldMk cId="2459103759" sldId="282"/>
            <ac:spMk id="53" creationId="{5DF079EC-2599-5A8C-9BC0-90373ACD63F5}"/>
          </ac:spMkLst>
        </pc:spChg>
        <pc:spChg chg="mod">
          <ac:chgData name="Qiu, Dawei" userId="95be6d5d-f43e-4a92-bdce-8dafd28e3afc" providerId="ADAL" clId="{E86CE1D0-5E97-4B16-8032-B18305CCEE60}" dt="2025-09-18T14:20:50.181" v="9469" actId="208"/>
          <ac:spMkLst>
            <pc:docMk/>
            <pc:sldMk cId="2459103759" sldId="282"/>
            <ac:spMk id="54" creationId="{EDCFA2E9-3541-9AF0-6D46-95906A07BF07}"/>
          </ac:spMkLst>
        </pc:spChg>
        <pc:spChg chg="add mod">
          <ac:chgData name="Qiu, Dawei" userId="95be6d5d-f43e-4a92-bdce-8dafd28e3afc" providerId="ADAL" clId="{E86CE1D0-5E97-4B16-8032-B18305CCEE60}" dt="2025-09-18T14:22:29.714" v="9559" actId="2085"/>
          <ac:spMkLst>
            <pc:docMk/>
            <pc:sldMk cId="2459103759" sldId="282"/>
            <ac:spMk id="56" creationId="{1583955E-D69F-C607-2915-29218841D02E}"/>
          </ac:spMkLst>
        </pc:spChg>
        <pc:spChg chg="mod">
          <ac:chgData name="Qiu, Dawei" userId="95be6d5d-f43e-4a92-bdce-8dafd28e3afc" providerId="ADAL" clId="{E86CE1D0-5E97-4B16-8032-B18305CCEE60}" dt="2025-09-18T14:22:29.714" v="9559" actId="2085"/>
          <ac:spMkLst>
            <pc:docMk/>
            <pc:sldMk cId="2459103759" sldId="282"/>
            <ac:spMk id="57" creationId="{737B3CD2-63CE-F588-CD71-EF3ABE688766}"/>
          </ac:spMkLst>
        </pc:spChg>
        <pc:spChg chg="mod">
          <ac:chgData name="Qiu, Dawei" userId="95be6d5d-f43e-4a92-bdce-8dafd28e3afc" providerId="ADAL" clId="{E86CE1D0-5E97-4B16-8032-B18305CCEE60}" dt="2025-09-18T14:22:29.714" v="9559" actId="2085"/>
          <ac:spMkLst>
            <pc:docMk/>
            <pc:sldMk cId="2459103759" sldId="282"/>
            <ac:spMk id="58" creationId="{7113340E-78B9-FCE0-93F3-E26619B68328}"/>
          </ac:spMkLst>
        </pc:spChg>
        <pc:spChg chg="mod">
          <ac:chgData name="Qiu, Dawei" userId="95be6d5d-f43e-4a92-bdce-8dafd28e3afc" providerId="ADAL" clId="{E86CE1D0-5E97-4B16-8032-B18305CCEE60}" dt="2025-09-18T12:59:51.570" v="9356" actId="1035"/>
          <ac:spMkLst>
            <pc:docMk/>
            <pc:sldMk cId="2459103759" sldId="282"/>
            <ac:spMk id="72" creationId="{4FB5B5A7-1163-AD31-BC39-7F13FCA898DB}"/>
          </ac:spMkLst>
        </pc:spChg>
        <pc:spChg chg="mod">
          <ac:chgData name="Qiu, Dawei" userId="95be6d5d-f43e-4a92-bdce-8dafd28e3afc" providerId="ADAL" clId="{E86CE1D0-5E97-4B16-8032-B18305CCEE60}" dt="2025-09-18T14:20:26.591" v="9467" actId="2085"/>
          <ac:spMkLst>
            <pc:docMk/>
            <pc:sldMk cId="2459103759" sldId="282"/>
            <ac:spMk id="78" creationId="{EF2E8B9A-E105-6806-251F-818C30BC1ADB}"/>
          </ac:spMkLst>
        </pc:spChg>
        <pc:spChg chg="add mod">
          <ac:chgData name="Qiu, Dawei" userId="95be6d5d-f43e-4a92-bdce-8dafd28e3afc" providerId="ADAL" clId="{E86CE1D0-5E97-4B16-8032-B18305CCEE60}" dt="2025-09-18T15:13:35.796" v="10324" actId="1037"/>
          <ac:spMkLst>
            <pc:docMk/>
            <pc:sldMk cId="2459103759" sldId="282"/>
            <ac:spMk id="79" creationId="{86D42410-D471-F953-3469-3CC6F9B9E00F}"/>
          </ac:spMkLst>
        </pc:spChg>
        <pc:spChg chg="mod">
          <ac:chgData name="Qiu, Dawei" userId="95be6d5d-f43e-4a92-bdce-8dafd28e3afc" providerId="ADAL" clId="{E86CE1D0-5E97-4B16-8032-B18305CCEE60}" dt="2025-09-18T12:59:21.847" v="9328" actId="14100"/>
          <ac:spMkLst>
            <pc:docMk/>
            <pc:sldMk cId="2459103759" sldId="282"/>
            <ac:spMk id="80" creationId="{BA2920BC-D27E-FC7A-413A-58944BC693A8}"/>
          </ac:spMkLst>
        </pc:spChg>
        <pc:spChg chg="add mod">
          <ac:chgData name="Qiu, Dawei" userId="95be6d5d-f43e-4a92-bdce-8dafd28e3afc" providerId="ADAL" clId="{E86CE1D0-5E97-4B16-8032-B18305CCEE60}" dt="2025-09-18T00:18:48.198" v="9304"/>
          <ac:spMkLst>
            <pc:docMk/>
            <pc:sldMk cId="2459103759" sldId="282"/>
            <ac:spMk id="89" creationId="{7146CB87-C8F3-3DA0-75B6-F34771A86D29}"/>
          </ac:spMkLst>
        </pc:spChg>
        <pc:spChg chg="mod">
          <ac:chgData name="Qiu, Dawei" userId="95be6d5d-f43e-4a92-bdce-8dafd28e3afc" providerId="ADAL" clId="{E86CE1D0-5E97-4B16-8032-B18305CCEE60}" dt="2025-09-18T14:22:29.714" v="9559" actId="2085"/>
          <ac:spMkLst>
            <pc:docMk/>
            <pc:sldMk cId="2459103759" sldId="282"/>
            <ac:spMk id="95" creationId="{A6C3BFAB-DDB2-8AB0-D001-598F3A0ED7C4}"/>
          </ac:spMkLst>
        </pc:spChg>
        <pc:spChg chg="add mod">
          <ac:chgData name="Qiu, Dawei" userId="95be6d5d-f43e-4a92-bdce-8dafd28e3afc" providerId="ADAL" clId="{E86CE1D0-5E97-4B16-8032-B18305CCEE60}" dt="2025-09-18T00:18:48.198" v="9304"/>
          <ac:spMkLst>
            <pc:docMk/>
            <pc:sldMk cId="2459103759" sldId="282"/>
            <ac:spMk id="101" creationId="{A2C628A2-DFD5-92F6-24C1-6A2F77B29226}"/>
          </ac:spMkLst>
        </pc:spChg>
        <pc:spChg chg="add mod">
          <ac:chgData name="Qiu, Dawei" userId="95be6d5d-f43e-4a92-bdce-8dafd28e3afc" providerId="ADAL" clId="{E86CE1D0-5E97-4B16-8032-B18305CCEE60}" dt="2025-09-18T15:14:38.407" v="10462" actId="1037"/>
          <ac:spMkLst>
            <pc:docMk/>
            <pc:sldMk cId="2459103759" sldId="282"/>
            <ac:spMk id="103" creationId="{F01A863C-2FAA-7442-F40D-5C29DEDB520A}"/>
          </ac:spMkLst>
        </pc:spChg>
        <pc:spChg chg="add mod">
          <ac:chgData name="Qiu, Dawei" userId="95be6d5d-f43e-4a92-bdce-8dafd28e3afc" providerId="ADAL" clId="{E86CE1D0-5E97-4B16-8032-B18305CCEE60}" dt="2025-09-18T15:08:25.379" v="9809" actId="1035"/>
          <ac:spMkLst>
            <pc:docMk/>
            <pc:sldMk cId="2459103759" sldId="282"/>
            <ac:spMk id="105" creationId="{9FD28540-D989-3243-EA6C-8ED33F5D6A69}"/>
          </ac:spMkLst>
        </pc:spChg>
        <pc:spChg chg="add mod">
          <ac:chgData name="Qiu, Dawei" userId="95be6d5d-f43e-4a92-bdce-8dafd28e3afc" providerId="ADAL" clId="{E86CE1D0-5E97-4B16-8032-B18305CCEE60}" dt="2025-09-18T15:15:07.769" v="10509" actId="1037"/>
          <ac:spMkLst>
            <pc:docMk/>
            <pc:sldMk cId="2459103759" sldId="282"/>
            <ac:spMk id="106" creationId="{EA5981E5-D43F-3598-BB77-5AEFA0EEFDAB}"/>
          </ac:spMkLst>
        </pc:spChg>
        <pc:spChg chg="add mod">
          <ac:chgData name="Qiu, Dawei" userId="95be6d5d-f43e-4a92-bdce-8dafd28e3afc" providerId="ADAL" clId="{E86CE1D0-5E97-4B16-8032-B18305CCEE60}" dt="2025-09-18T15:15:18.309" v="10550" actId="1037"/>
          <ac:spMkLst>
            <pc:docMk/>
            <pc:sldMk cId="2459103759" sldId="282"/>
            <ac:spMk id="107" creationId="{74B69BA6-747F-01F7-DA14-38AE99D2BBC8}"/>
          </ac:spMkLst>
        </pc:spChg>
        <pc:spChg chg="add mod">
          <ac:chgData name="Qiu, Dawei" userId="95be6d5d-f43e-4a92-bdce-8dafd28e3afc" providerId="ADAL" clId="{E86CE1D0-5E97-4B16-8032-B18305CCEE60}" dt="2025-09-18T15:15:36.953" v="10600" actId="1037"/>
          <ac:spMkLst>
            <pc:docMk/>
            <pc:sldMk cId="2459103759" sldId="282"/>
            <ac:spMk id="109" creationId="{3AACB483-29C5-E166-7E6A-AAF3BC8CB661}"/>
          </ac:spMkLst>
        </pc:spChg>
        <pc:spChg chg="add mod">
          <ac:chgData name="Qiu, Dawei" userId="95be6d5d-f43e-4a92-bdce-8dafd28e3afc" providerId="ADAL" clId="{E86CE1D0-5E97-4B16-8032-B18305CCEE60}" dt="2025-09-18T15:13:03.381" v="10259" actId="1037"/>
          <ac:spMkLst>
            <pc:docMk/>
            <pc:sldMk cId="2459103759" sldId="282"/>
            <ac:spMk id="110" creationId="{255F97F1-B432-8EB9-D71F-040F9390640C}"/>
          </ac:spMkLst>
        </pc:spChg>
        <pc:spChg chg="add mod">
          <ac:chgData name="Qiu, Dawei" userId="95be6d5d-f43e-4a92-bdce-8dafd28e3afc" providerId="ADAL" clId="{E86CE1D0-5E97-4B16-8032-B18305CCEE60}" dt="2025-09-18T15:12:28.732" v="10196" actId="1037"/>
          <ac:spMkLst>
            <pc:docMk/>
            <pc:sldMk cId="2459103759" sldId="282"/>
            <ac:spMk id="112" creationId="{2205B0AF-A0FE-76FF-506A-2F4D7748E60B}"/>
          </ac:spMkLst>
        </pc:spChg>
        <pc:spChg chg="mod">
          <ac:chgData name="Qiu, Dawei" userId="95be6d5d-f43e-4a92-bdce-8dafd28e3afc" providerId="ADAL" clId="{E86CE1D0-5E97-4B16-8032-B18305CCEE60}" dt="2025-09-18T15:11:07.426" v="9953" actId="1038"/>
          <ac:spMkLst>
            <pc:docMk/>
            <pc:sldMk cId="2459103759" sldId="282"/>
            <ac:spMk id="115" creationId="{586AF2E1-ECCB-EFD8-02C9-8084ECFBEFE6}"/>
          </ac:spMkLst>
        </pc:spChg>
        <pc:spChg chg="mod">
          <ac:chgData name="Qiu, Dawei" userId="95be6d5d-f43e-4a92-bdce-8dafd28e3afc" providerId="ADAL" clId="{E86CE1D0-5E97-4B16-8032-B18305CCEE60}" dt="2025-09-18T15:11:21.898" v="9990" actId="1038"/>
          <ac:spMkLst>
            <pc:docMk/>
            <pc:sldMk cId="2459103759" sldId="282"/>
            <ac:spMk id="117" creationId="{F8C58F18-AA86-306E-CE70-A5AD9AD30613}"/>
          </ac:spMkLst>
        </pc:spChg>
        <pc:spChg chg="mod">
          <ac:chgData name="Qiu, Dawei" userId="95be6d5d-f43e-4a92-bdce-8dafd28e3afc" providerId="ADAL" clId="{E86CE1D0-5E97-4B16-8032-B18305CCEE60}" dt="2025-09-18T15:11:23.899" v="9991" actId="1037"/>
          <ac:spMkLst>
            <pc:docMk/>
            <pc:sldMk cId="2459103759" sldId="282"/>
            <ac:spMk id="119" creationId="{94A32F12-01C9-CDE8-3BF5-947D8C18F987}"/>
          </ac:spMkLst>
        </pc:spChg>
        <pc:spChg chg="mod">
          <ac:chgData name="Qiu, Dawei" userId="95be6d5d-f43e-4a92-bdce-8dafd28e3afc" providerId="ADAL" clId="{E86CE1D0-5E97-4B16-8032-B18305CCEE60}" dt="2025-09-18T15:11:21.898" v="9990" actId="1038"/>
          <ac:spMkLst>
            <pc:docMk/>
            <pc:sldMk cId="2459103759" sldId="282"/>
            <ac:spMk id="120" creationId="{D183D8F3-E64D-C591-07D1-5BED2B35CF71}"/>
          </ac:spMkLst>
        </pc:spChg>
        <pc:spChg chg="add mod">
          <ac:chgData name="Qiu, Dawei" userId="95be6d5d-f43e-4a92-bdce-8dafd28e3afc" providerId="ADAL" clId="{E86CE1D0-5E97-4B16-8032-B18305CCEE60}" dt="2025-09-18T15:11:03.530" v="9952" actId="1038"/>
          <ac:spMkLst>
            <pc:docMk/>
            <pc:sldMk cId="2459103759" sldId="282"/>
            <ac:spMk id="121" creationId="{C4D2AF15-3DC0-FC14-F732-5038D2DB9D49}"/>
          </ac:spMkLst>
        </pc:spChg>
        <pc:spChg chg="add mod">
          <ac:chgData name="Qiu, Dawei" userId="95be6d5d-f43e-4a92-bdce-8dafd28e3afc" providerId="ADAL" clId="{E86CE1D0-5E97-4B16-8032-B18305CCEE60}" dt="2025-09-18T15:14:40.319" v="10463" actId="1037"/>
          <ac:spMkLst>
            <pc:docMk/>
            <pc:sldMk cId="2459103759" sldId="282"/>
            <ac:spMk id="123" creationId="{E8E05A93-3450-DA3D-02BF-4DDCD319F4F9}"/>
          </ac:spMkLst>
        </pc:spChg>
        <pc:spChg chg="add mod">
          <ac:chgData name="Qiu, Dawei" userId="95be6d5d-f43e-4a92-bdce-8dafd28e3afc" providerId="ADAL" clId="{E86CE1D0-5E97-4B16-8032-B18305CCEE60}" dt="2025-09-18T15:14:21.647" v="10421" actId="1038"/>
          <ac:spMkLst>
            <pc:docMk/>
            <pc:sldMk cId="2459103759" sldId="282"/>
            <ac:spMk id="126" creationId="{F98C6A27-3381-212F-3AF2-D93B2334BCB0}"/>
          </ac:spMkLst>
        </pc:spChg>
        <pc:spChg chg="add mod">
          <ac:chgData name="Qiu, Dawei" userId="95be6d5d-f43e-4a92-bdce-8dafd28e3afc" providerId="ADAL" clId="{E86CE1D0-5E97-4B16-8032-B18305CCEE60}" dt="2025-09-18T15:13:57.975" v="10371" actId="1037"/>
          <ac:spMkLst>
            <pc:docMk/>
            <pc:sldMk cId="2459103759" sldId="282"/>
            <ac:spMk id="127" creationId="{869D685C-0E22-7342-A2E5-B0453124F8BD}"/>
          </ac:spMkLst>
        </pc:spChg>
        <pc:spChg chg="mod">
          <ac:chgData name="Qiu, Dawei" userId="95be6d5d-f43e-4a92-bdce-8dafd28e3afc" providerId="ADAL" clId="{E86CE1D0-5E97-4B16-8032-B18305CCEE60}" dt="2025-09-18T15:09:27.047" v="9875" actId="1036"/>
          <ac:spMkLst>
            <pc:docMk/>
            <pc:sldMk cId="2459103759" sldId="282"/>
            <ac:spMk id="129" creationId="{390205C5-BD8C-B612-D3DA-4F65B0441718}"/>
          </ac:spMkLst>
        </pc:spChg>
        <pc:spChg chg="mod">
          <ac:chgData name="Qiu, Dawei" userId="95be6d5d-f43e-4a92-bdce-8dafd28e3afc" providerId="ADAL" clId="{E86CE1D0-5E97-4B16-8032-B18305CCEE60}" dt="2025-09-18T15:11:50.194" v="10087" actId="1037"/>
          <ac:spMkLst>
            <pc:docMk/>
            <pc:sldMk cId="2459103759" sldId="282"/>
            <ac:spMk id="131" creationId="{DF1C9A46-790B-08AC-F817-2C4F66C461FC}"/>
          </ac:spMkLst>
        </pc:spChg>
        <pc:spChg chg="mod">
          <ac:chgData name="Qiu, Dawei" userId="95be6d5d-f43e-4a92-bdce-8dafd28e3afc" providerId="ADAL" clId="{E86CE1D0-5E97-4B16-8032-B18305CCEE60}" dt="2025-09-18T15:12:14.505" v="10143" actId="1037"/>
          <ac:spMkLst>
            <pc:docMk/>
            <pc:sldMk cId="2459103759" sldId="282"/>
            <ac:spMk id="136" creationId="{0F2F0046-8F65-D393-D923-18D189F388DB}"/>
          </ac:spMkLst>
        </pc:spChg>
        <pc:spChg chg="mod">
          <ac:chgData name="Qiu, Dawei" userId="95be6d5d-f43e-4a92-bdce-8dafd28e3afc" providerId="ADAL" clId="{E86CE1D0-5E97-4B16-8032-B18305CCEE60}" dt="2025-09-18T15:10:05.438" v="9926" actId="1036"/>
          <ac:spMkLst>
            <pc:docMk/>
            <pc:sldMk cId="2459103759" sldId="282"/>
            <ac:spMk id="137" creationId="{339EA255-549D-21B4-0171-BF946B1A3FFF}"/>
          </ac:spMkLst>
        </pc:spChg>
        <pc:spChg chg="mod">
          <ac:chgData name="Qiu, Dawei" userId="95be6d5d-f43e-4a92-bdce-8dafd28e3afc" providerId="ADAL" clId="{E86CE1D0-5E97-4B16-8032-B18305CCEE60}" dt="2025-09-18T15:07:22.642" v="9753" actId="1036"/>
          <ac:spMkLst>
            <pc:docMk/>
            <pc:sldMk cId="2459103759" sldId="282"/>
            <ac:spMk id="139" creationId="{2578B1A8-0E8D-FF50-FBD6-CA5A087F2370}"/>
          </ac:spMkLst>
        </pc:spChg>
        <pc:spChg chg="add mod">
          <ac:chgData name="Qiu, Dawei" userId="95be6d5d-f43e-4a92-bdce-8dafd28e3afc" providerId="ADAL" clId="{E86CE1D0-5E97-4B16-8032-B18305CCEE60}" dt="2025-09-18T15:13:12.201" v="10260" actId="1037"/>
          <ac:spMkLst>
            <pc:docMk/>
            <pc:sldMk cId="2459103759" sldId="282"/>
            <ac:spMk id="140" creationId="{BD888149-FFA0-D6C8-7C91-33FB59A3C671}"/>
          </ac:spMkLst>
        </pc:spChg>
        <pc:spChg chg="mod">
          <ac:chgData name="Qiu, Dawei" userId="95be6d5d-f43e-4a92-bdce-8dafd28e3afc" providerId="ADAL" clId="{E86CE1D0-5E97-4B16-8032-B18305CCEE60}" dt="2025-09-18T15:13:16.395" v="10262" actId="1037"/>
          <ac:spMkLst>
            <pc:docMk/>
            <pc:sldMk cId="2459103759" sldId="282"/>
            <ac:spMk id="141" creationId="{2B50C128-C326-4ECF-3A89-50C693068B31}"/>
          </ac:spMkLst>
        </pc:spChg>
        <pc:spChg chg="mod">
          <ac:chgData name="Qiu, Dawei" userId="95be6d5d-f43e-4a92-bdce-8dafd28e3afc" providerId="ADAL" clId="{E86CE1D0-5E97-4B16-8032-B18305CCEE60}" dt="2025-09-18T15:13:14.542" v="10261" actId="1037"/>
          <ac:spMkLst>
            <pc:docMk/>
            <pc:sldMk cId="2459103759" sldId="282"/>
            <ac:spMk id="143" creationId="{3EAACDA8-4ADD-6782-70D8-964BC2613C92}"/>
          </ac:spMkLst>
        </pc:spChg>
        <pc:spChg chg="mod">
          <ac:chgData name="Qiu, Dawei" userId="95be6d5d-f43e-4a92-bdce-8dafd28e3afc" providerId="ADAL" clId="{E86CE1D0-5E97-4B16-8032-B18305CCEE60}" dt="2025-09-18T15:14:06.586" v="10374" actId="1037"/>
          <ac:spMkLst>
            <pc:docMk/>
            <pc:sldMk cId="2459103759" sldId="282"/>
            <ac:spMk id="144" creationId="{A7D3DCF9-840B-6941-2790-E87EB58321F5}"/>
          </ac:spMkLst>
        </pc:spChg>
        <pc:spChg chg="mod">
          <ac:chgData name="Qiu, Dawei" userId="95be6d5d-f43e-4a92-bdce-8dafd28e3afc" providerId="ADAL" clId="{E86CE1D0-5E97-4B16-8032-B18305CCEE60}" dt="2025-09-18T15:13:48.836" v="10369" actId="1037"/>
          <ac:spMkLst>
            <pc:docMk/>
            <pc:sldMk cId="2459103759" sldId="282"/>
            <ac:spMk id="146" creationId="{7B1D70DB-C0EC-4EC5-BE51-3C9BA8DE18E9}"/>
          </ac:spMkLst>
        </pc:spChg>
        <pc:spChg chg="mod">
          <ac:chgData name="Qiu, Dawei" userId="95be6d5d-f43e-4a92-bdce-8dafd28e3afc" providerId="ADAL" clId="{E86CE1D0-5E97-4B16-8032-B18305CCEE60}" dt="2025-09-18T15:07:40.891" v="9757" actId="1036"/>
          <ac:spMkLst>
            <pc:docMk/>
            <pc:sldMk cId="2459103759" sldId="282"/>
            <ac:spMk id="147" creationId="{35274CC1-1503-96B6-996A-DBD3511A8F25}"/>
          </ac:spMkLst>
        </pc:spChg>
        <pc:spChg chg="add del">
          <ac:chgData name="Qiu, Dawei" userId="95be6d5d-f43e-4a92-bdce-8dafd28e3afc" providerId="ADAL" clId="{E86CE1D0-5E97-4B16-8032-B18305CCEE60}" dt="2025-09-18T14:55:06.416" v="9693" actId="478"/>
          <ac:spMkLst>
            <pc:docMk/>
            <pc:sldMk cId="2459103759" sldId="282"/>
            <ac:spMk id="158" creationId="{07F6B54F-B385-9EE8-5AEA-028846071B12}"/>
          </ac:spMkLst>
        </pc:spChg>
        <pc:spChg chg="mod">
          <ac:chgData name="Qiu, Dawei" userId="95be6d5d-f43e-4a92-bdce-8dafd28e3afc" providerId="ADAL" clId="{E86CE1D0-5E97-4B16-8032-B18305CCEE60}" dt="2025-09-18T15:07:45.287" v="9758" actId="1036"/>
          <ac:spMkLst>
            <pc:docMk/>
            <pc:sldMk cId="2459103759" sldId="282"/>
            <ac:spMk id="165" creationId="{5CA8037E-6126-EEBC-2A65-042DC3287F99}"/>
          </ac:spMkLst>
        </pc:spChg>
        <pc:spChg chg="mod">
          <ac:chgData name="Qiu, Dawei" userId="95be6d5d-f43e-4a92-bdce-8dafd28e3afc" providerId="ADAL" clId="{E86CE1D0-5E97-4B16-8032-B18305CCEE60}" dt="2025-09-18T15:15:24.404" v="10551" actId="1037"/>
          <ac:spMkLst>
            <pc:docMk/>
            <pc:sldMk cId="2459103759" sldId="282"/>
            <ac:spMk id="174" creationId="{E1D8CF64-E080-A698-8B58-81785A3F9AA0}"/>
          </ac:spMkLst>
        </pc:spChg>
        <pc:spChg chg="add mod">
          <ac:chgData name="Qiu, Dawei" userId="95be6d5d-f43e-4a92-bdce-8dafd28e3afc" providerId="ADAL" clId="{E86CE1D0-5E97-4B16-8032-B18305CCEE60}" dt="2025-09-18T15:07:56.644" v="9760" actId="1036"/>
          <ac:spMkLst>
            <pc:docMk/>
            <pc:sldMk cId="2459103759" sldId="282"/>
            <ac:spMk id="175" creationId="{578D5795-8618-60E4-D788-2545763397E4}"/>
          </ac:spMkLst>
        </pc:spChg>
        <pc:spChg chg="mod">
          <ac:chgData name="Qiu, Dawei" userId="95be6d5d-f43e-4a92-bdce-8dafd28e3afc" providerId="ADAL" clId="{E86CE1D0-5E97-4B16-8032-B18305CCEE60}" dt="2025-09-18T15:15:40.476" v="10601" actId="1037"/>
          <ac:spMkLst>
            <pc:docMk/>
            <pc:sldMk cId="2459103759" sldId="282"/>
            <ac:spMk id="182" creationId="{A1F9F7C4-76D7-9DBB-0F00-4EE08EA55FE7}"/>
          </ac:spMkLst>
        </pc:spChg>
        <pc:spChg chg="mod">
          <ac:chgData name="Qiu, Dawei" userId="95be6d5d-f43e-4a92-bdce-8dafd28e3afc" providerId="ADAL" clId="{E86CE1D0-5E97-4B16-8032-B18305CCEE60}" dt="2025-09-18T15:07:56.644" v="9760" actId="1036"/>
          <ac:spMkLst>
            <pc:docMk/>
            <pc:sldMk cId="2459103759" sldId="282"/>
            <ac:spMk id="183" creationId="{4C8F9831-9117-0C0E-BB45-4A29E1B2E0A8}"/>
          </ac:spMkLst>
        </pc:spChg>
        <pc:spChg chg="mod">
          <ac:chgData name="Qiu, Dawei" userId="95be6d5d-f43e-4a92-bdce-8dafd28e3afc" providerId="ADAL" clId="{E86CE1D0-5E97-4B16-8032-B18305CCEE60}" dt="2025-09-18T15:11:36.356" v="10046" actId="1038"/>
          <ac:spMkLst>
            <pc:docMk/>
            <pc:sldMk cId="2459103759" sldId="282"/>
            <ac:spMk id="1024" creationId="{0EF6DF6F-C209-760A-8488-6BBC4471A29C}"/>
          </ac:spMkLst>
        </pc:spChg>
        <pc:spChg chg="add mod">
          <ac:chgData name="Qiu, Dawei" userId="95be6d5d-f43e-4a92-bdce-8dafd28e3afc" providerId="ADAL" clId="{E86CE1D0-5E97-4B16-8032-B18305CCEE60}" dt="2025-09-18T00:18:48.198" v="9304"/>
          <ac:spMkLst>
            <pc:docMk/>
            <pc:sldMk cId="2459103759" sldId="282"/>
            <ac:spMk id="1032" creationId="{4CA4933B-B304-001A-09BD-B5BD65BC2BCE}"/>
          </ac:spMkLst>
        </pc:spChg>
        <pc:spChg chg="mod">
          <ac:chgData name="Qiu, Dawei" userId="95be6d5d-f43e-4a92-bdce-8dafd28e3afc" providerId="ADAL" clId="{E86CE1D0-5E97-4B16-8032-B18305CCEE60}" dt="2025-09-18T15:11:21.898" v="9990" actId="1038"/>
          <ac:spMkLst>
            <pc:docMk/>
            <pc:sldMk cId="2459103759" sldId="282"/>
            <ac:spMk id="1033" creationId="{AC77559D-0ECA-90AA-A8D1-B61907BF4A43}"/>
          </ac:spMkLst>
        </pc:spChg>
        <pc:spChg chg="mod">
          <ac:chgData name="Qiu, Dawei" userId="95be6d5d-f43e-4a92-bdce-8dafd28e3afc" providerId="ADAL" clId="{E86CE1D0-5E97-4B16-8032-B18305CCEE60}" dt="2025-09-18T15:11:50.194" v="10087" actId="1037"/>
          <ac:spMkLst>
            <pc:docMk/>
            <pc:sldMk cId="2459103759" sldId="282"/>
            <ac:spMk id="1037" creationId="{F0BAE4AD-E231-0FB7-60BA-5E0C271F5BBC}"/>
          </ac:spMkLst>
        </pc:spChg>
        <pc:spChg chg="add mod">
          <ac:chgData name="Qiu, Dawei" userId="95be6d5d-f43e-4a92-bdce-8dafd28e3afc" providerId="ADAL" clId="{E86CE1D0-5E97-4B16-8032-B18305CCEE60}" dt="2025-09-18T00:18:48.198" v="9304"/>
          <ac:spMkLst>
            <pc:docMk/>
            <pc:sldMk cId="2459103759" sldId="282"/>
            <ac:spMk id="1039" creationId="{A51F47D9-F9FB-3E0E-3A8F-3795206DC334}"/>
          </ac:spMkLst>
        </pc:spChg>
        <pc:spChg chg="add mod">
          <ac:chgData name="Qiu, Dawei" userId="95be6d5d-f43e-4a92-bdce-8dafd28e3afc" providerId="ADAL" clId="{E86CE1D0-5E97-4B16-8032-B18305CCEE60}" dt="2025-09-18T15:07:31.650" v="9754" actId="1036"/>
          <ac:spMkLst>
            <pc:docMk/>
            <pc:sldMk cId="2459103759" sldId="282"/>
            <ac:spMk id="1047" creationId="{622F2580-0304-46CD-7C73-B73DF2C17CA0}"/>
          </ac:spMkLst>
        </pc:spChg>
        <pc:spChg chg="mod">
          <ac:chgData name="Qiu, Dawei" userId="95be6d5d-f43e-4a92-bdce-8dafd28e3afc" providerId="ADAL" clId="{E86CE1D0-5E97-4B16-8032-B18305CCEE60}" dt="2025-09-18T15:12:38.714" v="10200" actId="1038"/>
          <ac:spMkLst>
            <pc:docMk/>
            <pc:sldMk cId="2459103759" sldId="282"/>
            <ac:spMk id="1050" creationId="{2AED3145-9020-1467-8EA9-723E9A9E70C9}"/>
          </ac:spMkLst>
        </pc:spChg>
        <pc:spChg chg="mod">
          <ac:chgData name="Qiu, Dawei" userId="95be6d5d-f43e-4a92-bdce-8dafd28e3afc" providerId="ADAL" clId="{E86CE1D0-5E97-4B16-8032-B18305CCEE60}" dt="2025-09-18T15:10:00.553" v="9925" actId="1036"/>
          <ac:spMkLst>
            <pc:docMk/>
            <pc:sldMk cId="2459103759" sldId="282"/>
            <ac:spMk id="1052" creationId="{B642B5F0-76B6-16BA-FA08-B2B27C33F3D1}"/>
          </ac:spMkLst>
        </pc:spChg>
        <pc:spChg chg="mod">
          <ac:chgData name="Qiu, Dawei" userId="95be6d5d-f43e-4a92-bdce-8dafd28e3afc" providerId="ADAL" clId="{E86CE1D0-5E97-4B16-8032-B18305CCEE60}" dt="2025-09-18T15:11:50.194" v="10087" actId="1037"/>
          <ac:spMkLst>
            <pc:docMk/>
            <pc:sldMk cId="2459103759" sldId="282"/>
            <ac:spMk id="1059" creationId="{DD2C4CC1-E1B7-2F2D-BF03-C2299394AB26}"/>
          </ac:spMkLst>
        </pc:spChg>
        <pc:spChg chg="mod">
          <ac:chgData name="Qiu, Dawei" userId="95be6d5d-f43e-4a92-bdce-8dafd28e3afc" providerId="ADAL" clId="{E86CE1D0-5E97-4B16-8032-B18305CCEE60}" dt="2025-09-18T15:13:31.320" v="10322" actId="1038"/>
          <ac:spMkLst>
            <pc:docMk/>
            <pc:sldMk cId="2459103759" sldId="282"/>
            <ac:spMk id="1062" creationId="{407D0A3B-13D7-BAA4-8164-C948ECDD870E}"/>
          </ac:spMkLst>
        </pc:spChg>
        <pc:spChg chg="mod">
          <ac:chgData name="Qiu, Dawei" userId="95be6d5d-f43e-4a92-bdce-8dafd28e3afc" providerId="ADAL" clId="{E86CE1D0-5E97-4B16-8032-B18305CCEE60}" dt="2025-09-18T15:07:35.859" v="9755" actId="1036"/>
          <ac:spMkLst>
            <pc:docMk/>
            <pc:sldMk cId="2459103759" sldId="282"/>
            <ac:spMk id="1064" creationId="{9619AEBA-ED92-B138-1831-037F1A70B372}"/>
          </ac:spMkLst>
        </pc:spChg>
        <pc:spChg chg="mod">
          <ac:chgData name="Qiu, Dawei" userId="95be6d5d-f43e-4a92-bdce-8dafd28e3afc" providerId="ADAL" clId="{E86CE1D0-5E97-4B16-8032-B18305CCEE60}" dt="2025-09-18T15:08:30.829" v="9810" actId="1035"/>
          <ac:spMkLst>
            <pc:docMk/>
            <pc:sldMk cId="2459103759" sldId="282"/>
            <ac:spMk id="1066" creationId="{2E22CF79-9287-76D7-8362-7B57961A354A}"/>
          </ac:spMkLst>
        </pc:spChg>
        <pc:spChg chg="mod">
          <ac:chgData name="Qiu, Dawei" userId="95be6d5d-f43e-4a92-bdce-8dafd28e3afc" providerId="ADAL" clId="{E86CE1D0-5E97-4B16-8032-B18305CCEE60}" dt="2025-09-18T15:14:04.033" v="10373" actId="1037"/>
          <ac:spMkLst>
            <pc:docMk/>
            <pc:sldMk cId="2459103759" sldId="282"/>
            <ac:spMk id="1072" creationId="{F44C9A2F-B050-E1BC-8122-3DA00B4EA423}"/>
          </ac:spMkLst>
        </pc:spChg>
        <pc:spChg chg="mod">
          <ac:chgData name="Qiu, Dawei" userId="95be6d5d-f43e-4a92-bdce-8dafd28e3afc" providerId="ADAL" clId="{E86CE1D0-5E97-4B16-8032-B18305CCEE60}" dt="2025-09-18T15:14:01.503" v="10372" actId="1037"/>
          <ac:spMkLst>
            <pc:docMk/>
            <pc:sldMk cId="2459103759" sldId="282"/>
            <ac:spMk id="1079" creationId="{54B27A17-B7ED-36F2-EAEC-DB0B1E01CCE3}"/>
          </ac:spMkLst>
        </pc:spChg>
        <pc:spChg chg="mod">
          <ac:chgData name="Qiu, Dawei" userId="95be6d5d-f43e-4a92-bdce-8dafd28e3afc" providerId="ADAL" clId="{E86CE1D0-5E97-4B16-8032-B18305CCEE60}" dt="2025-09-18T15:15:10.889" v="10510" actId="1037"/>
          <ac:spMkLst>
            <pc:docMk/>
            <pc:sldMk cId="2459103759" sldId="282"/>
            <ac:spMk id="1086" creationId="{AB9091EC-640E-182C-983D-1EB76C07F046}"/>
          </ac:spMkLst>
        </pc:spChg>
        <pc:spChg chg="mod">
          <ac:chgData name="Qiu, Dawei" userId="95be6d5d-f43e-4a92-bdce-8dafd28e3afc" providerId="ADAL" clId="{E86CE1D0-5E97-4B16-8032-B18305CCEE60}" dt="2025-09-18T15:07:51.523" v="9759" actId="1036"/>
          <ac:spMkLst>
            <pc:docMk/>
            <pc:sldMk cId="2459103759" sldId="282"/>
            <ac:spMk id="1087" creationId="{96DAA15E-9039-5327-00CE-4459C84C64DD}"/>
          </ac:spMkLst>
        </pc:spChg>
      </pc:sldChg>
      <pc:sldChg chg="delSp add mod ord">
        <pc:chgData name="Qiu, Dawei" userId="95be6d5d-f43e-4a92-bdce-8dafd28e3afc" providerId="ADAL" clId="{E86CE1D0-5E97-4B16-8032-B18305CCEE60}" dt="2025-09-18T00:19:34.494" v="9309" actId="478"/>
        <pc:sldMkLst>
          <pc:docMk/>
          <pc:sldMk cId="2733109285" sldId="283"/>
        </pc:sldMkLst>
      </pc:sldChg>
      <pc:sldChg chg="addSp delSp modSp add mod ord">
        <pc:chgData name="Qiu, Dawei" userId="95be6d5d-f43e-4a92-bdce-8dafd28e3afc" providerId="ADAL" clId="{E86CE1D0-5E97-4B16-8032-B18305CCEE60}" dt="2025-09-18T14:16:50.050" v="9358"/>
        <pc:sldMkLst>
          <pc:docMk/>
          <pc:sldMk cId="1527975950" sldId="284"/>
        </pc:sldMkLst>
        <pc:graphicFrameChg chg="add mod modGraphic">
          <ac:chgData name="Qiu, Dawei" userId="95be6d5d-f43e-4a92-bdce-8dafd28e3afc" providerId="ADAL" clId="{E86CE1D0-5E97-4B16-8032-B18305CCEE60}" dt="2025-09-18T09:38:24.174" v="9325" actId="403"/>
          <ac:graphicFrameMkLst>
            <pc:docMk/>
            <pc:sldMk cId="1527975950" sldId="284"/>
            <ac:graphicFrameMk id="41" creationId="{A335728D-4533-AD1F-5DC2-FCA557958D33}"/>
          </ac:graphicFrameMkLst>
        </pc:graphicFrameChg>
      </pc:sldChg>
      <pc:sldChg chg="addSp delSp modSp add mod modClrScheme chgLayout">
        <pc:chgData name="Qiu, Dawei" userId="95be6d5d-f43e-4a92-bdce-8dafd28e3afc" providerId="ADAL" clId="{E86CE1D0-5E97-4B16-8032-B18305CCEE60}" dt="2025-09-18T14:46:24.088" v="9676" actId="1076"/>
        <pc:sldMkLst>
          <pc:docMk/>
          <pc:sldMk cId="3733560750" sldId="285"/>
        </pc:sldMkLst>
        <pc:graphicFrameChg chg="add mod modGraphic">
          <ac:chgData name="Qiu, Dawei" userId="95be6d5d-f43e-4a92-bdce-8dafd28e3afc" providerId="ADAL" clId="{E86CE1D0-5E97-4B16-8032-B18305CCEE60}" dt="2025-09-18T14:46:24.088" v="9676" actId="1076"/>
          <ac:graphicFrameMkLst>
            <pc:docMk/>
            <pc:sldMk cId="3733560750" sldId="285"/>
            <ac:graphicFrameMk id="2" creationId="{2587CDB6-A4A4-4AB9-6086-E856924AD360}"/>
          </ac:graphicFrameMkLst>
        </pc:graphicFrameChg>
      </pc:sldChg>
    </pc:docChg>
  </pc:docChgLst>
  <pc:docChgLst>
    <pc:chgData name="Qiu, Dawei" userId="95be6d5d-f43e-4a92-bdce-8dafd28e3afc" providerId="ADAL" clId="{0DCB3CB3-4C3D-455A-A4A7-EC0DD3581CA0}"/>
    <pc:docChg chg="custSel addSld modSld sldOrd">
      <pc:chgData name="Qiu, Dawei" userId="95be6d5d-f43e-4a92-bdce-8dafd28e3afc" providerId="ADAL" clId="{0DCB3CB3-4C3D-455A-A4A7-EC0DD3581CA0}" dt="2025-09-03T22:51:50.628" v="3" actId="478"/>
      <pc:docMkLst>
        <pc:docMk/>
      </pc:docMkLst>
      <pc:sldChg chg="ord">
        <pc:chgData name="Qiu, Dawei" userId="95be6d5d-f43e-4a92-bdce-8dafd28e3afc" providerId="ADAL" clId="{0DCB3CB3-4C3D-455A-A4A7-EC0DD3581CA0}" dt="2025-09-03T22:10:27.064" v="1"/>
        <pc:sldMkLst>
          <pc:docMk/>
          <pc:sldMk cId="1464545106" sldId="273"/>
        </pc:sldMkLst>
      </pc:sldChg>
      <pc:sldChg chg="delSp modSp add mod">
        <pc:chgData name="Qiu, Dawei" userId="95be6d5d-f43e-4a92-bdce-8dafd28e3afc" providerId="ADAL" clId="{0DCB3CB3-4C3D-455A-A4A7-EC0DD3581CA0}" dt="2025-09-03T22:51:50.628" v="3" actId="478"/>
        <pc:sldMkLst>
          <pc:docMk/>
          <pc:sldMk cId="2471879688" sldId="274"/>
        </pc:sldMkLst>
      </pc:sldChg>
    </pc:docChg>
  </pc:docChgLst>
  <pc:docChgLst>
    <pc:chgData name="Qiu, Dawei" userId="95be6d5d-f43e-4a92-bdce-8dafd28e3afc" providerId="ADAL" clId="{052D433F-6189-56D7-8BFB-FEEECF661724}"/>
    <pc:docChg chg="undo custSel addSld delSld modSld">
      <pc:chgData name="Qiu, Dawei" userId="95be6d5d-f43e-4a92-bdce-8dafd28e3afc" providerId="ADAL" clId="{052D433F-6189-56D7-8BFB-FEEECF661724}" dt="2025-09-28T09:45:15.680" v="342" actId="1036"/>
      <pc:docMkLst>
        <pc:docMk/>
      </pc:docMkLst>
      <pc:sldChg chg="addSp delSp modSp mod">
        <pc:chgData name="Qiu, Dawei" userId="95be6d5d-f43e-4a92-bdce-8dafd28e3afc" providerId="ADAL" clId="{052D433F-6189-56D7-8BFB-FEEECF661724}" dt="2025-09-16T23:41:27.073" v="236" actId="2085"/>
        <pc:sldMkLst>
          <pc:docMk/>
          <pc:sldMk cId="1223733693" sldId="264"/>
        </pc:sldMkLst>
      </pc:sldChg>
      <pc:sldChg chg="modSp mod">
        <pc:chgData name="Qiu, Dawei" userId="95be6d5d-f43e-4a92-bdce-8dafd28e3afc" providerId="ADAL" clId="{052D433F-6189-56D7-8BFB-FEEECF661724}" dt="2025-09-28T09:42:43.497" v="340" actId="1038"/>
        <pc:sldMkLst>
          <pc:docMk/>
          <pc:sldMk cId="3646898026" sldId="268"/>
        </pc:sldMkLst>
        <pc:spChg chg="mod">
          <ac:chgData name="Qiu, Dawei" userId="95be6d5d-f43e-4a92-bdce-8dafd28e3afc" providerId="ADAL" clId="{052D433F-6189-56D7-8BFB-FEEECF661724}" dt="2025-09-16T22:37:49.830" v="1" actId="5736"/>
          <ac:spMkLst>
            <pc:docMk/>
            <pc:sldMk cId="3646898026" sldId="268"/>
            <ac:spMk id="12" creationId="{8B6AFF67-B0F7-0AF8-620B-36FEE43002EF}"/>
          </ac:spMkLst>
        </pc:spChg>
        <pc:spChg chg="mod">
          <ac:chgData name="Qiu, Dawei" userId="95be6d5d-f43e-4a92-bdce-8dafd28e3afc" providerId="ADAL" clId="{052D433F-6189-56D7-8BFB-FEEECF661724}" dt="2025-09-28T09:42:33.921" v="334" actId="1038"/>
          <ac:spMkLst>
            <pc:docMk/>
            <pc:sldMk cId="3646898026" sldId="268"/>
            <ac:spMk id="34" creationId="{2B2D59EE-782F-7CC4-A0A9-53EA8074FF58}"/>
          </ac:spMkLst>
        </pc:spChg>
        <pc:spChg chg="mod">
          <ac:chgData name="Qiu, Dawei" userId="95be6d5d-f43e-4a92-bdce-8dafd28e3afc" providerId="ADAL" clId="{052D433F-6189-56D7-8BFB-FEEECF661724}" dt="2025-09-16T22:37:49.830" v="1" actId="5736"/>
          <ac:spMkLst>
            <pc:docMk/>
            <pc:sldMk cId="3646898026" sldId="268"/>
            <ac:spMk id="46" creationId="{8C768C6F-F8B5-3B1A-65F0-4E2260665E91}"/>
          </ac:spMkLst>
        </pc:spChg>
        <pc:spChg chg="mod">
          <ac:chgData name="Qiu, Dawei" userId="95be6d5d-f43e-4a92-bdce-8dafd28e3afc" providerId="ADAL" clId="{052D433F-6189-56D7-8BFB-FEEECF661724}" dt="2025-09-16T22:37:49.830" v="1" actId="5736"/>
          <ac:spMkLst>
            <pc:docMk/>
            <pc:sldMk cId="3646898026" sldId="268"/>
            <ac:spMk id="100" creationId="{BDF7061F-0015-4593-2557-E3B31499772A}"/>
          </ac:spMkLst>
        </pc:spChg>
        <pc:spChg chg="mod">
          <ac:chgData name="Qiu, Dawei" userId="95be6d5d-f43e-4a92-bdce-8dafd28e3afc" providerId="ADAL" clId="{052D433F-6189-56D7-8BFB-FEEECF661724}" dt="2025-09-28T09:40:23.171" v="257" actId="13926"/>
          <ac:spMkLst>
            <pc:docMk/>
            <pc:sldMk cId="3646898026" sldId="268"/>
            <ac:spMk id="141" creationId="{B6855B7A-20FF-3C3B-6B3B-0B3CD77B016A}"/>
          </ac:spMkLst>
        </pc:spChg>
        <pc:spChg chg="mod">
          <ac:chgData name="Qiu, Dawei" userId="95be6d5d-f43e-4a92-bdce-8dafd28e3afc" providerId="ADAL" clId="{052D433F-6189-56D7-8BFB-FEEECF661724}" dt="2025-09-16T22:37:49.830" v="1" actId="5736"/>
          <ac:spMkLst>
            <pc:docMk/>
            <pc:sldMk cId="3646898026" sldId="268"/>
            <ac:spMk id="157" creationId="{71698AD3-65E6-9E2B-CEAA-0DC5E274E191}"/>
          </ac:spMkLst>
        </pc:spChg>
        <pc:spChg chg="mod">
          <ac:chgData name="Qiu, Dawei" userId="95be6d5d-f43e-4a92-bdce-8dafd28e3afc" providerId="ADAL" clId="{052D433F-6189-56D7-8BFB-FEEECF661724}" dt="2025-09-16T22:37:49.830" v="1" actId="5736"/>
          <ac:spMkLst>
            <pc:docMk/>
            <pc:sldMk cId="3646898026" sldId="268"/>
            <ac:spMk id="162" creationId="{E0A47F59-E22F-F3B7-B7AC-CF6BDB4437FC}"/>
          </ac:spMkLst>
        </pc:spChg>
        <pc:spChg chg="mod">
          <ac:chgData name="Qiu, Dawei" userId="95be6d5d-f43e-4a92-bdce-8dafd28e3afc" providerId="ADAL" clId="{052D433F-6189-56D7-8BFB-FEEECF661724}" dt="2025-09-16T22:37:49.830" v="1" actId="5736"/>
          <ac:spMkLst>
            <pc:docMk/>
            <pc:sldMk cId="3646898026" sldId="268"/>
            <ac:spMk id="178" creationId="{9201C7F9-4E5A-034F-EEB2-34DF09305D55}"/>
          </ac:spMkLst>
        </pc:spChg>
        <pc:spChg chg="mod">
          <ac:chgData name="Qiu, Dawei" userId="95be6d5d-f43e-4a92-bdce-8dafd28e3afc" providerId="ADAL" clId="{052D433F-6189-56D7-8BFB-FEEECF661724}" dt="2025-09-28T09:42:43.497" v="340" actId="1038"/>
          <ac:spMkLst>
            <pc:docMk/>
            <pc:sldMk cId="3646898026" sldId="268"/>
            <ac:spMk id="196" creationId="{CA4903E6-D0AB-C779-1185-74A6D907C8CA}"/>
          </ac:spMkLst>
        </pc:spChg>
        <pc:spChg chg="mod">
          <ac:chgData name="Qiu, Dawei" userId="95be6d5d-f43e-4a92-bdce-8dafd28e3afc" providerId="ADAL" clId="{052D433F-6189-56D7-8BFB-FEEECF661724}" dt="2025-09-16T22:37:49.830" v="1" actId="5736"/>
          <ac:spMkLst>
            <pc:docMk/>
            <pc:sldMk cId="3646898026" sldId="268"/>
            <ac:spMk id="1033" creationId="{8EB7FF9B-85CD-1878-F3EB-84D837DDF96E}"/>
          </ac:spMkLst>
        </pc:spChg>
        <pc:spChg chg="mod">
          <ac:chgData name="Qiu, Dawei" userId="95be6d5d-f43e-4a92-bdce-8dafd28e3afc" providerId="ADAL" clId="{052D433F-6189-56D7-8BFB-FEEECF661724}" dt="2025-09-16T22:37:49.830" v="1" actId="5736"/>
          <ac:spMkLst>
            <pc:docMk/>
            <pc:sldMk cId="3646898026" sldId="268"/>
            <ac:spMk id="1034" creationId="{E4A54091-15D8-C6EA-12D0-C45A085338AB}"/>
          </ac:spMkLst>
        </pc:spChg>
        <pc:spChg chg="mod">
          <ac:chgData name="Qiu, Dawei" userId="95be6d5d-f43e-4a92-bdce-8dafd28e3afc" providerId="ADAL" clId="{052D433F-6189-56D7-8BFB-FEEECF661724}" dt="2025-09-16T22:37:49.830" v="1" actId="5736"/>
          <ac:spMkLst>
            <pc:docMk/>
            <pc:sldMk cId="3646898026" sldId="268"/>
            <ac:spMk id="1050" creationId="{A74AA1AA-3977-C5A7-0A80-A09FC027E84F}"/>
          </ac:spMkLst>
        </pc:spChg>
        <pc:spChg chg="mod">
          <ac:chgData name="Qiu, Dawei" userId="95be6d5d-f43e-4a92-bdce-8dafd28e3afc" providerId="ADAL" clId="{052D433F-6189-56D7-8BFB-FEEECF661724}" dt="2025-09-16T22:37:49.830" v="1" actId="5736"/>
          <ac:spMkLst>
            <pc:docMk/>
            <pc:sldMk cId="3646898026" sldId="268"/>
            <ac:spMk id="1066" creationId="{966102B9-011B-4AF3-F0A5-4B93963768B7}"/>
          </ac:spMkLst>
        </pc:spChg>
      </pc:sldChg>
      <pc:sldChg chg="addSp delSp modSp mod">
        <pc:chgData name="Qiu, Dawei" userId="95be6d5d-f43e-4a92-bdce-8dafd28e3afc" providerId="ADAL" clId="{052D433F-6189-56D7-8BFB-FEEECF661724}" dt="2025-09-16T23:42:40.456" v="249" actId="478"/>
        <pc:sldMkLst>
          <pc:docMk/>
          <pc:sldMk cId="3844720911" sldId="275"/>
        </pc:sldMkLst>
      </pc:sldChg>
      <pc:sldChg chg="modSp mod">
        <pc:chgData name="Qiu, Dawei" userId="95be6d5d-f43e-4a92-bdce-8dafd28e3afc" providerId="ADAL" clId="{052D433F-6189-56D7-8BFB-FEEECF661724}" dt="2025-09-28T09:45:15.680" v="342" actId="1036"/>
        <pc:sldMkLst>
          <pc:docMk/>
          <pc:sldMk cId="290478514" sldId="279"/>
        </pc:sldMkLst>
        <pc:spChg chg="mod">
          <ac:chgData name="Qiu, Dawei" userId="95be6d5d-f43e-4a92-bdce-8dafd28e3afc" providerId="ADAL" clId="{052D433F-6189-56D7-8BFB-FEEECF661724}" dt="2025-09-28T09:45:15.680" v="342" actId="1036"/>
          <ac:spMkLst>
            <pc:docMk/>
            <pc:sldMk cId="290478514" sldId="279"/>
            <ac:spMk id="306" creationId="{60CFB7EC-D77F-44A7-4D65-B6B4A6B76885}"/>
          </ac:spMkLst>
        </pc:spChg>
      </pc:sldChg>
      <pc:sldChg chg="addSp delSp modSp mod">
        <pc:chgData name="Qiu, Dawei" userId="95be6d5d-f43e-4a92-bdce-8dafd28e3afc" providerId="ADAL" clId="{052D433F-6189-56D7-8BFB-FEEECF661724}" dt="2025-09-24T16:31:53.095" v="252" actId="478"/>
        <pc:sldMkLst>
          <pc:docMk/>
          <pc:sldMk cId="750832943" sldId="281"/>
        </pc:sldMkLst>
      </pc:sldChg>
      <pc:sldChg chg="modSp add del mod">
        <pc:chgData name="Qiu, Dawei" userId="95be6d5d-f43e-4a92-bdce-8dafd28e3afc" providerId="ADAL" clId="{052D433F-6189-56D7-8BFB-FEEECF661724}" dt="2025-09-24T16:35:36.668" v="256" actId="2696"/>
        <pc:sldMkLst>
          <pc:docMk/>
          <pc:sldMk cId="3688393395" sldId="286"/>
        </pc:sldMkLst>
      </pc:sldChg>
    </pc:docChg>
  </pc:docChgLst>
  <pc:docChgLst>
    <pc:chgData name="Qiu, Dawei" userId="95be6d5d-f43e-4a92-bdce-8dafd28e3afc" providerId="ADAL" clId="{F56AF4B9-DC11-4EBD-81AD-9281A706906A}"/>
    <pc:docChg chg="custSel addSld modSld">
      <pc:chgData name="Qiu, Dawei" userId="95be6d5d-f43e-4a92-bdce-8dafd28e3afc" providerId="ADAL" clId="{F56AF4B9-DC11-4EBD-81AD-9281A706906A}" dt="2025-07-14T22:52:52.091" v="6"/>
      <pc:docMkLst>
        <pc:docMk/>
      </pc:docMkLst>
      <pc:sldChg chg="delSp modSp mod">
        <pc:chgData name="Qiu, Dawei" userId="95be6d5d-f43e-4a92-bdce-8dafd28e3afc" providerId="ADAL" clId="{F56AF4B9-DC11-4EBD-81AD-9281A706906A}" dt="2025-07-14T22:48:15.618" v="5" actId="1076"/>
        <pc:sldMkLst>
          <pc:docMk/>
          <pc:sldMk cId="466289555" sldId="258"/>
        </pc:sldMkLst>
      </pc:sldChg>
      <pc:sldChg chg="add">
        <pc:chgData name="Qiu, Dawei" userId="95be6d5d-f43e-4a92-bdce-8dafd28e3afc" providerId="ADAL" clId="{F56AF4B9-DC11-4EBD-81AD-9281A706906A}" dt="2025-07-14T22:52:52.091" v="6"/>
        <pc:sldMkLst>
          <pc:docMk/>
          <pc:sldMk cId="2132670071" sldId="263"/>
        </pc:sldMkLst>
      </pc:sldChg>
    </pc:docChg>
  </pc:docChgLst>
  <pc:docChgLst>
    <pc:chgData name="Qiu, Dawei" userId="7fb17fc0-87b5-41c0-99a7-c4810a1a0f17" providerId="ADAL" clId="{96FB1E1C-E903-4B96-9221-00A88D37BC69}"/>
    <pc:docChg chg="undo redo custSel mod addSld delSld modSld sldOrd modMainMaster">
      <pc:chgData name="Qiu, Dawei" userId="7fb17fc0-87b5-41c0-99a7-c4810a1a0f17" providerId="ADAL" clId="{96FB1E1C-E903-4B96-9221-00A88D37BC69}" dt="2025-08-01T13:26:15.045" v="53697" actId="1036"/>
      <pc:docMkLst>
        <pc:docMk/>
      </pc:docMkLst>
      <pc:sldChg chg="addSp delSp modSp new mod">
        <pc:chgData name="Qiu, Dawei" userId="7fb17fc0-87b5-41c0-99a7-c4810a1a0f17" providerId="ADAL" clId="{96FB1E1C-E903-4B96-9221-00A88D37BC69}" dt="2025-07-13T16:19:21.760" v="3603" actId="1076"/>
        <pc:sldMkLst>
          <pc:docMk/>
          <pc:sldMk cId="3663933470" sldId="256"/>
        </pc:sldMkLst>
      </pc:sldChg>
      <pc:sldChg chg="addSp modSp add mod">
        <pc:chgData name="Qiu, Dawei" userId="7fb17fc0-87b5-41c0-99a7-c4810a1a0f17" providerId="ADAL" clId="{96FB1E1C-E903-4B96-9221-00A88D37BC69}" dt="2025-07-13T21:01:09.069" v="10049" actId="14100"/>
        <pc:sldMkLst>
          <pc:docMk/>
          <pc:sldMk cId="3457321682" sldId="257"/>
        </pc:sldMkLst>
      </pc:sldChg>
      <pc:sldChg chg="addSp delSp modSp add mod ord">
        <pc:chgData name="Qiu, Dawei" userId="7fb17fc0-87b5-41c0-99a7-c4810a1a0f17" providerId="ADAL" clId="{96FB1E1C-E903-4B96-9221-00A88D37BC69}" dt="2025-07-15T17:16:08.181" v="21413"/>
        <pc:sldMkLst>
          <pc:docMk/>
          <pc:sldMk cId="466289555" sldId="258"/>
        </pc:sldMkLst>
      </pc:sldChg>
      <pc:sldChg chg="addSp delSp modSp add mod ord">
        <pc:chgData name="Qiu, Dawei" userId="7fb17fc0-87b5-41c0-99a7-c4810a1a0f17" providerId="ADAL" clId="{96FB1E1C-E903-4B96-9221-00A88D37BC69}" dt="2025-07-14T21:05:29.278" v="13897" actId="21"/>
        <pc:sldMkLst>
          <pc:docMk/>
          <pc:sldMk cId="3548373592" sldId="259"/>
        </pc:sldMkLst>
      </pc:sldChg>
      <pc:sldChg chg="add ord">
        <pc:chgData name="Qiu, Dawei" userId="7fb17fc0-87b5-41c0-99a7-c4810a1a0f17" providerId="ADAL" clId="{96FB1E1C-E903-4B96-9221-00A88D37BC69}" dt="2025-07-13T19:59:25.823" v="8417"/>
        <pc:sldMkLst>
          <pc:docMk/>
          <pc:sldMk cId="1890445006" sldId="260"/>
        </pc:sldMkLst>
      </pc:sldChg>
      <pc:sldChg chg="add ord">
        <pc:chgData name="Qiu, Dawei" userId="7fb17fc0-87b5-41c0-99a7-c4810a1a0f17" providerId="ADAL" clId="{96FB1E1C-E903-4B96-9221-00A88D37BC69}" dt="2025-07-14T18:34:09.868" v="12435"/>
        <pc:sldMkLst>
          <pc:docMk/>
          <pc:sldMk cId="1356190223" sldId="261"/>
        </pc:sldMkLst>
      </pc:sldChg>
      <pc:sldChg chg="add">
        <pc:chgData name="Qiu, Dawei" userId="7fb17fc0-87b5-41c0-99a7-c4810a1a0f17" providerId="ADAL" clId="{96FB1E1C-E903-4B96-9221-00A88D37BC69}" dt="2025-07-14T20:15:26.930" v="12692"/>
        <pc:sldMkLst>
          <pc:docMk/>
          <pc:sldMk cId="3732839740" sldId="262"/>
        </pc:sldMkLst>
      </pc:sldChg>
      <pc:sldChg chg="addSp modSp">
        <pc:chgData name="Qiu, Dawei" userId="7fb17fc0-87b5-41c0-99a7-c4810a1a0f17" providerId="ADAL" clId="{96FB1E1C-E903-4B96-9221-00A88D37BC69}" dt="2025-07-15T10:30:39.776" v="14117"/>
        <pc:sldMkLst>
          <pc:docMk/>
          <pc:sldMk cId="2132670071" sldId="263"/>
        </pc:sldMkLst>
      </pc:sldChg>
      <pc:sldChg chg="addSp delSp modSp add mod ord">
        <pc:chgData name="Qiu, Dawei" userId="7fb17fc0-87b5-41c0-99a7-c4810a1a0f17" providerId="ADAL" clId="{96FB1E1C-E903-4B96-9221-00A88D37BC69}" dt="2025-08-01T13:26:15.045" v="53697" actId="1036"/>
        <pc:sldMkLst>
          <pc:docMk/>
          <pc:sldMk cId="1223733693" sldId="264"/>
        </pc:sldMkLst>
      </pc:sldChg>
      <pc:sldChg chg="addSp delSp modSp add del mod">
        <pc:chgData name="Qiu, Dawei" userId="7fb17fc0-87b5-41c0-99a7-c4810a1a0f17" providerId="ADAL" clId="{96FB1E1C-E903-4B96-9221-00A88D37BC69}" dt="2025-07-25T09:15:18.227" v="24462" actId="47"/>
        <pc:sldMkLst>
          <pc:docMk/>
          <pc:sldMk cId="2522206011" sldId="265"/>
        </pc:sldMkLst>
      </pc:sldChg>
      <pc:sldChg chg="add ord">
        <pc:chgData name="Qiu, Dawei" userId="7fb17fc0-87b5-41c0-99a7-c4810a1a0f17" providerId="ADAL" clId="{96FB1E1C-E903-4B96-9221-00A88D37BC69}" dt="2025-07-16T19:30:08.712" v="23397"/>
        <pc:sldMkLst>
          <pc:docMk/>
          <pc:sldMk cId="3618796362" sldId="266"/>
        </pc:sldMkLst>
      </pc:sldChg>
      <pc:sldChg chg="addSp delSp modSp add mod ord">
        <pc:chgData name="Qiu, Dawei" userId="7fb17fc0-87b5-41c0-99a7-c4810a1a0f17" providerId="ADAL" clId="{96FB1E1C-E903-4B96-9221-00A88D37BC69}" dt="2025-07-28T16:55:42.681" v="30822" actId="478"/>
        <pc:sldMkLst>
          <pc:docMk/>
          <pc:sldMk cId="2907341994" sldId="267"/>
        </pc:sldMkLst>
      </pc:sldChg>
      <pc:sldChg chg="add del">
        <pc:chgData name="Qiu, Dawei" userId="7fb17fc0-87b5-41c0-99a7-c4810a1a0f17" providerId="ADAL" clId="{96FB1E1C-E903-4B96-9221-00A88D37BC69}" dt="2025-07-25T11:00:59.020" v="25057" actId="47"/>
        <pc:sldMkLst>
          <pc:docMk/>
          <pc:sldMk cId="2002320512" sldId="268"/>
        </pc:sldMkLst>
      </pc:sldChg>
      <pc:sldChg chg="addSp delSp modSp add mod ord">
        <pc:chgData name="Qiu, Dawei" userId="7fb17fc0-87b5-41c0-99a7-c4810a1a0f17" providerId="ADAL" clId="{96FB1E1C-E903-4B96-9221-00A88D37BC69}" dt="2025-08-01T13:19:30.519" v="53221" actId="1037"/>
        <pc:sldMkLst>
          <pc:docMk/>
          <pc:sldMk cId="3646898026" sldId="268"/>
        </pc:sldMkLst>
      </pc:sldChg>
      <pc:sldChg chg="add">
        <pc:chgData name="Qiu, Dawei" userId="7fb17fc0-87b5-41c0-99a7-c4810a1a0f17" providerId="ADAL" clId="{96FB1E1C-E903-4B96-9221-00A88D37BC69}" dt="2025-07-28T20:44:45.059" v="31778"/>
        <pc:sldMkLst>
          <pc:docMk/>
          <pc:sldMk cId="1067646860" sldId="269"/>
        </pc:sldMkLst>
      </pc:sldChg>
      <pc:sldChg chg="add del">
        <pc:chgData name="Qiu, Dawei" userId="7fb17fc0-87b5-41c0-99a7-c4810a1a0f17" providerId="ADAL" clId="{96FB1E1C-E903-4B96-9221-00A88D37BC69}" dt="2025-07-25T11:00:54.535" v="25056"/>
        <pc:sldMkLst>
          <pc:docMk/>
          <pc:sldMk cId="1800486033" sldId="269"/>
        </pc:sldMkLst>
      </pc:sldChg>
      <pc:sldChg chg="add">
        <pc:chgData name="Qiu, Dawei" userId="7fb17fc0-87b5-41c0-99a7-c4810a1a0f17" providerId="ADAL" clId="{96FB1E1C-E903-4B96-9221-00A88D37BC69}" dt="2025-07-28T20:52:48.710" v="31786"/>
        <pc:sldMkLst>
          <pc:docMk/>
          <pc:sldMk cId="204058421" sldId="270"/>
        </pc:sldMkLst>
      </pc:sldChg>
      <pc:sldChg chg="add ord">
        <pc:chgData name="Qiu, Dawei" userId="7fb17fc0-87b5-41c0-99a7-c4810a1a0f17" providerId="ADAL" clId="{96FB1E1C-E903-4B96-9221-00A88D37BC69}" dt="2025-07-31T08:57:47.349" v="40375"/>
        <pc:sldMkLst>
          <pc:docMk/>
          <pc:sldMk cId="3999959186" sldId="271"/>
        </pc:sldMkLst>
      </pc:sldChg>
      <pc:sldChg chg="addSp delSp add mod">
        <pc:chgData name="Qiu, Dawei" userId="7fb17fc0-87b5-41c0-99a7-c4810a1a0f17" providerId="ADAL" clId="{96FB1E1C-E903-4B96-9221-00A88D37BC69}" dt="2025-07-31T14:34:09.249" v="42855" actId="478"/>
        <pc:sldMkLst>
          <pc:docMk/>
          <pc:sldMk cId="1869192301" sldId="272"/>
        </pc:sldMkLst>
      </pc:sldChg>
      <pc:sldChg chg="add del">
        <pc:chgData name="Qiu, Dawei" userId="7fb17fc0-87b5-41c0-99a7-c4810a1a0f17" providerId="ADAL" clId="{96FB1E1C-E903-4B96-9221-00A88D37BC69}" dt="2025-07-31T08:58:24.304" v="40378"/>
        <pc:sldMkLst>
          <pc:docMk/>
          <pc:sldMk cId="4282592468" sldId="272"/>
        </pc:sldMkLst>
      </pc:sldChg>
      <pc:sldChg chg="addSp delSp modSp add mod">
        <pc:chgData name="Qiu, Dawei" userId="7fb17fc0-87b5-41c0-99a7-c4810a1a0f17" providerId="ADAL" clId="{96FB1E1C-E903-4B96-9221-00A88D37BC69}" dt="2025-07-31T19:59:49.590" v="52997" actId="478"/>
        <pc:sldMkLst>
          <pc:docMk/>
          <pc:sldMk cId="1464545106" sldId="273"/>
        </pc:sldMkLst>
      </pc:sldChg>
      <pc:sldMasterChg chg="modSp modSldLayout">
        <pc:chgData name="Qiu, Dawei" userId="7fb17fc0-87b5-41c0-99a7-c4810a1a0f17" providerId="ADAL" clId="{96FB1E1C-E903-4B96-9221-00A88D37BC69}" dt="2025-07-13T14:20:16.024" v="97"/>
        <pc:sldMasterMkLst>
          <pc:docMk/>
          <pc:sldMasterMk cId="186738093" sldId="2147483648"/>
        </pc:sldMasterMkLst>
        <pc:sldLayoutChg chg="modSp">
          <pc:chgData name="Qiu, Dawei" userId="7fb17fc0-87b5-41c0-99a7-c4810a1a0f17" providerId="ADAL" clId="{96FB1E1C-E903-4B96-9221-00A88D37BC69}" dt="2025-07-13T14:20:16.024" v="97"/>
          <pc:sldLayoutMkLst>
            <pc:docMk/>
            <pc:sldMasterMk cId="186738093" sldId="2147483648"/>
            <pc:sldLayoutMk cId="3626873527" sldId="2147483649"/>
          </pc:sldLayoutMkLst>
        </pc:sldLayoutChg>
        <pc:sldLayoutChg chg="modSp">
          <pc:chgData name="Qiu, Dawei" userId="7fb17fc0-87b5-41c0-99a7-c4810a1a0f17" providerId="ADAL" clId="{96FB1E1C-E903-4B96-9221-00A88D37BC69}" dt="2025-07-13T14:20:16.024" v="97"/>
          <pc:sldLayoutMkLst>
            <pc:docMk/>
            <pc:sldMasterMk cId="186738093" sldId="2147483648"/>
            <pc:sldLayoutMk cId="3234869723" sldId="2147483651"/>
          </pc:sldLayoutMkLst>
        </pc:sldLayoutChg>
        <pc:sldLayoutChg chg="modSp">
          <pc:chgData name="Qiu, Dawei" userId="7fb17fc0-87b5-41c0-99a7-c4810a1a0f17" providerId="ADAL" clId="{96FB1E1C-E903-4B96-9221-00A88D37BC69}" dt="2025-07-13T14:20:16.024" v="97"/>
          <pc:sldLayoutMkLst>
            <pc:docMk/>
            <pc:sldMasterMk cId="186738093" sldId="2147483648"/>
            <pc:sldLayoutMk cId="1108318133" sldId="2147483652"/>
          </pc:sldLayoutMkLst>
        </pc:sldLayoutChg>
        <pc:sldLayoutChg chg="modSp">
          <pc:chgData name="Qiu, Dawei" userId="7fb17fc0-87b5-41c0-99a7-c4810a1a0f17" providerId="ADAL" clId="{96FB1E1C-E903-4B96-9221-00A88D37BC69}" dt="2025-07-13T14:20:16.024" v="97"/>
          <pc:sldLayoutMkLst>
            <pc:docMk/>
            <pc:sldMasterMk cId="186738093" sldId="2147483648"/>
            <pc:sldLayoutMk cId="2424437025" sldId="2147483653"/>
          </pc:sldLayoutMkLst>
        </pc:sldLayoutChg>
        <pc:sldLayoutChg chg="modSp">
          <pc:chgData name="Qiu, Dawei" userId="7fb17fc0-87b5-41c0-99a7-c4810a1a0f17" providerId="ADAL" clId="{96FB1E1C-E903-4B96-9221-00A88D37BC69}" dt="2025-07-13T14:20:16.024" v="97"/>
          <pc:sldLayoutMkLst>
            <pc:docMk/>
            <pc:sldMasterMk cId="186738093" sldId="2147483648"/>
            <pc:sldLayoutMk cId="3743346813" sldId="2147483656"/>
          </pc:sldLayoutMkLst>
        </pc:sldLayoutChg>
        <pc:sldLayoutChg chg="modSp">
          <pc:chgData name="Qiu, Dawei" userId="7fb17fc0-87b5-41c0-99a7-c4810a1a0f17" providerId="ADAL" clId="{96FB1E1C-E903-4B96-9221-00A88D37BC69}" dt="2025-07-13T14:20:16.024" v="97"/>
          <pc:sldLayoutMkLst>
            <pc:docMk/>
            <pc:sldMasterMk cId="186738093" sldId="2147483648"/>
            <pc:sldLayoutMk cId="2476715347" sldId="2147483657"/>
          </pc:sldLayoutMkLst>
        </pc:sldLayoutChg>
        <pc:sldLayoutChg chg="modSp">
          <pc:chgData name="Qiu, Dawei" userId="7fb17fc0-87b5-41c0-99a7-c4810a1a0f17" providerId="ADAL" clId="{96FB1E1C-E903-4B96-9221-00A88D37BC69}" dt="2025-07-13T14:20:16.024" v="97"/>
          <pc:sldLayoutMkLst>
            <pc:docMk/>
            <pc:sldMasterMk cId="186738093" sldId="2147483648"/>
            <pc:sldLayoutMk cId="813266171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imperiallondon-my.sharepoint.com/personal/dq315_ic_ac_uk/Documents/Nature_Review/1.%20Whole-System%20Flexibility/Dataset/Figure2_Technologies/g_combine-heat-and-power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7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8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9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0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11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Microsoft_Excel_Worksheet12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package" Target="../embeddings/Microsoft_Excel_Worksheet13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package" Target="../embeddings/Microsoft_Excel_Worksheet14.xlsx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package" Target="../embeddings/Microsoft_Excel_Worksheet15.xlsx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package" Target="../embeddings/Microsoft_Excel_Worksheet16.xlsx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https://imperiallondon-my.sharepoint.com/personal/dq315_ic_ac_uk/Documents/Nature_Review/1.%20Whole-System%20Flexibility/Dataset/Figure2_Technologies/g_combine-heat-and-power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package" Target="../embeddings/Microsoft_Excel_Worksheet17.xlsx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9.xm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package" Target="../embeddings/Microsoft_Excel_Worksheet18.xlsx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22.xml"/><Relationship Id="rId1" Type="http://schemas.microsoft.com/office/2011/relationships/chartStyle" Target="style22.xml"/><Relationship Id="rId4" Type="http://schemas.openxmlformats.org/officeDocument/2006/relationships/package" Target="../embeddings/Microsoft_Excel_Worksheet19.xlsx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23.xml"/><Relationship Id="rId1" Type="http://schemas.microsoft.com/office/2011/relationships/chartStyle" Target="style23.xml"/><Relationship Id="rId4" Type="http://schemas.openxmlformats.org/officeDocument/2006/relationships/package" Target="../embeddings/Microsoft_Excel_Worksheet20.xlsx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24.xml"/><Relationship Id="rId1" Type="http://schemas.microsoft.com/office/2011/relationships/chartStyle" Target="style24.xml"/><Relationship Id="rId4" Type="http://schemas.openxmlformats.org/officeDocument/2006/relationships/package" Target="../embeddings/Microsoft_Excel_Worksheet21.xlsx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25.xml"/><Relationship Id="rId1" Type="http://schemas.microsoft.com/office/2011/relationships/chartStyle" Target="style25.xml"/><Relationship Id="rId4" Type="http://schemas.openxmlformats.org/officeDocument/2006/relationships/package" Target="../embeddings/Microsoft_Excel_Worksheet22.xlsx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26.xml"/><Relationship Id="rId1" Type="http://schemas.microsoft.com/office/2011/relationships/chartStyle" Target="style26.xml"/><Relationship Id="rId4" Type="http://schemas.openxmlformats.org/officeDocument/2006/relationships/package" Target="../embeddings/Microsoft_Excel_Worksheet23.xlsx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5.xml"/><Relationship Id="rId2" Type="http://schemas.microsoft.com/office/2011/relationships/chartColorStyle" Target="colors27.xml"/><Relationship Id="rId1" Type="http://schemas.microsoft.com/office/2011/relationships/chartStyle" Target="style27.xml"/><Relationship Id="rId4" Type="http://schemas.openxmlformats.org/officeDocument/2006/relationships/package" Target="../embeddings/Microsoft_Excel_Worksheet24.xlsx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6.xml"/><Relationship Id="rId2" Type="http://schemas.microsoft.com/office/2011/relationships/chartColorStyle" Target="colors28.xml"/><Relationship Id="rId1" Type="http://schemas.microsoft.com/office/2011/relationships/chartStyle" Target="style28.xml"/><Relationship Id="rId4" Type="http://schemas.openxmlformats.org/officeDocument/2006/relationships/package" Target="../embeddings/Microsoft_Excel_Worksheet25.xlsx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7.xml"/><Relationship Id="rId2" Type="http://schemas.microsoft.com/office/2011/relationships/chartColorStyle" Target="colors29.xml"/><Relationship Id="rId1" Type="http://schemas.microsoft.com/office/2011/relationships/chartStyle" Target="style29.xml"/><Relationship Id="rId4" Type="http://schemas.openxmlformats.org/officeDocument/2006/relationships/package" Target="../embeddings/Microsoft_Excel_Worksheet26.xlsx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8.xml"/><Relationship Id="rId2" Type="http://schemas.microsoft.com/office/2011/relationships/chartColorStyle" Target="colors30.xml"/><Relationship Id="rId1" Type="http://schemas.microsoft.com/office/2011/relationships/chartStyle" Target="style30.xml"/><Relationship Id="rId4" Type="http://schemas.openxmlformats.org/officeDocument/2006/relationships/package" Target="../embeddings/Microsoft_Excel_Worksheet27.xlsx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9.xml"/><Relationship Id="rId2" Type="http://schemas.microsoft.com/office/2011/relationships/chartColorStyle" Target="colors31.xml"/><Relationship Id="rId1" Type="http://schemas.microsoft.com/office/2011/relationships/chartStyle" Target="style31.xml"/><Relationship Id="rId4" Type="http://schemas.openxmlformats.org/officeDocument/2006/relationships/package" Target="../embeddings/Microsoft_Excel_Worksheet28.xlsx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0.xml"/><Relationship Id="rId2" Type="http://schemas.microsoft.com/office/2011/relationships/chartColorStyle" Target="colors32.xml"/><Relationship Id="rId1" Type="http://schemas.microsoft.com/office/2011/relationships/chartStyle" Target="style32.xml"/><Relationship Id="rId4" Type="http://schemas.openxmlformats.org/officeDocument/2006/relationships/package" Target="../embeddings/Microsoft_Excel_Worksheet29.xlsx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1.xml"/><Relationship Id="rId2" Type="http://schemas.microsoft.com/office/2011/relationships/chartColorStyle" Target="colors33.xml"/><Relationship Id="rId1" Type="http://schemas.microsoft.com/office/2011/relationships/chartStyle" Target="style33.xml"/><Relationship Id="rId4" Type="http://schemas.openxmlformats.org/officeDocument/2006/relationships/package" Target="../embeddings/Microsoft_Excel_Worksheet30.xlsx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2.xml"/><Relationship Id="rId2" Type="http://schemas.microsoft.com/office/2011/relationships/chartColorStyle" Target="colors34.xml"/><Relationship Id="rId1" Type="http://schemas.microsoft.com/office/2011/relationships/chartStyle" Target="style34.xml"/><Relationship Id="rId4" Type="http://schemas.openxmlformats.org/officeDocument/2006/relationships/package" Target="../embeddings/Microsoft_Excel_Worksheet31.xlsx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3.xml"/><Relationship Id="rId2" Type="http://schemas.microsoft.com/office/2011/relationships/chartColorStyle" Target="colors35.xml"/><Relationship Id="rId1" Type="http://schemas.microsoft.com/office/2011/relationships/chartStyle" Target="style35.xml"/><Relationship Id="rId4" Type="http://schemas.openxmlformats.org/officeDocument/2006/relationships/package" Target="../embeddings/Microsoft_Excel_Worksheet32.xlsx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4.xml"/><Relationship Id="rId2" Type="http://schemas.microsoft.com/office/2011/relationships/chartColorStyle" Target="colors36.xml"/><Relationship Id="rId1" Type="http://schemas.microsoft.com/office/2011/relationships/chartStyle" Target="style36.xml"/><Relationship Id="rId4" Type="http://schemas.openxmlformats.org/officeDocument/2006/relationships/package" Target="../embeddings/Microsoft_Excel_Worksheet33.xlsx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5.xml"/><Relationship Id="rId2" Type="http://schemas.microsoft.com/office/2011/relationships/chartColorStyle" Target="colors37.xml"/><Relationship Id="rId1" Type="http://schemas.microsoft.com/office/2011/relationships/chartStyle" Target="style37.xml"/><Relationship Id="rId4" Type="http://schemas.openxmlformats.org/officeDocument/2006/relationships/package" Target="../embeddings/Microsoft_Excel_Worksheet34.xlsx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https://imperiallondon-my.sharepoint.com/personal/dq315_ic_ac_uk/Documents/Nature_Review/1.%20Whole-System%20Flexibility/Dataset/Figure2_Technologies/g_combine-heat-and-power.xlsx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6.xml"/><Relationship Id="rId2" Type="http://schemas.microsoft.com/office/2011/relationships/chartColorStyle" Target="colors39.xml"/><Relationship Id="rId1" Type="http://schemas.microsoft.com/office/2011/relationships/chartStyle" Target="style39.xml"/><Relationship Id="rId4" Type="http://schemas.openxmlformats.org/officeDocument/2006/relationships/package" Target="../embeddings/Microsoft_Excel_Worksheet35.xlsx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7.xml"/><Relationship Id="rId2" Type="http://schemas.microsoft.com/office/2011/relationships/chartColorStyle" Target="colors40.xml"/><Relationship Id="rId1" Type="http://schemas.microsoft.com/office/2011/relationships/chartStyle" Target="style40.xml"/><Relationship Id="rId4" Type="http://schemas.openxmlformats.org/officeDocument/2006/relationships/package" Target="../embeddings/Microsoft_Excel_Worksheet36.xlsx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8.xml"/><Relationship Id="rId2" Type="http://schemas.microsoft.com/office/2011/relationships/chartColorStyle" Target="colors41.xml"/><Relationship Id="rId1" Type="http://schemas.microsoft.com/office/2011/relationships/chartStyle" Target="style41.xml"/><Relationship Id="rId4" Type="http://schemas.openxmlformats.org/officeDocument/2006/relationships/package" Target="../embeddings/Microsoft_Excel_Worksheet37.xlsx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9.xml"/><Relationship Id="rId2" Type="http://schemas.microsoft.com/office/2011/relationships/chartColorStyle" Target="colors42.xml"/><Relationship Id="rId1" Type="http://schemas.microsoft.com/office/2011/relationships/chartStyle" Target="style42.xml"/><Relationship Id="rId4" Type="http://schemas.openxmlformats.org/officeDocument/2006/relationships/package" Target="../embeddings/Microsoft_Excel_Worksheet3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ln w="63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val>
            <c:numRef>
              <c:f>Sheet1!$B$2:$B$278</c:f>
              <c:numCache>
                <c:formatCode>General</c:formatCode>
                <c:ptCount val="277"/>
                <c:pt idx="0">
                  <c:v>27154</c:v>
                </c:pt>
                <c:pt idx="1">
                  <c:v>26988</c:v>
                </c:pt>
                <c:pt idx="2">
                  <c:v>26973</c:v>
                </c:pt>
                <c:pt idx="3">
                  <c:v>27055</c:v>
                </c:pt>
                <c:pt idx="4">
                  <c:v>27077</c:v>
                </c:pt>
                <c:pt idx="5">
                  <c:v>26677</c:v>
                </c:pt>
                <c:pt idx="6">
                  <c:v>26808</c:v>
                </c:pt>
                <c:pt idx="7">
                  <c:v>26763</c:v>
                </c:pt>
                <c:pt idx="8">
                  <c:v>26649</c:v>
                </c:pt>
                <c:pt idx="9">
                  <c:v>26772</c:v>
                </c:pt>
                <c:pt idx="10">
                  <c:v>26485</c:v>
                </c:pt>
                <c:pt idx="11">
                  <c:v>26661</c:v>
                </c:pt>
                <c:pt idx="12">
                  <c:v>26329</c:v>
                </c:pt>
                <c:pt idx="13">
                  <c:v>26295</c:v>
                </c:pt>
                <c:pt idx="14">
                  <c:v>26360</c:v>
                </c:pt>
                <c:pt idx="15">
                  <c:v>26108</c:v>
                </c:pt>
                <c:pt idx="16">
                  <c:v>25933</c:v>
                </c:pt>
                <c:pt idx="17">
                  <c:v>25922</c:v>
                </c:pt>
                <c:pt idx="18">
                  <c:v>25800</c:v>
                </c:pt>
                <c:pt idx="19">
                  <c:v>26000</c:v>
                </c:pt>
                <c:pt idx="20">
                  <c:v>26080</c:v>
                </c:pt>
                <c:pt idx="21">
                  <c:v>25872</c:v>
                </c:pt>
                <c:pt idx="22">
                  <c:v>25748</c:v>
                </c:pt>
                <c:pt idx="23">
                  <c:v>25344</c:v>
                </c:pt>
                <c:pt idx="24">
                  <c:v>25157</c:v>
                </c:pt>
                <c:pt idx="25">
                  <c:v>25731</c:v>
                </c:pt>
                <c:pt idx="26">
                  <c:v>26334</c:v>
                </c:pt>
                <c:pt idx="27">
                  <c:v>25808</c:v>
                </c:pt>
                <c:pt idx="28">
                  <c:v>25340</c:v>
                </c:pt>
                <c:pt idx="29">
                  <c:v>25257</c:v>
                </c:pt>
                <c:pt idx="30">
                  <c:v>25325</c:v>
                </c:pt>
                <c:pt idx="31">
                  <c:v>25090</c:v>
                </c:pt>
                <c:pt idx="32">
                  <c:v>25191</c:v>
                </c:pt>
                <c:pt idx="33">
                  <c:v>25173</c:v>
                </c:pt>
                <c:pt idx="34">
                  <c:v>25005</c:v>
                </c:pt>
                <c:pt idx="35">
                  <c:v>24658</c:v>
                </c:pt>
                <c:pt idx="36">
                  <c:v>24708</c:v>
                </c:pt>
                <c:pt idx="37">
                  <c:v>24616</c:v>
                </c:pt>
                <c:pt idx="38">
                  <c:v>25367</c:v>
                </c:pt>
                <c:pt idx="39">
                  <c:v>25110</c:v>
                </c:pt>
                <c:pt idx="40">
                  <c:v>25124</c:v>
                </c:pt>
                <c:pt idx="41">
                  <c:v>25283</c:v>
                </c:pt>
                <c:pt idx="42">
                  <c:v>25184</c:v>
                </c:pt>
                <c:pt idx="43">
                  <c:v>14185</c:v>
                </c:pt>
                <c:pt idx="44">
                  <c:v>12732</c:v>
                </c:pt>
                <c:pt idx="45">
                  <c:v>12425</c:v>
                </c:pt>
                <c:pt idx="46">
                  <c:v>11838</c:v>
                </c:pt>
                <c:pt idx="47">
                  <c:v>11803</c:v>
                </c:pt>
                <c:pt idx="48">
                  <c:v>11654</c:v>
                </c:pt>
                <c:pt idx="49">
                  <c:v>11562</c:v>
                </c:pt>
                <c:pt idx="50">
                  <c:v>10902</c:v>
                </c:pt>
                <c:pt idx="51">
                  <c:v>10702</c:v>
                </c:pt>
                <c:pt idx="52">
                  <c:v>10648</c:v>
                </c:pt>
                <c:pt idx="53">
                  <c:v>10552</c:v>
                </c:pt>
                <c:pt idx="54">
                  <c:v>10556</c:v>
                </c:pt>
                <c:pt idx="55">
                  <c:v>10480</c:v>
                </c:pt>
                <c:pt idx="56">
                  <c:v>10503</c:v>
                </c:pt>
                <c:pt idx="57">
                  <c:v>10624</c:v>
                </c:pt>
                <c:pt idx="58">
                  <c:v>10627</c:v>
                </c:pt>
                <c:pt idx="59">
                  <c:v>10665</c:v>
                </c:pt>
                <c:pt idx="60">
                  <c:v>10667</c:v>
                </c:pt>
                <c:pt idx="61">
                  <c:v>10788</c:v>
                </c:pt>
                <c:pt idx="62">
                  <c:v>10815</c:v>
                </c:pt>
                <c:pt idx="63">
                  <c:v>10876</c:v>
                </c:pt>
                <c:pt idx="64">
                  <c:v>10941</c:v>
                </c:pt>
                <c:pt idx="65">
                  <c:v>10995</c:v>
                </c:pt>
                <c:pt idx="66">
                  <c:v>11009</c:v>
                </c:pt>
                <c:pt idx="67">
                  <c:v>10982</c:v>
                </c:pt>
                <c:pt idx="68">
                  <c:v>10985</c:v>
                </c:pt>
                <c:pt idx="69">
                  <c:v>11069</c:v>
                </c:pt>
                <c:pt idx="70">
                  <c:v>11140</c:v>
                </c:pt>
                <c:pt idx="71">
                  <c:v>11258</c:v>
                </c:pt>
                <c:pt idx="72">
                  <c:v>11445</c:v>
                </c:pt>
                <c:pt idx="73">
                  <c:v>11295</c:v>
                </c:pt>
                <c:pt idx="74">
                  <c:v>11417</c:v>
                </c:pt>
                <c:pt idx="75">
                  <c:v>11482</c:v>
                </c:pt>
                <c:pt idx="76">
                  <c:v>11540</c:v>
                </c:pt>
                <c:pt idx="77">
                  <c:v>11718</c:v>
                </c:pt>
                <c:pt idx="78">
                  <c:v>11922</c:v>
                </c:pt>
                <c:pt idx="79">
                  <c:v>12025</c:v>
                </c:pt>
                <c:pt idx="80">
                  <c:v>11946</c:v>
                </c:pt>
                <c:pt idx="81">
                  <c:v>11834</c:v>
                </c:pt>
                <c:pt idx="82">
                  <c:v>11855</c:v>
                </c:pt>
                <c:pt idx="83">
                  <c:v>11797</c:v>
                </c:pt>
                <c:pt idx="84">
                  <c:v>11885</c:v>
                </c:pt>
                <c:pt idx="85">
                  <c:v>11915</c:v>
                </c:pt>
                <c:pt idx="86">
                  <c:v>11737</c:v>
                </c:pt>
                <c:pt idx="87">
                  <c:v>11947</c:v>
                </c:pt>
                <c:pt idx="88">
                  <c:v>12025</c:v>
                </c:pt>
                <c:pt idx="89">
                  <c:v>12033</c:v>
                </c:pt>
                <c:pt idx="90">
                  <c:v>12034</c:v>
                </c:pt>
                <c:pt idx="91">
                  <c:v>12082</c:v>
                </c:pt>
                <c:pt idx="92">
                  <c:v>12157</c:v>
                </c:pt>
                <c:pt idx="93">
                  <c:v>12208</c:v>
                </c:pt>
                <c:pt idx="94">
                  <c:v>12062</c:v>
                </c:pt>
                <c:pt idx="95">
                  <c:v>12117</c:v>
                </c:pt>
                <c:pt idx="96">
                  <c:v>12156</c:v>
                </c:pt>
                <c:pt idx="97">
                  <c:v>12318</c:v>
                </c:pt>
                <c:pt idx="98">
                  <c:v>12380</c:v>
                </c:pt>
                <c:pt idx="99">
                  <c:v>12448</c:v>
                </c:pt>
                <c:pt idx="100">
                  <c:v>12395</c:v>
                </c:pt>
                <c:pt idx="101">
                  <c:v>12536</c:v>
                </c:pt>
                <c:pt idx="102">
                  <c:v>12658</c:v>
                </c:pt>
                <c:pt idx="103">
                  <c:v>12705</c:v>
                </c:pt>
                <c:pt idx="104">
                  <c:v>12916</c:v>
                </c:pt>
                <c:pt idx="105">
                  <c:v>13209</c:v>
                </c:pt>
                <c:pt idx="106">
                  <c:v>13485</c:v>
                </c:pt>
                <c:pt idx="107">
                  <c:v>13612</c:v>
                </c:pt>
                <c:pt idx="108">
                  <c:v>13755</c:v>
                </c:pt>
                <c:pt idx="109">
                  <c:v>14150</c:v>
                </c:pt>
                <c:pt idx="110">
                  <c:v>14048</c:v>
                </c:pt>
                <c:pt idx="111">
                  <c:v>14245</c:v>
                </c:pt>
                <c:pt idx="112">
                  <c:v>14425</c:v>
                </c:pt>
                <c:pt idx="113">
                  <c:v>14526</c:v>
                </c:pt>
                <c:pt idx="114">
                  <c:v>14570</c:v>
                </c:pt>
                <c:pt idx="115">
                  <c:v>14600</c:v>
                </c:pt>
                <c:pt idx="116">
                  <c:v>14655</c:v>
                </c:pt>
                <c:pt idx="117">
                  <c:v>14725</c:v>
                </c:pt>
                <c:pt idx="118">
                  <c:v>14779</c:v>
                </c:pt>
                <c:pt idx="119">
                  <c:v>14923</c:v>
                </c:pt>
                <c:pt idx="120">
                  <c:v>15058</c:v>
                </c:pt>
                <c:pt idx="121">
                  <c:v>15429</c:v>
                </c:pt>
                <c:pt idx="122">
                  <c:v>15436</c:v>
                </c:pt>
                <c:pt idx="123">
                  <c:v>15603</c:v>
                </c:pt>
                <c:pt idx="124">
                  <c:v>15814</c:v>
                </c:pt>
                <c:pt idx="125">
                  <c:v>15846</c:v>
                </c:pt>
                <c:pt idx="126">
                  <c:v>15824</c:v>
                </c:pt>
                <c:pt idx="127">
                  <c:v>15904</c:v>
                </c:pt>
                <c:pt idx="128">
                  <c:v>15891</c:v>
                </c:pt>
                <c:pt idx="129">
                  <c:v>15915</c:v>
                </c:pt>
                <c:pt idx="130">
                  <c:v>15900</c:v>
                </c:pt>
                <c:pt idx="131">
                  <c:v>16041</c:v>
                </c:pt>
                <c:pt idx="132">
                  <c:v>15983</c:v>
                </c:pt>
                <c:pt idx="133">
                  <c:v>16637</c:v>
                </c:pt>
                <c:pt idx="134">
                  <c:v>16771</c:v>
                </c:pt>
                <c:pt idx="135">
                  <c:v>16997</c:v>
                </c:pt>
                <c:pt idx="136">
                  <c:v>17034</c:v>
                </c:pt>
                <c:pt idx="137">
                  <c:v>15884</c:v>
                </c:pt>
                <c:pt idx="138">
                  <c:v>16892</c:v>
                </c:pt>
                <c:pt idx="139">
                  <c:v>17184</c:v>
                </c:pt>
                <c:pt idx="140">
                  <c:v>17315</c:v>
                </c:pt>
                <c:pt idx="141">
                  <c:v>17835</c:v>
                </c:pt>
                <c:pt idx="142">
                  <c:v>18219</c:v>
                </c:pt>
                <c:pt idx="143">
                  <c:v>18356</c:v>
                </c:pt>
                <c:pt idx="144">
                  <c:v>18287</c:v>
                </c:pt>
                <c:pt idx="145">
                  <c:v>18220</c:v>
                </c:pt>
                <c:pt idx="146">
                  <c:v>18260</c:v>
                </c:pt>
                <c:pt idx="147">
                  <c:v>17976</c:v>
                </c:pt>
                <c:pt idx="148">
                  <c:v>17985</c:v>
                </c:pt>
                <c:pt idx="149">
                  <c:v>17943</c:v>
                </c:pt>
                <c:pt idx="150">
                  <c:v>17889</c:v>
                </c:pt>
                <c:pt idx="151">
                  <c:v>17926</c:v>
                </c:pt>
                <c:pt idx="152">
                  <c:v>17941</c:v>
                </c:pt>
                <c:pt idx="153">
                  <c:v>18010</c:v>
                </c:pt>
                <c:pt idx="154">
                  <c:v>18181</c:v>
                </c:pt>
                <c:pt idx="155">
                  <c:v>18330</c:v>
                </c:pt>
                <c:pt idx="156">
                  <c:v>18419</c:v>
                </c:pt>
                <c:pt idx="157">
                  <c:v>18600</c:v>
                </c:pt>
                <c:pt idx="158">
                  <c:v>18673</c:v>
                </c:pt>
                <c:pt idx="159">
                  <c:v>18792</c:v>
                </c:pt>
                <c:pt idx="160">
                  <c:v>19024</c:v>
                </c:pt>
                <c:pt idx="161">
                  <c:v>19095</c:v>
                </c:pt>
                <c:pt idx="162">
                  <c:v>19096</c:v>
                </c:pt>
                <c:pt idx="163">
                  <c:v>18882</c:v>
                </c:pt>
                <c:pt idx="164">
                  <c:v>18737</c:v>
                </c:pt>
                <c:pt idx="165">
                  <c:v>18750</c:v>
                </c:pt>
                <c:pt idx="166">
                  <c:v>18633</c:v>
                </c:pt>
                <c:pt idx="167">
                  <c:v>18688</c:v>
                </c:pt>
                <c:pt idx="168">
                  <c:v>18776</c:v>
                </c:pt>
                <c:pt idx="169">
                  <c:v>18696</c:v>
                </c:pt>
                <c:pt idx="170">
                  <c:v>18725</c:v>
                </c:pt>
                <c:pt idx="171">
                  <c:v>18922</c:v>
                </c:pt>
                <c:pt idx="172">
                  <c:v>19038</c:v>
                </c:pt>
                <c:pt idx="173">
                  <c:v>18987</c:v>
                </c:pt>
                <c:pt idx="174">
                  <c:v>20909</c:v>
                </c:pt>
                <c:pt idx="175">
                  <c:v>21224</c:v>
                </c:pt>
                <c:pt idx="176">
                  <c:v>21275</c:v>
                </c:pt>
                <c:pt idx="177">
                  <c:v>21266</c:v>
                </c:pt>
                <c:pt idx="178">
                  <c:v>21190</c:v>
                </c:pt>
                <c:pt idx="179">
                  <c:v>21360</c:v>
                </c:pt>
                <c:pt idx="180">
                  <c:v>21199</c:v>
                </c:pt>
                <c:pt idx="181">
                  <c:v>20694</c:v>
                </c:pt>
                <c:pt idx="182">
                  <c:v>20655</c:v>
                </c:pt>
                <c:pt idx="183">
                  <c:v>20300</c:v>
                </c:pt>
                <c:pt idx="184">
                  <c:v>20332</c:v>
                </c:pt>
                <c:pt idx="185">
                  <c:v>20298</c:v>
                </c:pt>
                <c:pt idx="186">
                  <c:v>19998</c:v>
                </c:pt>
                <c:pt idx="187">
                  <c:v>19892</c:v>
                </c:pt>
                <c:pt idx="188">
                  <c:v>19613</c:v>
                </c:pt>
                <c:pt idx="189">
                  <c:v>19586</c:v>
                </c:pt>
                <c:pt idx="190">
                  <c:v>19714</c:v>
                </c:pt>
                <c:pt idx="191">
                  <c:v>19433</c:v>
                </c:pt>
                <c:pt idx="192">
                  <c:v>19559</c:v>
                </c:pt>
                <c:pt idx="193">
                  <c:v>19657</c:v>
                </c:pt>
                <c:pt idx="194">
                  <c:v>19711</c:v>
                </c:pt>
                <c:pt idx="195">
                  <c:v>19675</c:v>
                </c:pt>
                <c:pt idx="196">
                  <c:v>20057</c:v>
                </c:pt>
                <c:pt idx="197">
                  <c:v>20103</c:v>
                </c:pt>
                <c:pt idx="198">
                  <c:v>20057</c:v>
                </c:pt>
                <c:pt idx="199">
                  <c:v>20085</c:v>
                </c:pt>
                <c:pt idx="200">
                  <c:v>20193</c:v>
                </c:pt>
                <c:pt idx="201">
                  <c:v>20258</c:v>
                </c:pt>
                <c:pt idx="202">
                  <c:v>20229</c:v>
                </c:pt>
                <c:pt idx="203">
                  <c:v>20251</c:v>
                </c:pt>
                <c:pt idx="204">
                  <c:v>20287</c:v>
                </c:pt>
                <c:pt idx="205">
                  <c:v>20422</c:v>
                </c:pt>
                <c:pt idx="206">
                  <c:v>20220</c:v>
                </c:pt>
                <c:pt idx="207">
                  <c:v>19697</c:v>
                </c:pt>
                <c:pt idx="208">
                  <c:v>19617</c:v>
                </c:pt>
                <c:pt idx="209">
                  <c:v>19412</c:v>
                </c:pt>
                <c:pt idx="210">
                  <c:v>20211</c:v>
                </c:pt>
                <c:pt idx="211">
                  <c:v>20035</c:v>
                </c:pt>
                <c:pt idx="212">
                  <c:v>19865</c:v>
                </c:pt>
                <c:pt idx="213">
                  <c:v>19733</c:v>
                </c:pt>
                <c:pt idx="214">
                  <c:v>19898</c:v>
                </c:pt>
                <c:pt idx="215">
                  <c:v>19987</c:v>
                </c:pt>
                <c:pt idx="216">
                  <c:v>20030</c:v>
                </c:pt>
                <c:pt idx="217">
                  <c:v>19892</c:v>
                </c:pt>
                <c:pt idx="218">
                  <c:v>19858</c:v>
                </c:pt>
                <c:pt idx="219">
                  <c:v>19858</c:v>
                </c:pt>
                <c:pt idx="220">
                  <c:v>19856</c:v>
                </c:pt>
                <c:pt idx="221">
                  <c:v>20082</c:v>
                </c:pt>
                <c:pt idx="222">
                  <c:v>20091</c:v>
                </c:pt>
                <c:pt idx="223">
                  <c:v>20330</c:v>
                </c:pt>
                <c:pt idx="224">
                  <c:v>20319</c:v>
                </c:pt>
                <c:pt idx="225">
                  <c:v>20359</c:v>
                </c:pt>
                <c:pt idx="226">
                  <c:v>20419</c:v>
                </c:pt>
                <c:pt idx="227">
                  <c:v>20356</c:v>
                </c:pt>
                <c:pt idx="228">
                  <c:v>20243</c:v>
                </c:pt>
                <c:pt idx="229">
                  <c:v>20272</c:v>
                </c:pt>
                <c:pt idx="230">
                  <c:v>20365</c:v>
                </c:pt>
                <c:pt idx="231">
                  <c:v>20307</c:v>
                </c:pt>
                <c:pt idx="232">
                  <c:v>20092</c:v>
                </c:pt>
                <c:pt idx="233">
                  <c:v>20256</c:v>
                </c:pt>
                <c:pt idx="234">
                  <c:v>20381</c:v>
                </c:pt>
                <c:pt idx="235">
                  <c:v>20470</c:v>
                </c:pt>
                <c:pt idx="236">
                  <c:v>20582</c:v>
                </c:pt>
                <c:pt idx="237">
                  <c:v>20434</c:v>
                </c:pt>
                <c:pt idx="238">
                  <c:v>20572</c:v>
                </c:pt>
                <c:pt idx="239">
                  <c:v>20652</c:v>
                </c:pt>
                <c:pt idx="240">
                  <c:v>20572</c:v>
                </c:pt>
                <c:pt idx="241">
                  <c:v>20757</c:v>
                </c:pt>
                <c:pt idx="242">
                  <c:v>20798</c:v>
                </c:pt>
                <c:pt idx="243">
                  <c:v>20958</c:v>
                </c:pt>
                <c:pt idx="244">
                  <c:v>20903</c:v>
                </c:pt>
                <c:pt idx="245">
                  <c:v>20851</c:v>
                </c:pt>
                <c:pt idx="246">
                  <c:v>20974</c:v>
                </c:pt>
                <c:pt idx="247">
                  <c:v>21301</c:v>
                </c:pt>
                <c:pt idx="248">
                  <c:v>21368</c:v>
                </c:pt>
                <c:pt idx="249">
                  <c:v>21190</c:v>
                </c:pt>
                <c:pt idx="250">
                  <c:v>21558</c:v>
                </c:pt>
                <c:pt idx="251">
                  <c:v>21758</c:v>
                </c:pt>
                <c:pt idx="252">
                  <c:v>21966</c:v>
                </c:pt>
                <c:pt idx="253">
                  <c:v>22519</c:v>
                </c:pt>
                <c:pt idx="254">
                  <c:v>22872</c:v>
                </c:pt>
                <c:pt idx="255">
                  <c:v>23156</c:v>
                </c:pt>
                <c:pt idx="256">
                  <c:v>23431</c:v>
                </c:pt>
                <c:pt idx="257">
                  <c:v>23574</c:v>
                </c:pt>
                <c:pt idx="258">
                  <c:v>23811</c:v>
                </c:pt>
                <c:pt idx="259">
                  <c:v>24053</c:v>
                </c:pt>
                <c:pt idx="260">
                  <c:v>24200</c:v>
                </c:pt>
                <c:pt idx="261">
                  <c:v>24451</c:v>
                </c:pt>
                <c:pt idx="262">
                  <c:v>24640</c:v>
                </c:pt>
                <c:pt idx="263">
                  <c:v>24925</c:v>
                </c:pt>
                <c:pt idx="264">
                  <c:v>25303</c:v>
                </c:pt>
                <c:pt idx="265">
                  <c:v>25859</c:v>
                </c:pt>
                <c:pt idx="266">
                  <c:v>26181</c:v>
                </c:pt>
                <c:pt idx="267">
                  <c:v>26509</c:v>
                </c:pt>
                <c:pt idx="268">
                  <c:v>26693</c:v>
                </c:pt>
                <c:pt idx="269">
                  <c:v>26965</c:v>
                </c:pt>
                <c:pt idx="270">
                  <c:v>26978</c:v>
                </c:pt>
                <c:pt idx="271">
                  <c:v>27175</c:v>
                </c:pt>
                <c:pt idx="272">
                  <c:v>27474</c:v>
                </c:pt>
                <c:pt idx="273">
                  <c:v>27534</c:v>
                </c:pt>
                <c:pt idx="274">
                  <c:v>27691</c:v>
                </c:pt>
                <c:pt idx="275">
                  <c:v>27820</c:v>
                </c:pt>
                <c:pt idx="276">
                  <c:v>27894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85-429B-A27C-2778A0CCF3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Prevista</c:v>
                </c:pt>
              </c:strCache>
            </c:strRef>
          </c:tx>
          <c:spPr>
            <a:ln w="63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val>
            <c:numRef>
              <c:f>Sheet1!$C$2:$C$278</c:f>
              <c:numCache>
                <c:formatCode>General</c:formatCode>
                <c:ptCount val="277"/>
                <c:pt idx="0">
                  <c:v>27647</c:v>
                </c:pt>
                <c:pt idx="1">
                  <c:v>27548</c:v>
                </c:pt>
                <c:pt idx="2">
                  <c:v>27478</c:v>
                </c:pt>
                <c:pt idx="3">
                  <c:v>27437</c:v>
                </c:pt>
                <c:pt idx="4">
                  <c:v>27402</c:v>
                </c:pt>
                <c:pt idx="5">
                  <c:v>27352</c:v>
                </c:pt>
                <c:pt idx="6">
                  <c:v>27288</c:v>
                </c:pt>
                <c:pt idx="7">
                  <c:v>27228</c:v>
                </c:pt>
                <c:pt idx="8">
                  <c:v>27190</c:v>
                </c:pt>
                <c:pt idx="9">
                  <c:v>27175</c:v>
                </c:pt>
                <c:pt idx="10">
                  <c:v>27131</c:v>
                </c:pt>
                <c:pt idx="11">
                  <c:v>27005</c:v>
                </c:pt>
                <c:pt idx="12">
                  <c:v>26797</c:v>
                </c:pt>
                <c:pt idx="13">
                  <c:v>26590</c:v>
                </c:pt>
                <c:pt idx="14">
                  <c:v>26464</c:v>
                </c:pt>
                <c:pt idx="15">
                  <c:v>26421</c:v>
                </c:pt>
                <c:pt idx="16">
                  <c:v>26403</c:v>
                </c:pt>
                <c:pt idx="17">
                  <c:v>26352</c:v>
                </c:pt>
                <c:pt idx="18">
                  <c:v>26270</c:v>
                </c:pt>
                <c:pt idx="19">
                  <c:v>26184</c:v>
                </c:pt>
                <c:pt idx="20">
                  <c:v>26123</c:v>
                </c:pt>
                <c:pt idx="21">
                  <c:v>26085</c:v>
                </c:pt>
                <c:pt idx="22">
                  <c:v>26023</c:v>
                </c:pt>
                <c:pt idx="23">
                  <c:v>25890</c:v>
                </c:pt>
                <c:pt idx="24">
                  <c:v>25684</c:v>
                </c:pt>
                <c:pt idx="25">
                  <c:v>25482</c:v>
                </c:pt>
                <c:pt idx="26">
                  <c:v>25359</c:v>
                </c:pt>
                <c:pt idx="27">
                  <c:v>25315</c:v>
                </c:pt>
                <c:pt idx="28">
                  <c:v>25301</c:v>
                </c:pt>
                <c:pt idx="29">
                  <c:v>25270</c:v>
                </c:pt>
                <c:pt idx="30">
                  <c:v>25223</c:v>
                </c:pt>
                <c:pt idx="31">
                  <c:v>25174</c:v>
                </c:pt>
                <c:pt idx="32">
                  <c:v>25138</c:v>
                </c:pt>
                <c:pt idx="33">
                  <c:v>25115</c:v>
                </c:pt>
                <c:pt idx="34">
                  <c:v>25093</c:v>
                </c:pt>
                <c:pt idx="35">
                  <c:v>25060</c:v>
                </c:pt>
                <c:pt idx="36">
                  <c:v>25015</c:v>
                </c:pt>
                <c:pt idx="37">
                  <c:v>24974</c:v>
                </c:pt>
                <c:pt idx="38">
                  <c:v>24950</c:v>
                </c:pt>
                <c:pt idx="39">
                  <c:v>24943</c:v>
                </c:pt>
                <c:pt idx="40">
                  <c:v>24945</c:v>
                </c:pt>
                <c:pt idx="41">
                  <c:v>24946</c:v>
                </c:pt>
                <c:pt idx="42">
                  <c:v>24948</c:v>
                </c:pt>
                <c:pt idx="43">
                  <c:v>24949</c:v>
                </c:pt>
                <c:pt idx="44">
                  <c:v>24951</c:v>
                </c:pt>
                <c:pt idx="45">
                  <c:v>24954</c:v>
                </c:pt>
                <c:pt idx="46">
                  <c:v>24960</c:v>
                </c:pt>
                <c:pt idx="47">
                  <c:v>24972</c:v>
                </c:pt>
                <c:pt idx="48">
                  <c:v>24990</c:v>
                </c:pt>
                <c:pt idx="49">
                  <c:v>25005</c:v>
                </c:pt>
                <c:pt idx="50">
                  <c:v>25009</c:v>
                </c:pt>
                <c:pt idx="51">
                  <c:v>25003</c:v>
                </c:pt>
                <c:pt idx="52">
                  <c:v>24988</c:v>
                </c:pt>
                <c:pt idx="53">
                  <c:v>24966</c:v>
                </c:pt>
                <c:pt idx="54">
                  <c:v>24939</c:v>
                </c:pt>
                <c:pt idx="55">
                  <c:v>24906</c:v>
                </c:pt>
                <c:pt idx="56">
                  <c:v>24866</c:v>
                </c:pt>
                <c:pt idx="57">
                  <c:v>24821</c:v>
                </c:pt>
                <c:pt idx="58">
                  <c:v>24771</c:v>
                </c:pt>
                <c:pt idx="59">
                  <c:v>24718</c:v>
                </c:pt>
                <c:pt idx="60">
                  <c:v>24662</c:v>
                </c:pt>
                <c:pt idx="61">
                  <c:v>24605</c:v>
                </c:pt>
                <c:pt idx="62">
                  <c:v>24548</c:v>
                </c:pt>
                <c:pt idx="63">
                  <c:v>24490</c:v>
                </c:pt>
                <c:pt idx="64">
                  <c:v>24432</c:v>
                </c:pt>
                <c:pt idx="65">
                  <c:v>24375</c:v>
                </c:pt>
                <c:pt idx="66">
                  <c:v>24318</c:v>
                </c:pt>
                <c:pt idx="67">
                  <c:v>24264</c:v>
                </c:pt>
                <c:pt idx="68">
                  <c:v>24216</c:v>
                </c:pt>
                <c:pt idx="69">
                  <c:v>24173</c:v>
                </c:pt>
                <c:pt idx="70">
                  <c:v>24128</c:v>
                </c:pt>
                <c:pt idx="71">
                  <c:v>24074</c:v>
                </c:pt>
                <c:pt idx="72">
                  <c:v>24009</c:v>
                </c:pt>
                <c:pt idx="73">
                  <c:v>23946</c:v>
                </c:pt>
                <c:pt idx="74">
                  <c:v>23899</c:v>
                </c:pt>
                <c:pt idx="75">
                  <c:v>23867</c:v>
                </c:pt>
                <c:pt idx="76">
                  <c:v>23842</c:v>
                </c:pt>
                <c:pt idx="77">
                  <c:v>23816</c:v>
                </c:pt>
                <c:pt idx="78">
                  <c:v>23788</c:v>
                </c:pt>
                <c:pt idx="79">
                  <c:v>23763</c:v>
                </c:pt>
                <c:pt idx="80">
                  <c:v>23747</c:v>
                </c:pt>
                <c:pt idx="81">
                  <c:v>23741</c:v>
                </c:pt>
                <c:pt idx="82">
                  <c:v>23731</c:v>
                </c:pt>
                <c:pt idx="83">
                  <c:v>23707</c:v>
                </c:pt>
                <c:pt idx="84">
                  <c:v>23669</c:v>
                </c:pt>
                <c:pt idx="85">
                  <c:v>23634</c:v>
                </c:pt>
                <c:pt idx="86">
                  <c:v>23622</c:v>
                </c:pt>
                <c:pt idx="87">
                  <c:v>23631</c:v>
                </c:pt>
                <c:pt idx="88">
                  <c:v>23651</c:v>
                </c:pt>
                <c:pt idx="89">
                  <c:v>23669</c:v>
                </c:pt>
                <c:pt idx="90">
                  <c:v>23685</c:v>
                </c:pt>
                <c:pt idx="91">
                  <c:v>23705</c:v>
                </c:pt>
                <c:pt idx="92">
                  <c:v>23735</c:v>
                </c:pt>
                <c:pt idx="93">
                  <c:v>23775</c:v>
                </c:pt>
                <c:pt idx="94">
                  <c:v>23814</c:v>
                </c:pt>
                <c:pt idx="95">
                  <c:v>23840</c:v>
                </c:pt>
                <c:pt idx="96">
                  <c:v>23853</c:v>
                </c:pt>
                <c:pt idx="97">
                  <c:v>23870</c:v>
                </c:pt>
                <c:pt idx="98">
                  <c:v>23907</c:v>
                </c:pt>
                <c:pt idx="99">
                  <c:v>23964</c:v>
                </c:pt>
                <c:pt idx="100">
                  <c:v>24030</c:v>
                </c:pt>
                <c:pt idx="101">
                  <c:v>24094</c:v>
                </c:pt>
                <c:pt idx="102">
                  <c:v>24156</c:v>
                </c:pt>
                <c:pt idx="103">
                  <c:v>24222</c:v>
                </c:pt>
                <c:pt idx="104">
                  <c:v>24298</c:v>
                </c:pt>
                <c:pt idx="105">
                  <c:v>24383</c:v>
                </c:pt>
                <c:pt idx="106">
                  <c:v>24466</c:v>
                </c:pt>
                <c:pt idx="107">
                  <c:v>24536</c:v>
                </c:pt>
                <c:pt idx="108">
                  <c:v>24593</c:v>
                </c:pt>
                <c:pt idx="109">
                  <c:v>24654</c:v>
                </c:pt>
                <c:pt idx="110">
                  <c:v>24736</c:v>
                </c:pt>
                <c:pt idx="111">
                  <c:v>24840</c:v>
                </c:pt>
                <c:pt idx="112">
                  <c:v>24954</c:v>
                </c:pt>
                <c:pt idx="113">
                  <c:v>25069</c:v>
                </c:pt>
                <c:pt idx="114">
                  <c:v>25184</c:v>
                </c:pt>
                <c:pt idx="115">
                  <c:v>25301</c:v>
                </c:pt>
                <c:pt idx="116">
                  <c:v>25422</c:v>
                </c:pt>
                <c:pt idx="117">
                  <c:v>25546</c:v>
                </c:pt>
                <c:pt idx="118">
                  <c:v>25673</c:v>
                </c:pt>
                <c:pt idx="119">
                  <c:v>25805</c:v>
                </c:pt>
                <c:pt idx="120">
                  <c:v>25942</c:v>
                </c:pt>
                <c:pt idx="121">
                  <c:v>26079</c:v>
                </c:pt>
                <c:pt idx="122">
                  <c:v>26213</c:v>
                </c:pt>
                <c:pt idx="123">
                  <c:v>26344</c:v>
                </c:pt>
                <c:pt idx="124">
                  <c:v>26473</c:v>
                </c:pt>
                <c:pt idx="125">
                  <c:v>26599</c:v>
                </c:pt>
                <c:pt idx="126">
                  <c:v>26723</c:v>
                </c:pt>
                <c:pt idx="127">
                  <c:v>26849</c:v>
                </c:pt>
                <c:pt idx="128">
                  <c:v>26980</c:v>
                </c:pt>
                <c:pt idx="129">
                  <c:v>27115</c:v>
                </c:pt>
                <c:pt idx="130">
                  <c:v>27246</c:v>
                </c:pt>
                <c:pt idx="131">
                  <c:v>27365</c:v>
                </c:pt>
                <c:pt idx="132">
                  <c:v>27472</c:v>
                </c:pt>
                <c:pt idx="133">
                  <c:v>27582</c:v>
                </c:pt>
                <c:pt idx="134">
                  <c:v>27713</c:v>
                </c:pt>
                <c:pt idx="135">
                  <c:v>27863</c:v>
                </c:pt>
                <c:pt idx="136">
                  <c:v>28030</c:v>
                </c:pt>
                <c:pt idx="137">
                  <c:v>28212</c:v>
                </c:pt>
                <c:pt idx="138">
                  <c:v>28407</c:v>
                </c:pt>
                <c:pt idx="139">
                  <c:v>28591</c:v>
                </c:pt>
                <c:pt idx="140">
                  <c:v>28736</c:v>
                </c:pt>
                <c:pt idx="141">
                  <c:v>28842</c:v>
                </c:pt>
                <c:pt idx="142">
                  <c:v>28989</c:v>
                </c:pt>
                <c:pt idx="143">
                  <c:v>29253</c:v>
                </c:pt>
                <c:pt idx="144">
                  <c:v>29636</c:v>
                </c:pt>
                <c:pt idx="145">
                  <c:v>29997</c:v>
                </c:pt>
                <c:pt idx="146">
                  <c:v>30195</c:v>
                </c:pt>
                <c:pt idx="147">
                  <c:v>30232</c:v>
                </c:pt>
                <c:pt idx="148">
                  <c:v>30186</c:v>
                </c:pt>
                <c:pt idx="149">
                  <c:v>30137</c:v>
                </c:pt>
                <c:pt idx="150">
                  <c:v>30084</c:v>
                </c:pt>
                <c:pt idx="151">
                  <c:v>30006</c:v>
                </c:pt>
                <c:pt idx="152">
                  <c:v>29879</c:v>
                </c:pt>
                <c:pt idx="153">
                  <c:v>29703</c:v>
                </c:pt>
                <c:pt idx="154">
                  <c:v>29511</c:v>
                </c:pt>
                <c:pt idx="155">
                  <c:v>29334</c:v>
                </c:pt>
                <c:pt idx="156">
                  <c:v>29173</c:v>
                </c:pt>
                <c:pt idx="157">
                  <c:v>28998</c:v>
                </c:pt>
                <c:pt idx="158">
                  <c:v>28779</c:v>
                </c:pt>
                <c:pt idx="159">
                  <c:v>28517</c:v>
                </c:pt>
                <c:pt idx="160">
                  <c:v>28237</c:v>
                </c:pt>
                <c:pt idx="161">
                  <c:v>27964</c:v>
                </c:pt>
                <c:pt idx="162">
                  <c:v>27698</c:v>
                </c:pt>
                <c:pt idx="163">
                  <c:v>27443</c:v>
                </c:pt>
                <c:pt idx="164">
                  <c:v>27200</c:v>
                </c:pt>
                <c:pt idx="165">
                  <c:v>26970</c:v>
                </c:pt>
                <c:pt idx="166">
                  <c:v>26730</c:v>
                </c:pt>
                <c:pt idx="167">
                  <c:v>26456</c:v>
                </c:pt>
                <c:pt idx="168">
                  <c:v>26148</c:v>
                </c:pt>
                <c:pt idx="169">
                  <c:v>25849</c:v>
                </c:pt>
                <c:pt idx="170">
                  <c:v>25605</c:v>
                </c:pt>
                <c:pt idx="171">
                  <c:v>25414</c:v>
                </c:pt>
                <c:pt idx="172">
                  <c:v>25251</c:v>
                </c:pt>
                <c:pt idx="173">
                  <c:v>25091</c:v>
                </c:pt>
                <c:pt idx="174">
                  <c:v>24933</c:v>
                </c:pt>
                <c:pt idx="175">
                  <c:v>24783</c:v>
                </c:pt>
                <c:pt idx="176">
                  <c:v>24648</c:v>
                </c:pt>
                <c:pt idx="177">
                  <c:v>24528</c:v>
                </c:pt>
                <c:pt idx="178">
                  <c:v>24416</c:v>
                </c:pt>
                <c:pt idx="179">
                  <c:v>24305</c:v>
                </c:pt>
                <c:pt idx="180">
                  <c:v>24194</c:v>
                </c:pt>
                <c:pt idx="181">
                  <c:v>24088</c:v>
                </c:pt>
                <c:pt idx="182">
                  <c:v>23989</c:v>
                </c:pt>
                <c:pt idx="183">
                  <c:v>23898</c:v>
                </c:pt>
                <c:pt idx="184">
                  <c:v>23809</c:v>
                </c:pt>
                <c:pt idx="185">
                  <c:v>23716</c:v>
                </c:pt>
                <c:pt idx="186">
                  <c:v>23620</c:v>
                </c:pt>
                <c:pt idx="187">
                  <c:v>23524</c:v>
                </c:pt>
                <c:pt idx="188">
                  <c:v>23427</c:v>
                </c:pt>
                <c:pt idx="189">
                  <c:v>23331</c:v>
                </c:pt>
                <c:pt idx="190">
                  <c:v>23234</c:v>
                </c:pt>
                <c:pt idx="191">
                  <c:v>23134</c:v>
                </c:pt>
                <c:pt idx="192">
                  <c:v>23031</c:v>
                </c:pt>
                <c:pt idx="193">
                  <c:v>22929</c:v>
                </c:pt>
                <c:pt idx="194">
                  <c:v>22830</c:v>
                </c:pt>
                <c:pt idx="195">
                  <c:v>22735</c:v>
                </c:pt>
                <c:pt idx="196">
                  <c:v>22642</c:v>
                </c:pt>
                <c:pt idx="197">
                  <c:v>22548</c:v>
                </c:pt>
                <c:pt idx="198">
                  <c:v>22452</c:v>
                </c:pt>
                <c:pt idx="199">
                  <c:v>22361</c:v>
                </c:pt>
                <c:pt idx="200">
                  <c:v>22277</c:v>
                </c:pt>
                <c:pt idx="201">
                  <c:v>22200</c:v>
                </c:pt>
                <c:pt idx="202">
                  <c:v>22119</c:v>
                </c:pt>
                <c:pt idx="203">
                  <c:v>22023</c:v>
                </c:pt>
                <c:pt idx="204">
                  <c:v>21912</c:v>
                </c:pt>
                <c:pt idx="205">
                  <c:v>21805</c:v>
                </c:pt>
                <c:pt idx="206">
                  <c:v>21721</c:v>
                </c:pt>
                <c:pt idx="207">
                  <c:v>21660</c:v>
                </c:pt>
                <c:pt idx="208">
                  <c:v>21610</c:v>
                </c:pt>
                <c:pt idx="209">
                  <c:v>21559</c:v>
                </c:pt>
                <c:pt idx="210">
                  <c:v>21509</c:v>
                </c:pt>
                <c:pt idx="211">
                  <c:v>21462</c:v>
                </c:pt>
                <c:pt idx="212">
                  <c:v>21424</c:v>
                </c:pt>
                <c:pt idx="213">
                  <c:v>21395</c:v>
                </c:pt>
                <c:pt idx="214">
                  <c:v>21367</c:v>
                </c:pt>
                <c:pt idx="215">
                  <c:v>21330</c:v>
                </c:pt>
                <c:pt idx="216">
                  <c:v>21286</c:v>
                </c:pt>
                <c:pt idx="217">
                  <c:v>21244</c:v>
                </c:pt>
                <c:pt idx="218">
                  <c:v>21217</c:v>
                </c:pt>
                <c:pt idx="219">
                  <c:v>21205</c:v>
                </c:pt>
                <c:pt idx="220">
                  <c:v>21198</c:v>
                </c:pt>
                <c:pt idx="221">
                  <c:v>21190</c:v>
                </c:pt>
                <c:pt idx="222">
                  <c:v>21180</c:v>
                </c:pt>
                <c:pt idx="223">
                  <c:v>21171</c:v>
                </c:pt>
                <c:pt idx="224">
                  <c:v>21167</c:v>
                </c:pt>
                <c:pt idx="225">
                  <c:v>21169</c:v>
                </c:pt>
                <c:pt idx="226">
                  <c:v>21169</c:v>
                </c:pt>
                <c:pt idx="227">
                  <c:v>21162</c:v>
                </c:pt>
                <c:pt idx="228">
                  <c:v>21146</c:v>
                </c:pt>
                <c:pt idx="229">
                  <c:v>21132</c:v>
                </c:pt>
                <c:pt idx="230">
                  <c:v>21129</c:v>
                </c:pt>
                <c:pt idx="231">
                  <c:v>21139</c:v>
                </c:pt>
                <c:pt idx="232">
                  <c:v>21151</c:v>
                </c:pt>
                <c:pt idx="233">
                  <c:v>21157</c:v>
                </c:pt>
                <c:pt idx="234">
                  <c:v>21158</c:v>
                </c:pt>
                <c:pt idx="235">
                  <c:v>21167</c:v>
                </c:pt>
                <c:pt idx="236">
                  <c:v>21199</c:v>
                </c:pt>
                <c:pt idx="237">
                  <c:v>21252</c:v>
                </c:pt>
                <c:pt idx="238">
                  <c:v>21291</c:v>
                </c:pt>
                <c:pt idx="239">
                  <c:v>21279</c:v>
                </c:pt>
                <c:pt idx="240">
                  <c:v>21216</c:v>
                </c:pt>
                <c:pt idx="241">
                  <c:v>21164</c:v>
                </c:pt>
                <c:pt idx="242">
                  <c:v>21186</c:v>
                </c:pt>
                <c:pt idx="243">
                  <c:v>21283</c:v>
                </c:pt>
                <c:pt idx="244">
                  <c:v>21416</c:v>
                </c:pt>
                <c:pt idx="245">
                  <c:v>21550</c:v>
                </c:pt>
                <c:pt idx="246">
                  <c:v>21685</c:v>
                </c:pt>
                <c:pt idx="247">
                  <c:v>21831</c:v>
                </c:pt>
                <c:pt idx="248">
                  <c:v>21999</c:v>
                </c:pt>
                <c:pt idx="249">
                  <c:v>22189</c:v>
                </c:pt>
                <c:pt idx="250">
                  <c:v>22388</c:v>
                </c:pt>
                <c:pt idx="251">
                  <c:v>22583</c:v>
                </c:pt>
                <c:pt idx="252">
                  <c:v>22773</c:v>
                </c:pt>
                <c:pt idx="253">
                  <c:v>22970</c:v>
                </c:pt>
                <c:pt idx="254">
                  <c:v>23188</c:v>
                </c:pt>
                <c:pt idx="255">
                  <c:v>23427</c:v>
                </c:pt>
                <c:pt idx="256">
                  <c:v>23678</c:v>
                </c:pt>
                <c:pt idx="257">
                  <c:v>23933</c:v>
                </c:pt>
                <c:pt idx="258">
                  <c:v>24192</c:v>
                </c:pt>
                <c:pt idx="259">
                  <c:v>24445</c:v>
                </c:pt>
                <c:pt idx="260">
                  <c:v>24682</c:v>
                </c:pt>
                <c:pt idx="261">
                  <c:v>24902</c:v>
                </c:pt>
                <c:pt idx="262">
                  <c:v>25142</c:v>
                </c:pt>
                <c:pt idx="263">
                  <c:v>25436</c:v>
                </c:pt>
                <c:pt idx="264">
                  <c:v>25784</c:v>
                </c:pt>
                <c:pt idx="265">
                  <c:v>26124</c:v>
                </c:pt>
                <c:pt idx="266">
                  <c:v>26394</c:v>
                </c:pt>
                <c:pt idx="267">
                  <c:v>26593</c:v>
                </c:pt>
                <c:pt idx="268">
                  <c:v>26760</c:v>
                </c:pt>
                <c:pt idx="269">
                  <c:v>26931</c:v>
                </c:pt>
                <c:pt idx="270">
                  <c:v>27107</c:v>
                </c:pt>
                <c:pt idx="271">
                  <c:v>27268</c:v>
                </c:pt>
                <c:pt idx="272">
                  <c:v>27396</c:v>
                </c:pt>
                <c:pt idx="273">
                  <c:v>27490</c:v>
                </c:pt>
                <c:pt idx="274">
                  <c:v>27588</c:v>
                </c:pt>
                <c:pt idx="275">
                  <c:v>27731</c:v>
                </c:pt>
                <c:pt idx="276">
                  <c:v>27917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85-429B-A27C-2778A0CCF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7884767"/>
        <c:axId val="777885247"/>
      </c:lineChart>
      <c:catAx>
        <c:axId val="777884767"/>
        <c:scaling>
          <c:orientation val="minMax"/>
        </c:scaling>
        <c:delete val="1"/>
        <c:axPos val="b"/>
        <c:majorTickMark val="none"/>
        <c:minorTickMark val="none"/>
        <c:tickLblPos val="nextTo"/>
        <c:crossAx val="777885247"/>
        <c:crosses val="autoZero"/>
        <c:auto val="1"/>
        <c:lblAlgn val="ctr"/>
        <c:lblOffset val="100"/>
        <c:noMultiLvlLbl val="0"/>
      </c:catAx>
      <c:valAx>
        <c:axId val="777885247"/>
        <c:scaling>
          <c:orientation val="minMax"/>
          <c:max val="30500"/>
          <c:min val="10300"/>
        </c:scaling>
        <c:delete val="1"/>
        <c:axPos val="l"/>
        <c:numFmt formatCode="General" sourceLinked="1"/>
        <c:majorTickMark val="none"/>
        <c:minorTickMark val="none"/>
        <c:tickLblPos val="nextTo"/>
        <c:crossAx val="777884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555555555555558E-3"/>
          <c:y val="5.8796296296296298E-2"/>
          <c:w val="0.9916666666666667"/>
          <c:h val="0.91805555555555551"/>
        </c:manualLayout>
      </c:layout>
      <c:areaChart>
        <c:grouping val="stacked"/>
        <c:varyColors val="0"/>
        <c:ser>
          <c:idx val="0"/>
          <c:order val="0"/>
          <c:tx>
            <c:strRef>
              <c:f>congestion_management!$C$1</c:f>
              <c:strCache>
                <c:ptCount val="1"/>
                <c:pt idx="0">
                  <c:v>Supply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congestion_management!$C$2:$C$49</c:f>
              <c:numCache>
                <c:formatCode>General</c:formatCode>
                <c:ptCount val="48"/>
                <c:pt idx="0">
                  <c:v>22915</c:v>
                </c:pt>
                <c:pt idx="1">
                  <c:v>23152</c:v>
                </c:pt>
                <c:pt idx="2">
                  <c:v>22550</c:v>
                </c:pt>
                <c:pt idx="3">
                  <c:v>21670</c:v>
                </c:pt>
                <c:pt idx="4">
                  <c:v>20860</c:v>
                </c:pt>
                <c:pt idx="5">
                  <c:v>20288</c:v>
                </c:pt>
                <c:pt idx="6">
                  <c:v>19428</c:v>
                </c:pt>
                <c:pt idx="7">
                  <c:v>18796</c:v>
                </c:pt>
                <c:pt idx="8">
                  <c:v>18333</c:v>
                </c:pt>
                <c:pt idx="9">
                  <c:v>18188</c:v>
                </c:pt>
                <c:pt idx="10">
                  <c:v>18223</c:v>
                </c:pt>
                <c:pt idx="11">
                  <c:v>18351</c:v>
                </c:pt>
                <c:pt idx="12">
                  <c:v>19142</c:v>
                </c:pt>
                <c:pt idx="13">
                  <c:v>19842</c:v>
                </c:pt>
                <c:pt idx="14">
                  <c:v>21355</c:v>
                </c:pt>
                <c:pt idx="15">
                  <c:v>22602</c:v>
                </c:pt>
                <c:pt idx="16">
                  <c:v>24565</c:v>
                </c:pt>
                <c:pt idx="17">
                  <c:v>25000</c:v>
                </c:pt>
                <c:pt idx="18">
                  <c:v>25000</c:v>
                </c:pt>
                <c:pt idx="19">
                  <c:v>25000</c:v>
                </c:pt>
                <c:pt idx="20">
                  <c:v>25000</c:v>
                </c:pt>
                <c:pt idx="21">
                  <c:v>25000</c:v>
                </c:pt>
                <c:pt idx="22">
                  <c:v>25000</c:v>
                </c:pt>
                <c:pt idx="23">
                  <c:v>25000</c:v>
                </c:pt>
                <c:pt idx="24">
                  <c:v>25000</c:v>
                </c:pt>
                <c:pt idx="25">
                  <c:v>25000</c:v>
                </c:pt>
                <c:pt idx="26">
                  <c:v>25000</c:v>
                </c:pt>
                <c:pt idx="27">
                  <c:v>25000</c:v>
                </c:pt>
                <c:pt idx="28">
                  <c:v>25000</c:v>
                </c:pt>
                <c:pt idx="29">
                  <c:v>25000</c:v>
                </c:pt>
                <c:pt idx="30">
                  <c:v>25000</c:v>
                </c:pt>
                <c:pt idx="31">
                  <c:v>25000</c:v>
                </c:pt>
                <c:pt idx="32">
                  <c:v>25000</c:v>
                </c:pt>
                <c:pt idx="33">
                  <c:v>25000</c:v>
                </c:pt>
                <c:pt idx="34">
                  <c:v>25000</c:v>
                </c:pt>
                <c:pt idx="35">
                  <c:v>25000</c:v>
                </c:pt>
                <c:pt idx="36">
                  <c:v>25000</c:v>
                </c:pt>
                <c:pt idx="37">
                  <c:v>25000</c:v>
                </c:pt>
                <c:pt idx="38">
                  <c:v>25000</c:v>
                </c:pt>
                <c:pt idx="39">
                  <c:v>25000</c:v>
                </c:pt>
                <c:pt idx="40">
                  <c:v>25000</c:v>
                </c:pt>
                <c:pt idx="41">
                  <c:v>25000</c:v>
                </c:pt>
                <c:pt idx="42">
                  <c:v>25000</c:v>
                </c:pt>
                <c:pt idx="43">
                  <c:v>24830</c:v>
                </c:pt>
                <c:pt idx="44">
                  <c:v>23972</c:v>
                </c:pt>
                <c:pt idx="45">
                  <c:v>23345</c:v>
                </c:pt>
                <c:pt idx="46">
                  <c:v>22452</c:v>
                </c:pt>
                <c:pt idx="47">
                  <c:v>21775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44-4077-9D4D-F03C3718D20D}"/>
            </c:ext>
          </c:extLst>
        </c:ser>
        <c:ser>
          <c:idx val="1"/>
          <c:order val="1"/>
          <c:tx>
            <c:strRef>
              <c:f>congestion_management!$D$1</c:f>
              <c:strCache>
                <c:ptCount val="1"/>
                <c:pt idx="0">
                  <c:v>Shaving</c:v>
                </c:pt>
              </c:strCache>
            </c:strRef>
          </c:tx>
          <c:spPr>
            <a:solidFill>
              <a:srgbClr val="156082"/>
            </a:solidFill>
            <a:ln>
              <a:noFill/>
            </a:ln>
            <a:effectLst/>
          </c:spPr>
          <c:val>
            <c:numRef>
              <c:f>congestion_management!$D$2:$D$49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1266</c:v>
                </c:pt>
                <c:pt idx="18">
                  <c:v>2949</c:v>
                </c:pt>
                <c:pt idx="19">
                  <c:v>3948</c:v>
                </c:pt>
                <c:pt idx="20">
                  <c:v>5078</c:v>
                </c:pt>
                <c:pt idx="21">
                  <c:v>5652</c:v>
                </c:pt>
                <c:pt idx="22">
                  <c:v>6352</c:v>
                </c:pt>
                <c:pt idx="23">
                  <c:v>7291</c:v>
                </c:pt>
                <c:pt idx="24">
                  <c:v>8436</c:v>
                </c:pt>
                <c:pt idx="25">
                  <c:v>9189</c:v>
                </c:pt>
                <c:pt idx="26">
                  <c:v>9401</c:v>
                </c:pt>
                <c:pt idx="27">
                  <c:v>9063</c:v>
                </c:pt>
                <c:pt idx="28">
                  <c:v>8487</c:v>
                </c:pt>
                <c:pt idx="29">
                  <c:v>7548</c:v>
                </c:pt>
                <c:pt idx="30">
                  <c:v>6795</c:v>
                </c:pt>
                <c:pt idx="31">
                  <c:v>6064</c:v>
                </c:pt>
                <c:pt idx="32">
                  <c:v>5810</c:v>
                </c:pt>
                <c:pt idx="33">
                  <c:v>5214</c:v>
                </c:pt>
                <c:pt idx="34">
                  <c:v>4478</c:v>
                </c:pt>
                <c:pt idx="35">
                  <c:v>3690</c:v>
                </c:pt>
                <c:pt idx="36">
                  <c:v>3077</c:v>
                </c:pt>
                <c:pt idx="37">
                  <c:v>2591</c:v>
                </c:pt>
                <c:pt idx="38">
                  <c:v>2114</c:v>
                </c:pt>
                <c:pt idx="39">
                  <c:v>1613</c:v>
                </c:pt>
                <c:pt idx="40">
                  <c:v>1279</c:v>
                </c:pt>
                <c:pt idx="41">
                  <c:v>1028</c:v>
                </c:pt>
                <c:pt idx="42">
                  <c:v>500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44-4077-9D4D-F03C3718D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4227071"/>
        <c:axId val="57032127"/>
      </c:areaChart>
      <c:catAx>
        <c:axId val="1254227071"/>
        <c:scaling>
          <c:orientation val="minMax"/>
        </c:scaling>
        <c:delete val="1"/>
        <c:axPos val="b"/>
        <c:majorTickMark val="out"/>
        <c:minorTickMark val="none"/>
        <c:tickLblPos val="nextTo"/>
        <c:crossAx val="57032127"/>
        <c:crosses val="autoZero"/>
        <c:auto val="1"/>
        <c:lblAlgn val="ctr"/>
        <c:lblOffset val="100"/>
        <c:noMultiLvlLbl val="0"/>
      </c:catAx>
      <c:valAx>
        <c:axId val="57032127"/>
        <c:scaling>
          <c:orientation val="minMax"/>
          <c:max val="35000"/>
        </c:scaling>
        <c:delete val="1"/>
        <c:axPos val="l"/>
        <c:numFmt formatCode="General" sourceLinked="1"/>
        <c:majorTickMark val="none"/>
        <c:minorTickMark val="none"/>
        <c:tickLblPos val="nextTo"/>
        <c:crossAx val="12542270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areaChart>
        <c:grouping val="stacked"/>
        <c:varyColors val="0"/>
        <c:ser>
          <c:idx val="0"/>
          <c:order val="0"/>
          <c:tx>
            <c:strRef>
              <c:f>power_balancing!$B$1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val>
            <c:numRef>
              <c:f>power_balancing!$B$2:$B$577</c:f>
              <c:numCache>
                <c:formatCode>General</c:formatCode>
                <c:ptCount val="576"/>
                <c:pt idx="0">
                  <c:v>4117</c:v>
                </c:pt>
                <c:pt idx="1">
                  <c:v>4281</c:v>
                </c:pt>
                <c:pt idx="2">
                  <c:v>4239</c:v>
                </c:pt>
                <c:pt idx="3">
                  <c:v>4259</c:v>
                </c:pt>
                <c:pt idx="4">
                  <c:v>4443</c:v>
                </c:pt>
                <c:pt idx="5">
                  <c:v>4702</c:v>
                </c:pt>
                <c:pt idx="6">
                  <c:v>4873</c:v>
                </c:pt>
                <c:pt idx="7">
                  <c:v>5018</c:v>
                </c:pt>
                <c:pt idx="8">
                  <c:v>5485</c:v>
                </c:pt>
                <c:pt idx="9">
                  <c:v>5216</c:v>
                </c:pt>
                <c:pt idx="10">
                  <c:v>5507</c:v>
                </c:pt>
                <c:pt idx="11">
                  <c:v>6078</c:v>
                </c:pt>
                <c:pt idx="12">
                  <c:v>6384</c:v>
                </c:pt>
                <c:pt idx="13">
                  <c:v>6525</c:v>
                </c:pt>
                <c:pt idx="14">
                  <c:v>6743</c:v>
                </c:pt>
                <c:pt idx="15">
                  <c:v>6784</c:v>
                </c:pt>
                <c:pt idx="16">
                  <c:v>6701</c:v>
                </c:pt>
                <c:pt idx="17">
                  <c:v>6956</c:v>
                </c:pt>
                <c:pt idx="18">
                  <c:v>7028</c:v>
                </c:pt>
                <c:pt idx="19">
                  <c:v>6841</c:v>
                </c:pt>
                <c:pt idx="20">
                  <c:v>7071</c:v>
                </c:pt>
                <c:pt idx="21">
                  <c:v>7022</c:v>
                </c:pt>
                <c:pt idx="22">
                  <c:v>7440</c:v>
                </c:pt>
                <c:pt idx="23">
                  <c:v>8042</c:v>
                </c:pt>
                <c:pt idx="24">
                  <c:v>8210</c:v>
                </c:pt>
                <c:pt idx="25">
                  <c:v>8484</c:v>
                </c:pt>
                <c:pt idx="26">
                  <c:v>8991</c:v>
                </c:pt>
                <c:pt idx="27">
                  <c:v>9232</c:v>
                </c:pt>
                <c:pt idx="28">
                  <c:v>9270</c:v>
                </c:pt>
                <c:pt idx="29">
                  <c:v>9479</c:v>
                </c:pt>
                <c:pt idx="30">
                  <c:v>9654</c:v>
                </c:pt>
                <c:pt idx="31">
                  <c:v>10065</c:v>
                </c:pt>
                <c:pt idx="32">
                  <c:v>10151</c:v>
                </c:pt>
                <c:pt idx="33">
                  <c:v>10123</c:v>
                </c:pt>
                <c:pt idx="34">
                  <c:v>9943</c:v>
                </c:pt>
                <c:pt idx="35">
                  <c:v>9949</c:v>
                </c:pt>
                <c:pt idx="36">
                  <c:v>10196</c:v>
                </c:pt>
                <c:pt idx="37">
                  <c:v>10607</c:v>
                </c:pt>
                <c:pt idx="38">
                  <c:v>10593</c:v>
                </c:pt>
                <c:pt idx="39">
                  <c:v>10486</c:v>
                </c:pt>
                <c:pt idx="40">
                  <c:v>10580</c:v>
                </c:pt>
                <c:pt idx="41">
                  <c:v>10654</c:v>
                </c:pt>
                <c:pt idx="42">
                  <c:v>10384</c:v>
                </c:pt>
                <c:pt idx="43">
                  <c:v>10604</c:v>
                </c:pt>
                <c:pt idx="44">
                  <c:v>10364</c:v>
                </c:pt>
                <c:pt idx="45">
                  <c:v>10386</c:v>
                </c:pt>
                <c:pt idx="46">
                  <c:v>10345</c:v>
                </c:pt>
                <c:pt idx="47">
                  <c:v>10397</c:v>
                </c:pt>
                <c:pt idx="48">
                  <c:v>10336</c:v>
                </c:pt>
                <c:pt idx="49">
                  <c:v>10320</c:v>
                </c:pt>
                <c:pt idx="50">
                  <c:v>10088</c:v>
                </c:pt>
                <c:pt idx="51">
                  <c:v>9944</c:v>
                </c:pt>
                <c:pt idx="52">
                  <c:v>9787</c:v>
                </c:pt>
                <c:pt idx="53">
                  <c:v>9750</c:v>
                </c:pt>
                <c:pt idx="54">
                  <c:v>9724</c:v>
                </c:pt>
                <c:pt idx="55">
                  <c:v>9819</c:v>
                </c:pt>
                <c:pt idx="56">
                  <c:v>9847</c:v>
                </c:pt>
                <c:pt idx="57">
                  <c:v>9774</c:v>
                </c:pt>
                <c:pt idx="58">
                  <c:v>9654</c:v>
                </c:pt>
                <c:pt idx="59">
                  <c:v>9497</c:v>
                </c:pt>
                <c:pt idx="60">
                  <c:v>9595</c:v>
                </c:pt>
                <c:pt idx="61">
                  <c:v>10020</c:v>
                </c:pt>
                <c:pt idx="62">
                  <c:v>9981</c:v>
                </c:pt>
                <c:pt idx="63">
                  <c:v>9983</c:v>
                </c:pt>
                <c:pt idx="64">
                  <c:v>9933</c:v>
                </c:pt>
                <c:pt idx="65">
                  <c:v>9951</c:v>
                </c:pt>
                <c:pt idx="66">
                  <c:v>9669</c:v>
                </c:pt>
                <c:pt idx="67">
                  <c:v>9222</c:v>
                </c:pt>
                <c:pt idx="68">
                  <c:v>8769</c:v>
                </c:pt>
                <c:pt idx="69">
                  <c:v>8696</c:v>
                </c:pt>
                <c:pt idx="70">
                  <c:v>8609</c:v>
                </c:pt>
                <c:pt idx="71">
                  <c:v>8617</c:v>
                </c:pt>
                <c:pt idx="72">
                  <c:v>8485</c:v>
                </c:pt>
                <c:pt idx="73">
                  <c:v>8205</c:v>
                </c:pt>
                <c:pt idx="74">
                  <c:v>8452</c:v>
                </c:pt>
                <c:pt idx="75">
                  <c:v>8575</c:v>
                </c:pt>
                <c:pt idx="76">
                  <c:v>8578</c:v>
                </c:pt>
                <c:pt idx="77">
                  <c:v>8497</c:v>
                </c:pt>
                <c:pt idx="78">
                  <c:v>8278</c:v>
                </c:pt>
                <c:pt idx="79">
                  <c:v>8221</c:v>
                </c:pt>
                <c:pt idx="80">
                  <c:v>7988</c:v>
                </c:pt>
                <c:pt idx="81">
                  <c:v>7513</c:v>
                </c:pt>
                <c:pt idx="82">
                  <c:v>7358</c:v>
                </c:pt>
                <c:pt idx="83">
                  <c:v>6651</c:v>
                </c:pt>
                <c:pt idx="84">
                  <c:v>6286</c:v>
                </c:pt>
                <c:pt idx="85">
                  <c:v>6097</c:v>
                </c:pt>
                <c:pt idx="86">
                  <c:v>5748</c:v>
                </c:pt>
                <c:pt idx="87">
                  <c:v>5569</c:v>
                </c:pt>
                <c:pt idx="88">
                  <c:v>5663</c:v>
                </c:pt>
                <c:pt idx="89">
                  <c:v>5443</c:v>
                </c:pt>
                <c:pt idx="90">
                  <c:v>5134</c:v>
                </c:pt>
                <c:pt idx="91">
                  <c:v>4911</c:v>
                </c:pt>
                <c:pt idx="92">
                  <c:v>4817</c:v>
                </c:pt>
                <c:pt idx="93">
                  <c:v>4521</c:v>
                </c:pt>
                <c:pt idx="94">
                  <c:v>3855</c:v>
                </c:pt>
                <c:pt idx="95">
                  <c:v>3445</c:v>
                </c:pt>
                <c:pt idx="96">
                  <c:v>3187</c:v>
                </c:pt>
                <c:pt idx="97">
                  <c:v>3001</c:v>
                </c:pt>
                <c:pt idx="98">
                  <c:v>2905</c:v>
                </c:pt>
                <c:pt idx="99">
                  <c:v>2686</c:v>
                </c:pt>
                <c:pt idx="100">
                  <c:v>2561</c:v>
                </c:pt>
                <c:pt idx="101">
                  <c:v>2505</c:v>
                </c:pt>
                <c:pt idx="102">
                  <c:v>2436</c:v>
                </c:pt>
                <c:pt idx="103">
                  <c:v>2392</c:v>
                </c:pt>
                <c:pt idx="104">
                  <c:v>2511</c:v>
                </c:pt>
                <c:pt idx="105">
                  <c:v>2353</c:v>
                </c:pt>
                <c:pt idx="106">
                  <c:v>2305</c:v>
                </c:pt>
                <c:pt idx="107">
                  <c:v>2335</c:v>
                </c:pt>
                <c:pt idx="108">
                  <c:v>2323</c:v>
                </c:pt>
                <c:pt idx="109">
                  <c:v>2378</c:v>
                </c:pt>
                <c:pt idx="110">
                  <c:v>2355</c:v>
                </c:pt>
                <c:pt idx="111">
                  <c:v>2461</c:v>
                </c:pt>
                <c:pt idx="112">
                  <c:v>2618</c:v>
                </c:pt>
                <c:pt idx="113">
                  <c:v>2492</c:v>
                </c:pt>
                <c:pt idx="114">
                  <c:v>2429</c:v>
                </c:pt>
                <c:pt idx="115">
                  <c:v>2501</c:v>
                </c:pt>
                <c:pt idx="116">
                  <c:v>2573</c:v>
                </c:pt>
                <c:pt idx="117">
                  <c:v>2655</c:v>
                </c:pt>
                <c:pt idx="118">
                  <c:v>2690</c:v>
                </c:pt>
                <c:pt idx="119">
                  <c:v>2910</c:v>
                </c:pt>
                <c:pt idx="120">
                  <c:v>3071</c:v>
                </c:pt>
                <c:pt idx="121">
                  <c:v>2941</c:v>
                </c:pt>
                <c:pt idx="122">
                  <c:v>2698</c:v>
                </c:pt>
                <c:pt idx="123">
                  <c:v>2600</c:v>
                </c:pt>
                <c:pt idx="124">
                  <c:v>2549</c:v>
                </c:pt>
                <c:pt idx="125">
                  <c:v>2402</c:v>
                </c:pt>
                <c:pt idx="126">
                  <c:v>2494</c:v>
                </c:pt>
                <c:pt idx="127">
                  <c:v>2434</c:v>
                </c:pt>
                <c:pt idx="128">
                  <c:v>2488</c:v>
                </c:pt>
                <c:pt idx="129">
                  <c:v>2517</c:v>
                </c:pt>
                <c:pt idx="130">
                  <c:v>2534</c:v>
                </c:pt>
                <c:pt idx="131">
                  <c:v>2390</c:v>
                </c:pt>
                <c:pt idx="132">
                  <c:v>2327</c:v>
                </c:pt>
                <c:pt idx="133">
                  <c:v>2423</c:v>
                </c:pt>
                <c:pt idx="134">
                  <c:v>2400</c:v>
                </c:pt>
                <c:pt idx="135">
                  <c:v>2421</c:v>
                </c:pt>
                <c:pt idx="136">
                  <c:v>2376</c:v>
                </c:pt>
                <c:pt idx="137">
                  <c:v>2442</c:v>
                </c:pt>
                <c:pt idx="138">
                  <c:v>2383</c:v>
                </c:pt>
                <c:pt idx="139">
                  <c:v>2321</c:v>
                </c:pt>
                <c:pt idx="140">
                  <c:v>2227</c:v>
                </c:pt>
                <c:pt idx="141">
                  <c:v>2174</c:v>
                </c:pt>
                <c:pt idx="142">
                  <c:v>1976</c:v>
                </c:pt>
                <c:pt idx="143">
                  <c:v>1913</c:v>
                </c:pt>
                <c:pt idx="144">
                  <c:v>1977</c:v>
                </c:pt>
                <c:pt idx="145">
                  <c:v>1824</c:v>
                </c:pt>
                <c:pt idx="146">
                  <c:v>1856</c:v>
                </c:pt>
                <c:pt idx="147">
                  <c:v>1737</c:v>
                </c:pt>
                <c:pt idx="148">
                  <c:v>1672</c:v>
                </c:pt>
                <c:pt idx="149">
                  <c:v>1541</c:v>
                </c:pt>
                <c:pt idx="150">
                  <c:v>1218</c:v>
                </c:pt>
                <c:pt idx="151">
                  <c:v>1049</c:v>
                </c:pt>
                <c:pt idx="152">
                  <c:v>957</c:v>
                </c:pt>
                <c:pt idx="153">
                  <c:v>903</c:v>
                </c:pt>
                <c:pt idx="154">
                  <c:v>873</c:v>
                </c:pt>
                <c:pt idx="155">
                  <c:v>838</c:v>
                </c:pt>
                <c:pt idx="156">
                  <c:v>801</c:v>
                </c:pt>
                <c:pt idx="157">
                  <c:v>734</c:v>
                </c:pt>
                <c:pt idx="158">
                  <c:v>715</c:v>
                </c:pt>
                <c:pt idx="159">
                  <c:v>677</c:v>
                </c:pt>
                <c:pt idx="160">
                  <c:v>662</c:v>
                </c:pt>
                <c:pt idx="161">
                  <c:v>631</c:v>
                </c:pt>
                <c:pt idx="162">
                  <c:v>699</c:v>
                </c:pt>
                <c:pt idx="163">
                  <c:v>746</c:v>
                </c:pt>
                <c:pt idx="164">
                  <c:v>716</c:v>
                </c:pt>
                <c:pt idx="165">
                  <c:v>609</c:v>
                </c:pt>
                <c:pt idx="166">
                  <c:v>623</c:v>
                </c:pt>
                <c:pt idx="167">
                  <c:v>676</c:v>
                </c:pt>
                <c:pt idx="168">
                  <c:v>712</c:v>
                </c:pt>
                <c:pt idx="169">
                  <c:v>769</c:v>
                </c:pt>
                <c:pt idx="170">
                  <c:v>785</c:v>
                </c:pt>
                <c:pt idx="171">
                  <c:v>742</c:v>
                </c:pt>
                <c:pt idx="172">
                  <c:v>641</c:v>
                </c:pt>
                <c:pt idx="173">
                  <c:v>748</c:v>
                </c:pt>
                <c:pt idx="174">
                  <c:v>810</c:v>
                </c:pt>
                <c:pt idx="175">
                  <c:v>959</c:v>
                </c:pt>
                <c:pt idx="176">
                  <c:v>1140</c:v>
                </c:pt>
                <c:pt idx="177">
                  <c:v>1312</c:v>
                </c:pt>
                <c:pt idx="178">
                  <c:v>1500</c:v>
                </c:pt>
                <c:pt idx="179">
                  <c:v>1747</c:v>
                </c:pt>
                <c:pt idx="180">
                  <c:v>1965</c:v>
                </c:pt>
                <c:pt idx="181">
                  <c:v>1991</c:v>
                </c:pt>
                <c:pt idx="182">
                  <c:v>1965</c:v>
                </c:pt>
                <c:pt idx="183">
                  <c:v>2029</c:v>
                </c:pt>
                <c:pt idx="184">
                  <c:v>2052</c:v>
                </c:pt>
                <c:pt idx="185">
                  <c:v>2050</c:v>
                </c:pt>
                <c:pt idx="186">
                  <c:v>1948</c:v>
                </c:pt>
                <c:pt idx="187">
                  <c:v>1835</c:v>
                </c:pt>
                <c:pt idx="188">
                  <c:v>1842</c:v>
                </c:pt>
                <c:pt idx="189">
                  <c:v>1860</c:v>
                </c:pt>
                <c:pt idx="190">
                  <c:v>1900</c:v>
                </c:pt>
                <c:pt idx="191">
                  <c:v>1843</c:v>
                </c:pt>
                <c:pt idx="192">
                  <c:v>1748</c:v>
                </c:pt>
                <c:pt idx="193">
                  <c:v>1783</c:v>
                </c:pt>
                <c:pt idx="194">
                  <c:v>1852</c:v>
                </c:pt>
                <c:pt idx="195">
                  <c:v>1887</c:v>
                </c:pt>
                <c:pt idx="196">
                  <c:v>1942</c:v>
                </c:pt>
                <c:pt idx="197">
                  <c:v>1843</c:v>
                </c:pt>
                <c:pt idx="198">
                  <c:v>1662</c:v>
                </c:pt>
                <c:pt idx="199">
                  <c:v>1616</c:v>
                </c:pt>
                <c:pt idx="200">
                  <c:v>1545</c:v>
                </c:pt>
                <c:pt idx="201">
                  <c:v>1546</c:v>
                </c:pt>
                <c:pt idx="202">
                  <c:v>1478</c:v>
                </c:pt>
                <c:pt idx="203">
                  <c:v>1416</c:v>
                </c:pt>
                <c:pt idx="204">
                  <c:v>1481</c:v>
                </c:pt>
                <c:pt idx="205">
                  <c:v>1584</c:v>
                </c:pt>
                <c:pt idx="206">
                  <c:v>1682</c:v>
                </c:pt>
                <c:pt idx="207">
                  <c:v>1704</c:v>
                </c:pt>
                <c:pt idx="208">
                  <c:v>1764</c:v>
                </c:pt>
                <c:pt idx="209">
                  <c:v>1736</c:v>
                </c:pt>
                <c:pt idx="210">
                  <c:v>1613</c:v>
                </c:pt>
                <c:pt idx="211">
                  <c:v>1518</c:v>
                </c:pt>
                <c:pt idx="212">
                  <c:v>1543</c:v>
                </c:pt>
                <c:pt idx="213">
                  <c:v>1506</c:v>
                </c:pt>
                <c:pt idx="214">
                  <c:v>1389</c:v>
                </c:pt>
                <c:pt idx="215">
                  <c:v>1284</c:v>
                </c:pt>
                <c:pt idx="216">
                  <c:v>1196</c:v>
                </c:pt>
                <c:pt idx="217">
                  <c:v>1156</c:v>
                </c:pt>
                <c:pt idx="218">
                  <c:v>1044</c:v>
                </c:pt>
                <c:pt idx="219">
                  <c:v>917</c:v>
                </c:pt>
                <c:pt idx="220">
                  <c:v>951</c:v>
                </c:pt>
                <c:pt idx="221">
                  <c:v>964</c:v>
                </c:pt>
                <c:pt idx="222">
                  <c:v>972</c:v>
                </c:pt>
                <c:pt idx="223">
                  <c:v>998</c:v>
                </c:pt>
                <c:pt idx="224">
                  <c:v>1110</c:v>
                </c:pt>
                <c:pt idx="225">
                  <c:v>1136</c:v>
                </c:pt>
                <c:pt idx="226">
                  <c:v>1167</c:v>
                </c:pt>
                <c:pt idx="227">
                  <c:v>1114</c:v>
                </c:pt>
                <c:pt idx="228">
                  <c:v>1094</c:v>
                </c:pt>
                <c:pt idx="229">
                  <c:v>1102</c:v>
                </c:pt>
                <c:pt idx="230">
                  <c:v>1115</c:v>
                </c:pt>
                <c:pt idx="231">
                  <c:v>1081</c:v>
                </c:pt>
                <c:pt idx="232">
                  <c:v>1045</c:v>
                </c:pt>
                <c:pt idx="233">
                  <c:v>1014</c:v>
                </c:pt>
                <c:pt idx="234">
                  <c:v>908</c:v>
                </c:pt>
                <c:pt idx="235">
                  <c:v>871</c:v>
                </c:pt>
                <c:pt idx="236">
                  <c:v>897</c:v>
                </c:pt>
                <c:pt idx="237">
                  <c:v>803</c:v>
                </c:pt>
                <c:pt idx="238">
                  <c:v>760</c:v>
                </c:pt>
                <c:pt idx="239">
                  <c:v>770</c:v>
                </c:pt>
                <c:pt idx="240">
                  <c:v>826</c:v>
                </c:pt>
                <c:pt idx="241">
                  <c:v>855</c:v>
                </c:pt>
                <c:pt idx="242">
                  <c:v>818</c:v>
                </c:pt>
                <c:pt idx="243">
                  <c:v>742</c:v>
                </c:pt>
                <c:pt idx="244">
                  <c:v>710</c:v>
                </c:pt>
                <c:pt idx="245">
                  <c:v>660</c:v>
                </c:pt>
                <c:pt idx="246">
                  <c:v>674</c:v>
                </c:pt>
                <c:pt idx="247">
                  <c:v>708</c:v>
                </c:pt>
                <c:pt idx="248">
                  <c:v>744</c:v>
                </c:pt>
                <c:pt idx="249">
                  <c:v>829</c:v>
                </c:pt>
                <c:pt idx="250">
                  <c:v>937</c:v>
                </c:pt>
                <c:pt idx="251">
                  <c:v>1080</c:v>
                </c:pt>
                <c:pt idx="252">
                  <c:v>1052</c:v>
                </c:pt>
                <c:pt idx="253">
                  <c:v>1026</c:v>
                </c:pt>
                <c:pt idx="254">
                  <c:v>973</c:v>
                </c:pt>
                <c:pt idx="255">
                  <c:v>955</c:v>
                </c:pt>
                <c:pt idx="256">
                  <c:v>967</c:v>
                </c:pt>
                <c:pt idx="257">
                  <c:v>1045</c:v>
                </c:pt>
                <c:pt idx="258">
                  <c:v>1200</c:v>
                </c:pt>
                <c:pt idx="259">
                  <c:v>1358</c:v>
                </c:pt>
                <c:pt idx="260">
                  <c:v>1356</c:v>
                </c:pt>
                <c:pt idx="261">
                  <c:v>1358</c:v>
                </c:pt>
                <c:pt idx="262">
                  <c:v>1418</c:v>
                </c:pt>
                <c:pt idx="263">
                  <c:v>1499</c:v>
                </c:pt>
                <c:pt idx="264">
                  <c:v>1644</c:v>
                </c:pt>
                <c:pt idx="265">
                  <c:v>1841</c:v>
                </c:pt>
                <c:pt idx="266">
                  <c:v>1877</c:v>
                </c:pt>
                <c:pt idx="267">
                  <c:v>2000</c:v>
                </c:pt>
                <c:pt idx="268">
                  <c:v>2062</c:v>
                </c:pt>
                <c:pt idx="269">
                  <c:v>2225</c:v>
                </c:pt>
                <c:pt idx="270">
                  <c:v>2297</c:v>
                </c:pt>
                <c:pt idx="271">
                  <c:v>2395</c:v>
                </c:pt>
                <c:pt idx="272">
                  <c:v>2763</c:v>
                </c:pt>
                <c:pt idx="273">
                  <c:v>2960</c:v>
                </c:pt>
                <c:pt idx="274">
                  <c:v>3077</c:v>
                </c:pt>
                <c:pt idx="275">
                  <c:v>2841</c:v>
                </c:pt>
                <c:pt idx="276">
                  <c:v>2682</c:v>
                </c:pt>
                <c:pt idx="277">
                  <c:v>2586</c:v>
                </c:pt>
                <c:pt idx="278">
                  <c:v>2659</c:v>
                </c:pt>
                <c:pt idx="279">
                  <c:v>3003</c:v>
                </c:pt>
                <c:pt idx="280">
                  <c:v>3044</c:v>
                </c:pt>
                <c:pt idx="281">
                  <c:v>3063</c:v>
                </c:pt>
                <c:pt idx="282">
                  <c:v>3191</c:v>
                </c:pt>
                <c:pt idx="283">
                  <c:v>3317</c:v>
                </c:pt>
                <c:pt idx="284">
                  <c:v>3238</c:v>
                </c:pt>
                <c:pt idx="285">
                  <c:v>3142</c:v>
                </c:pt>
                <c:pt idx="286">
                  <c:v>3037</c:v>
                </c:pt>
                <c:pt idx="287">
                  <c:v>2902</c:v>
                </c:pt>
                <c:pt idx="288">
                  <c:v>2821</c:v>
                </c:pt>
                <c:pt idx="289">
                  <c:v>2812</c:v>
                </c:pt>
                <c:pt idx="290">
                  <c:v>2692</c:v>
                </c:pt>
                <c:pt idx="291">
                  <c:v>2503</c:v>
                </c:pt>
                <c:pt idx="292">
                  <c:v>2308</c:v>
                </c:pt>
                <c:pt idx="293">
                  <c:v>2107</c:v>
                </c:pt>
                <c:pt idx="294">
                  <c:v>2053</c:v>
                </c:pt>
                <c:pt idx="295">
                  <c:v>1908</c:v>
                </c:pt>
                <c:pt idx="296">
                  <c:v>1788</c:v>
                </c:pt>
                <c:pt idx="297">
                  <c:v>1677</c:v>
                </c:pt>
                <c:pt idx="298">
                  <c:v>1569</c:v>
                </c:pt>
                <c:pt idx="299">
                  <c:v>1647</c:v>
                </c:pt>
                <c:pt idx="300">
                  <c:v>1613</c:v>
                </c:pt>
                <c:pt idx="301">
                  <c:v>1509</c:v>
                </c:pt>
                <c:pt idx="302">
                  <c:v>1475</c:v>
                </c:pt>
                <c:pt idx="303">
                  <c:v>1412</c:v>
                </c:pt>
                <c:pt idx="304">
                  <c:v>1557</c:v>
                </c:pt>
                <c:pt idx="305">
                  <c:v>1522</c:v>
                </c:pt>
                <c:pt idx="306">
                  <c:v>1431</c:v>
                </c:pt>
                <c:pt idx="307">
                  <c:v>1367</c:v>
                </c:pt>
                <c:pt idx="308">
                  <c:v>1356</c:v>
                </c:pt>
                <c:pt idx="309">
                  <c:v>1279</c:v>
                </c:pt>
                <c:pt idx="310">
                  <c:v>1286</c:v>
                </c:pt>
                <c:pt idx="311">
                  <c:v>1242</c:v>
                </c:pt>
                <c:pt idx="312">
                  <c:v>1184</c:v>
                </c:pt>
                <c:pt idx="313">
                  <c:v>1142</c:v>
                </c:pt>
                <c:pt idx="314">
                  <c:v>1151</c:v>
                </c:pt>
                <c:pt idx="315">
                  <c:v>1193</c:v>
                </c:pt>
                <c:pt idx="316">
                  <c:v>1258</c:v>
                </c:pt>
                <c:pt idx="317">
                  <c:v>1243</c:v>
                </c:pt>
                <c:pt idx="318">
                  <c:v>1218</c:v>
                </c:pt>
                <c:pt idx="319">
                  <c:v>1300</c:v>
                </c:pt>
                <c:pt idx="320">
                  <c:v>1323</c:v>
                </c:pt>
                <c:pt idx="321">
                  <c:v>1307</c:v>
                </c:pt>
                <c:pt idx="322">
                  <c:v>1369</c:v>
                </c:pt>
                <c:pt idx="323">
                  <c:v>1360</c:v>
                </c:pt>
                <c:pt idx="324">
                  <c:v>1300</c:v>
                </c:pt>
                <c:pt idx="325">
                  <c:v>1354</c:v>
                </c:pt>
                <c:pt idx="326">
                  <c:v>1369</c:v>
                </c:pt>
                <c:pt idx="327">
                  <c:v>1230</c:v>
                </c:pt>
                <c:pt idx="328">
                  <c:v>1114</c:v>
                </c:pt>
                <c:pt idx="329">
                  <c:v>1087</c:v>
                </c:pt>
                <c:pt idx="330">
                  <c:v>1112</c:v>
                </c:pt>
                <c:pt idx="331">
                  <c:v>1029</c:v>
                </c:pt>
                <c:pt idx="332">
                  <c:v>988</c:v>
                </c:pt>
                <c:pt idx="333">
                  <c:v>967</c:v>
                </c:pt>
                <c:pt idx="334">
                  <c:v>946</c:v>
                </c:pt>
                <c:pt idx="335">
                  <c:v>865</c:v>
                </c:pt>
                <c:pt idx="336">
                  <c:v>826</c:v>
                </c:pt>
                <c:pt idx="337">
                  <c:v>754</c:v>
                </c:pt>
                <c:pt idx="338">
                  <c:v>743</c:v>
                </c:pt>
                <c:pt idx="339">
                  <c:v>746</c:v>
                </c:pt>
                <c:pt idx="340">
                  <c:v>752</c:v>
                </c:pt>
                <c:pt idx="341">
                  <c:v>740</c:v>
                </c:pt>
                <c:pt idx="342">
                  <c:v>718</c:v>
                </c:pt>
                <c:pt idx="343">
                  <c:v>693</c:v>
                </c:pt>
                <c:pt idx="344">
                  <c:v>680</c:v>
                </c:pt>
                <c:pt idx="345">
                  <c:v>647</c:v>
                </c:pt>
                <c:pt idx="346">
                  <c:v>655</c:v>
                </c:pt>
                <c:pt idx="347">
                  <c:v>686</c:v>
                </c:pt>
                <c:pt idx="348">
                  <c:v>684</c:v>
                </c:pt>
                <c:pt idx="349">
                  <c:v>748</c:v>
                </c:pt>
                <c:pt idx="350">
                  <c:v>774</c:v>
                </c:pt>
                <c:pt idx="351">
                  <c:v>765</c:v>
                </c:pt>
                <c:pt idx="352">
                  <c:v>858</c:v>
                </c:pt>
                <c:pt idx="353">
                  <c:v>971</c:v>
                </c:pt>
                <c:pt idx="354">
                  <c:v>1078</c:v>
                </c:pt>
                <c:pt idx="355">
                  <c:v>1078</c:v>
                </c:pt>
                <c:pt idx="356">
                  <c:v>971</c:v>
                </c:pt>
                <c:pt idx="357">
                  <c:v>845</c:v>
                </c:pt>
                <c:pt idx="358">
                  <c:v>795</c:v>
                </c:pt>
                <c:pt idx="359">
                  <c:v>747</c:v>
                </c:pt>
                <c:pt idx="360">
                  <c:v>698</c:v>
                </c:pt>
                <c:pt idx="361">
                  <c:v>753</c:v>
                </c:pt>
                <c:pt idx="362">
                  <c:v>768</c:v>
                </c:pt>
                <c:pt idx="363">
                  <c:v>712</c:v>
                </c:pt>
                <c:pt idx="364">
                  <c:v>710</c:v>
                </c:pt>
                <c:pt idx="365">
                  <c:v>728</c:v>
                </c:pt>
                <c:pt idx="366">
                  <c:v>756</c:v>
                </c:pt>
                <c:pt idx="367">
                  <c:v>884</c:v>
                </c:pt>
                <c:pt idx="368">
                  <c:v>1011</c:v>
                </c:pt>
                <c:pt idx="369">
                  <c:v>1097</c:v>
                </c:pt>
                <c:pt idx="370">
                  <c:v>1190</c:v>
                </c:pt>
                <c:pt idx="371">
                  <c:v>1159</c:v>
                </c:pt>
                <c:pt idx="372">
                  <c:v>1139</c:v>
                </c:pt>
                <c:pt idx="373">
                  <c:v>1260</c:v>
                </c:pt>
                <c:pt idx="374">
                  <c:v>1380</c:v>
                </c:pt>
                <c:pt idx="375">
                  <c:v>1501</c:v>
                </c:pt>
                <c:pt idx="376">
                  <c:v>1631</c:v>
                </c:pt>
                <c:pt idx="377">
                  <c:v>1761</c:v>
                </c:pt>
                <c:pt idx="378">
                  <c:v>1831</c:v>
                </c:pt>
                <c:pt idx="379">
                  <c:v>1807</c:v>
                </c:pt>
                <c:pt idx="380">
                  <c:v>1881</c:v>
                </c:pt>
                <c:pt idx="381">
                  <c:v>2039</c:v>
                </c:pt>
                <c:pt idx="382">
                  <c:v>2179</c:v>
                </c:pt>
                <c:pt idx="383">
                  <c:v>2264</c:v>
                </c:pt>
                <c:pt idx="384">
                  <c:v>2299</c:v>
                </c:pt>
                <c:pt idx="385">
                  <c:v>2279</c:v>
                </c:pt>
                <c:pt idx="386">
                  <c:v>2227</c:v>
                </c:pt>
                <c:pt idx="387">
                  <c:v>2164</c:v>
                </c:pt>
                <c:pt idx="388">
                  <c:v>2436</c:v>
                </c:pt>
                <c:pt idx="389">
                  <c:v>2742</c:v>
                </c:pt>
                <c:pt idx="390">
                  <c:v>2988</c:v>
                </c:pt>
                <c:pt idx="391">
                  <c:v>3223</c:v>
                </c:pt>
                <c:pt idx="392">
                  <c:v>3420</c:v>
                </c:pt>
                <c:pt idx="393">
                  <c:v>3645</c:v>
                </c:pt>
                <c:pt idx="394">
                  <c:v>3817</c:v>
                </c:pt>
                <c:pt idx="395">
                  <c:v>3869</c:v>
                </c:pt>
                <c:pt idx="396">
                  <c:v>4084</c:v>
                </c:pt>
                <c:pt idx="397">
                  <c:v>4119</c:v>
                </c:pt>
                <c:pt idx="398">
                  <c:v>4058</c:v>
                </c:pt>
                <c:pt idx="399">
                  <c:v>4271</c:v>
                </c:pt>
                <c:pt idx="400">
                  <c:v>4339</c:v>
                </c:pt>
                <c:pt idx="401">
                  <c:v>4592</c:v>
                </c:pt>
                <c:pt idx="402">
                  <c:v>4793</c:v>
                </c:pt>
                <c:pt idx="403">
                  <c:v>4880</c:v>
                </c:pt>
                <c:pt idx="404">
                  <c:v>4944</c:v>
                </c:pt>
                <c:pt idx="405">
                  <c:v>4983</c:v>
                </c:pt>
                <c:pt idx="406">
                  <c:v>4847</c:v>
                </c:pt>
                <c:pt idx="407">
                  <c:v>5088</c:v>
                </c:pt>
                <c:pt idx="408">
                  <c:v>4905</c:v>
                </c:pt>
                <c:pt idx="409">
                  <c:v>5025</c:v>
                </c:pt>
                <c:pt idx="410">
                  <c:v>4972</c:v>
                </c:pt>
                <c:pt idx="411">
                  <c:v>4833</c:v>
                </c:pt>
                <c:pt idx="412">
                  <c:v>5074</c:v>
                </c:pt>
                <c:pt idx="413">
                  <c:v>5478</c:v>
                </c:pt>
                <c:pt idx="414">
                  <c:v>5513</c:v>
                </c:pt>
                <c:pt idx="415">
                  <c:v>5617</c:v>
                </c:pt>
                <c:pt idx="416">
                  <c:v>5824</c:v>
                </c:pt>
                <c:pt idx="417">
                  <c:v>6096</c:v>
                </c:pt>
                <c:pt idx="418">
                  <c:v>6240</c:v>
                </c:pt>
                <c:pt idx="419">
                  <c:v>6336</c:v>
                </c:pt>
                <c:pt idx="420">
                  <c:v>6172</c:v>
                </c:pt>
                <c:pt idx="421">
                  <c:v>6075</c:v>
                </c:pt>
                <c:pt idx="422">
                  <c:v>5855</c:v>
                </c:pt>
                <c:pt idx="423">
                  <c:v>5683</c:v>
                </c:pt>
                <c:pt idx="424">
                  <c:v>5590</c:v>
                </c:pt>
                <c:pt idx="425">
                  <c:v>5571</c:v>
                </c:pt>
                <c:pt idx="426">
                  <c:v>5310</c:v>
                </c:pt>
                <c:pt idx="427">
                  <c:v>4943</c:v>
                </c:pt>
                <c:pt idx="428">
                  <c:v>4531</c:v>
                </c:pt>
                <c:pt idx="429">
                  <c:v>4391</c:v>
                </c:pt>
                <c:pt idx="430">
                  <c:v>4279</c:v>
                </c:pt>
                <c:pt idx="431">
                  <c:v>4206</c:v>
                </c:pt>
                <c:pt idx="432">
                  <c:v>4539</c:v>
                </c:pt>
                <c:pt idx="433">
                  <c:v>4855</c:v>
                </c:pt>
                <c:pt idx="434">
                  <c:v>4677</c:v>
                </c:pt>
                <c:pt idx="435">
                  <c:v>4736</c:v>
                </c:pt>
                <c:pt idx="436">
                  <c:v>4726</c:v>
                </c:pt>
                <c:pt idx="437">
                  <c:v>4887</c:v>
                </c:pt>
                <c:pt idx="438">
                  <c:v>4733</c:v>
                </c:pt>
                <c:pt idx="439">
                  <c:v>4454</c:v>
                </c:pt>
                <c:pt idx="440">
                  <c:v>4411</c:v>
                </c:pt>
                <c:pt idx="441">
                  <c:v>4521</c:v>
                </c:pt>
                <c:pt idx="442">
                  <c:v>4575</c:v>
                </c:pt>
                <c:pt idx="443">
                  <c:v>4634</c:v>
                </c:pt>
                <c:pt idx="444">
                  <c:v>4612</c:v>
                </c:pt>
                <c:pt idx="445">
                  <c:v>4777</c:v>
                </c:pt>
                <c:pt idx="446">
                  <c:v>4816</c:v>
                </c:pt>
                <c:pt idx="447">
                  <c:v>5023</c:v>
                </c:pt>
                <c:pt idx="448">
                  <c:v>5656</c:v>
                </c:pt>
                <c:pt idx="449">
                  <c:v>6461</c:v>
                </c:pt>
                <c:pt idx="450">
                  <c:v>7060</c:v>
                </c:pt>
                <c:pt idx="451">
                  <c:v>7201</c:v>
                </c:pt>
                <c:pt idx="452">
                  <c:v>7176</c:v>
                </c:pt>
                <c:pt idx="453">
                  <c:v>7050</c:v>
                </c:pt>
                <c:pt idx="454">
                  <c:v>6901</c:v>
                </c:pt>
                <c:pt idx="455">
                  <c:v>7089</c:v>
                </c:pt>
                <c:pt idx="456">
                  <c:v>6671</c:v>
                </c:pt>
                <c:pt idx="457">
                  <c:v>6758</c:v>
                </c:pt>
                <c:pt idx="458">
                  <c:v>6677</c:v>
                </c:pt>
                <c:pt idx="459">
                  <c:v>6615</c:v>
                </c:pt>
                <c:pt idx="460">
                  <c:v>7032</c:v>
                </c:pt>
                <c:pt idx="461">
                  <c:v>7455</c:v>
                </c:pt>
                <c:pt idx="462">
                  <c:v>7936</c:v>
                </c:pt>
                <c:pt idx="463">
                  <c:v>8420</c:v>
                </c:pt>
                <c:pt idx="464">
                  <c:v>8689</c:v>
                </c:pt>
                <c:pt idx="465">
                  <c:v>8514</c:v>
                </c:pt>
                <c:pt idx="466">
                  <c:v>8078</c:v>
                </c:pt>
                <c:pt idx="467">
                  <c:v>7796</c:v>
                </c:pt>
                <c:pt idx="468">
                  <c:v>7767</c:v>
                </c:pt>
                <c:pt idx="469">
                  <c:v>7753</c:v>
                </c:pt>
                <c:pt idx="470">
                  <c:v>7770</c:v>
                </c:pt>
                <c:pt idx="471">
                  <c:v>7574</c:v>
                </c:pt>
                <c:pt idx="472">
                  <c:v>7259</c:v>
                </c:pt>
                <c:pt idx="473">
                  <c:v>6994</c:v>
                </c:pt>
                <c:pt idx="474">
                  <c:v>6900</c:v>
                </c:pt>
                <c:pt idx="475">
                  <c:v>6883</c:v>
                </c:pt>
                <c:pt idx="476">
                  <c:v>6917</c:v>
                </c:pt>
                <c:pt idx="477">
                  <c:v>6878</c:v>
                </c:pt>
                <c:pt idx="478">
                  <c:v>7360</c:v>
                </c:pt>
                <c:pt idx="479">
                  <c:v>7558</c:v>
                </c:pt>
                <c:pt idx="480">
                  <c:v>7407</c:v>
                </c:pt>
                <c:pt idx="481">
                  <c:v>7271</c:v>
                </c:pt>
                <c:pt idx="482">
                  <c:v>7079</c:v>
                </c:pt>
                <c:pt idx="483">
                  <c:v>6754</c:v>
                </c:pt>
                <c:pt idx="484">
                  <c:v>6596</c:v>
                </c:pt>
                <c:pt idx="485">
                  <c:v>6693</c:v>
                </c:pt>
                <c:pt idx="486">
                  <c:v>6562</c:v>
                </c:pt>
                <c:pt idx="487">
                  <c:v>6680</c:v>
                </c:pt>
                <c:pt idx="488">
                  <c:v>6478</c:v>
                </c:pt>
                <c:pt idx="489">
                  <c:v>6602</c:v>
                </c:pt>
                <c:pt idx="490">
                  <c:v>6680</c:v>
                </c:pt>
                <c:pt idx="491">
                  <c:v>6407</c:v>
                </c:pt>
                <c:pt idx="492">
                  <c:v>6359</c:v>
                </c:pt>
                <c:pt idx="493">
                  <c:v>5587</c:v>
                </c:pt>
                <c:pt idx="494">
                  <c:v>5458</c:v>
                </c:pt>
                <c:pt idx="495">
                  <c:v>5275</c:v>
                </c:pt>
                <c:pt idx="496">
                  <c:v>5269</c:v>
                </c:pt>
                <c:pt idx="497">
                  <c:v>5245</c:v>
                </c:pt>
                <c:pt idx="498">
                  <c:v>5055</c:v>
                </c:pt>
                <c:pt idx="499">
                  <c:v>5060</c:v>
                </c:pt>
                <c:pt idx="500">
                  <c:v>5036</c:v>
                </c:pt>
                <c:pt idx="501">
                  <c:v>4942</c:v>
                </c:pt>
                <c:pt idx="502">
                  <c:v>4963</c:v>
                </c:pt>
                <c:pt idx="503">
                  <c:v>4952</c:v>
                </c:pt>
                <c:pt idx="504">
                  <c:v>4909</c:v>
                </c:pt>
                <c:pt idx="505">
                  <c:v>5072</c:v>
                </c:pt>
                <c:pt idx="506">
                  <c:v>5699</c:v>
                </c:pt>
                <c:pt idx="507">
                  <c:v>6335</c:v>
                </c:pt>
                <c:pt idx="508">
                  <c:v>6807</c:v>
                </c:pt>
                <c:pt idx="509">
                  <c:v>7312</c:v>
                </c:pt>
                <c:pt idx="510">
                  <c:v>7701</c:v>
                </c:pt>
                <c:pt idx="511">
                  <c:v>7841</c:v>
                </c:pt>
                <c:pt idx="512">
                  <c:v>8032</c:v>
                </c:pt>
                <c:pt idx="513">
                  <c:v>8165</c:v>
                </c:pt>
                <c:pt idx="514">
                  <c:v>8389</c:v>
                </c:pt>
                <c:pt idx="515">
                  <c:v>8728</c:v>
                </c:pt>
                <c:pt idx="516">
                  <c:v>9017</c:v>
                </c:pt>
                <c:pt idx="517">
                  <c:v>9586</c:v>
                </c:pt>
                <c:pt idx="518">
                  <c:v>9902</c:v>
                </c:pt>
                <c:pt idx="519">
                  <c:v>10105</c:v>
                </c:pt>
                <c:pt idx="520">
                  <c:v>9975</c:v>
                </c:pt>
                <c:pt idx="521">
                  <c:v>9959</c:v>
                </c:pt>
                <c:pt idx="522">
                  <c:v>10149</c:v>
                </c:pt>
                <c:pt idx="523">
                  <c:v>10263</c:v>
                </c:pt>
                <c:pt idx="524">
                  <c:v>10181</c:v>
                </c:pt>
                <c:pt idx="525">
                  <c:v>10119</c:v>
                </c:pt>
                <c:pt idx="526">
                  <c:v>10180</c:v>
                </c:pt>
                <c:pt idx="527">
                  <c:v>10067</c:v>
                </c:pt>
                <c:pt idx="528">
                  <c:v>10230</c:v>
                </c:pt>
                <c:pt idx="529">
                  <c:v>10475</c:v>
                </c:pt>
                <c:pt idx="530">
                  <c:v>10610</c:v>
                </c:pt>
                <c:pt idx="531">
                  <c:v>10854</c:v>
                </c:pt>
                <c:pt idx="532">
                  <c:v>10986</c:v>
                </c:pt>
                <c:pt idx="533">
                  <c:v>11092</c:v>
                </c:pt>
                <c:pt idx="534">
                  <c:v>11324</c:v>
                </c:pt>
                <c:pt idx="535">
                  <c:v>11152</c:v>
                </c:pt>
                <c:pt idx="536">
                  <c:v>11084</c:v>
                </c:pt>
                <c:pt idx="537">
                  <c:v>11197</c:v>
                </c:pt>
                <c:pt idx="538">
                  <c:v>11296</c:v>
                </c:pt>
                <c:pt idx="539">
                  <c:v>11326</c:v>
                </c:pt>
                <c:pt idx="540">
                  <c:v>11119</c:v>
                </c:pt>
                <c:pt idx="541">
                  <c:v>11544</c:v>
                </c:pt>
                <c:pt idx="542">
                  <c:v>12061</c:v>
                </c:pt>
                <c:pt idx="543">
                  <c:v>12334</c:v>
                </c:pt>
                <c:pt idx="544">
                  <c:v>12474</c:v>
                </c:pt>
                <c:pt idx="545">
                  <c:v>12418</c:v>
                </c:pt>
                <c:pt idx="546">
                  <c:v>12532</c:v>
                </c:pt>
                <c:pt idx="547">
                  <c:v>12645</c:v>
                </c:pt>
                <c:pt idx="548">
                  <c:v>12656</c:v>
                </c:pt>
                <c:pt idx="549">
                  <c:v>12732</c:v>
                </c:pt>
                <c:pt idx="550">
                  <c:v>12954</c:v>
                </c:pt>
                <c:pt idx="551">
                  <c:v>12935</c:v>
                </c:pt>
                <c:pt idx="552">
                  <c:v>12905</c:v>
                </c:pt>
                <c:pt idx="553">
                  <c:v>12930</c:v>
                </c:pt>
                <c:pt idx="554">
                  <c:v>12862</c:v>
                </c:pt>
                <c:pt idx="555">
                  <c:v>12897</c:v>
                </c:pt>
                <c:pt idx="556">
                  <c:v>13033</c:v>
                </c:pt>
                <c:pt idx="557">
                  <c:v>13126</c:v>
                </c:pt>
                <c:pt idx="558">
                  <c:v>13455</c:v>
                </c:pt>
                <c:pt idx="559">
                  <c:v>13391</c:v>
                </c:pt>
                <c:pt idx="560">
                  <c:v>13191</c:v>
                </c:pt>
                <c:pt idx="561">
                  <c:v>12842</c:v>
                </c:pt>
                <c:pt idx="562">
                  <c:v>12612</c:v>
                </c:pt>
                <c:pt idx="563">
                  <c:v>12459</c:v>
                </c:pt>
                <c:pt idx="564">
                  <c:v>12445</c:v>
                </c:pt>
                <c:pt idx="565">
                  <c:v>12414</c:v>
                </c:pt>
                <c:pt idx="566">
                  <c:v>12270</c:v>
                </c:pt>
                <c:pt idx="567">
                  <c:v>12209</c:v>
                </c:pt>
                <c:pt idx="568">
                  <c:v>12210</c:v>
                </c:pt>
                <c:pt idx="569">
                  <c:v>12019</c:v>
                </c:pt>
                <c:pt idx="570">
                  <c:v>11981</c:v>
                </c:pt>
                <c:pt idx="571">
                  <c:v>11848</c:v>
                </c:pt>
                <c:pt idx="572">
                  <c:v>11683</c:v>
                </c:pt>
                <c:pt idx="573">
                  <c:v>11567</c:v>
                </c:pt>
                <c:pt idx="574">
                  <c:v>11536</c:v>
                </c:pt>
                <c:pt idx="575">
                  <c:v>11635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E0-4B85-8D68-76D1C62BB7AC}"/>
            </c:ext>
          </c:extLst>
        </c:ser>
        <c:ser>
          <c:idx val="1"/>
          <c:order val="1"/>
          <c:tx>
            <c:strRef>
              <c:f>power_balancing!$C$1</c:f>
              <c:strCache>
                <c:ptCount val="1"/>
                <c:pt idx="0">
                  <c:v>OtherEnergy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val>
            <c:numRef>
              <c:f>power_balancing!$C$2:$C$577</c:f>
              <c:numCache>
                <c:formatCode>General</c:formatCode>
                <c:ptCount val="576"/>
                <c:pt idx="0">
                  <c:v>21701</c:v>
                </c:pt>
                <c:pt idx="1">
                  <c:v>21831</c:v>
                </c:pt>
                <c:pt idx="2">
                  <c:v>21425</c:v>
                </c:pt>
                <c:pt idx="3">
                  <c:v>20827</c:v>
                </c:pt>
                <c:pt idx="4">
                  <c:v>19976</c:v>
                </c:pt>
                <c:pt idx="5">
                  <c:v>19430</c:v>
                </c:pt>
                <c:pt idx="6">
                  <c:v>18719</c:v>
                </c:pt>
                <c:pt idx="7">
                  <c:v>18053</c:v>
                </c:pt>
                <c:pt idx="8">
                  <c:v>17368</c:v>
                </c:pt>
                <c:pt idx="9">
                  <c:v>17578</c:v>
                </c:pt>
                <c:pt idx="10">
                  <c:v>18132</c:v>
                </c:pt>
                <c:pt idx="11">
                  <c:v>18569</c:v>
                </c:pt>
                <c:pt idx="12">
                  <c:v>21028</c:v>
                </c:pt>
                <c:pt idx="13">
                  <c:v>23554</c:v>
                </c:pt>
                <c:pt idx="14">
                  <c:v>26701</c:v>
                </c:pt>
                <c:pt idx="15">
                  <c:v>28706</c:v>
                </c:pt>
                <c:pt idx="16">
                  <c:v>30093</c:v>
                </c:pt>
                <c:pt idx="17">
                  <c:v>30242</c:v>
                </c:pt>
                <c:pt idx="18">
                  <c:v>30459</c:v>
                </c:pt>
                <c:pt idx="19">
                  <c:v>30603</c:v>
                </c:pt>
                <c:pt idx="20">
                  <c:v>30360</c:v>
                </c:pt>
                <c:pt idx="21">
                  <c:v>30206</c:v>
                </c:pt>
                <c:pt idx="22">
                  <c:v>29704</c:v>
                </c:pt>
                <c:pt idx="23">
                  <c:v>28995</c:v>
                </c:pt>
                <c:pt idx="24">
                  <c:v>29114</c:v>
                </c:pt>
                <c:pt idx="25">
                  <c:v>28843</c:v>
                </c:pt>
                <c:pt idx="26">
                  <c:v>28319</c:v>
                </c:pt>
                <c:pt idx="27">
                  <c:v>27645</c:v>
                </c:pt>
                <c:pt idx="28">
                  <c:v>27677</c:v>
                </c:pt>
                <c:pt idx="29">
                  <c:v>27461</c:v>
                </c:pt>
                <c:pt idx="30">
                  <c:v>27561</c:v>
                </c:pt>
                <c:pt idx="31">
                  <c:v>28345</c:v>
                </c:pt>
                <c:pt idx="32">
                  <c:v>29933</c:v>
                </c:pt>
                <c:pt idx="33">
                  <c:v>31234</c:v>
                </c:pt>
                <c:pt idx="34">
                  <c:v>31935</c:v>
                </c:pt>
                <c:pt idx="35">
                  <c:v>31799</c:v>
                </c:pt>
                <c:pt idx="36">
                  <c:v>30870</c:v>
                </c:pt>
                <c:pt idx="37">
                  <c:v>29505</c:v>
                </c:pt>
                <c:pt idx="38">
                  <c:v>28356</c:v>
                </c:pt>
                <c:pt idx="39">
                  <c:v>27256</c:v>
                </c:pt>
                <c:pt idx="40">
                  <c:v>25744</c:v>
                </c:pt>
                <c:pt idx="41">
                  <c:v>24212</c:v>
                </c:pt>
                <c:pt idx="42">
                  <c:v>22727</c:v>
                </c:pt>
                <c:pt idx="43">
                  <c:v>20663</c:v>
                </c:pt>
                <c:pt idx="44">
                  <c:v>18969</c:v>
                </c:pt>
                <c:pt idx="45">
                  <c:v>17191</c:v>
                </c:pt>
                <c:pt idx="46">
                  <c:v>15372</c:v>
                </c:pt>
                <c:pt idx="47">
                  <c:v>14003</c:v>
                </c:pt>
                <c:pt idx="48">
                  <c:v>13846</c:v>
                </c:pt>
                <c:pt idx="49">
                  <c:v>14258</c:v>
                </c:pt>
                <c:pt idx="50">
                  <c:v>14091</c:v>
                </c:pt>
                <c:pt idx="51">
                  <c:v>13491</c:v>
                </c:pt>
                <c:pt idx="52">
                  <c:v>13017</c:v>
                </c:pt>
                <c:pt idx="53">
                  <c:v>12677</c:v>
                </c:pt>
                <c:pt idx="54">
                  <c:v>12444</c:v>
                </c:pt>
                <c:pt idx="55">
                  <c:v>11985</c:v>
                </c:pt>
                <c:pt idx="56">
                  <c:v>11840</c:v>
                </c:pt>
                <c:pt idx="57">
                  <c:v>12164</c:v>
                </c:pt>
                <c:pt idx="58">
                  <c:v>12840</c:v>
                </c:pt>
                <c:pt idx="59">
                  <c:v>14231</c:v>
                </c:pt>
                <c:pt idx="60">
                  <c:v>16920</c:v>
                </c:pt>
                <c:pt idx="61">
                  <c:v>19272</c:v>
                </c:pt>
                <c:pt idx="62">
                  <c:v>22424</c:v>
                </c:pt>
                <c:pt idx="63">
                  <c:v>24094</c:v>
                </c:pt>
                <c:pt idx="64">
                  <c:v>25641</c:v>
                </c:pt>
                <c:pt idx="65">
                  <c:v>25638</c:v>
                </c:pt>
                <c:pt idx="66">
                  <c:v>26677</c:v>
                </c:pt>
                <c:pt idx="67">
                  <c:v>27141</c:v>
                </c:pt>
                <c:pt idx="68">
                  <c:v>27296</c:v>
                </c:pt>
                <c:pt idx="69">
                  <c:v>27367</c:v>
                </c:pt>
                <c:pt idx="70">
                  <c:v>27490</c:v>
                </c:pt>
                <c:pt idx="71">
                  <c:v>27636</c:v>
                </c:pt>
                <c:pt idx="72">
                  <c:v>28016</c:v>
                </c:pt>
                <c:pt idx="73">
                  <c:v>28234</c:v>
                </c:pt>
                <c:pt idx="74">
                  <c:v>28058</c:v>
                </c:pt>
                <c:pt idx="75">
                  <c:v>27792</c:v>
                </c:pt>
                <c:pt idx="76">
                  <c:v>28526</c:v>
                </c:pt>
                <c:pt idx="77">
                  <c:v>28769</c:v>
                </c:pt>
                <c:pt idx="78">
                  <c:v>29234</c:v>
                </c:pt>
                <c:pt idx="79">
                  <c:v>30255</c:v>
                </c:pt>
                <c:pt idx="80">
                  <c:v>32700</c:v>
                </c:pt>
                <c:pt idx="81">
                  <c:v>34157</c:v>
                </c:pt>
                <c:pt idx="82">
                  <c:v>34105</c:v>
                </c:pt>
                <c:pt idx="83">
                  <c:v>34756</c:v>
                </c:pt>
                <c:pt idx="84">
                  <c:v>34743</c:v>
                </c:pt>
                <c:pt idx="85">
                  <c:v>34544</c:v>
                </c:pt>
                <c:pt idx="86">
                  <c:v>33573</c:v>
                </c:pt>
                <c:pt idx="87">
                  <c:v>32735</c:v>
                </c:pt>
                <c:pt idx="88">
                  <c:v>31790</c:v>
                </c:pt>
                <c:pt idx="89">
                  <c:v>30530</c:v>
                </c:pt>
                <c:pt idx="90">
                  <c:v>29291</c:v>
                </c:pt>
                <c:pt idx="91">
                  <c:v>27680</c:v>
                </c:pt>
                <c:pt idx="92">
                  <c:v>26026</c:v>
                </c:pt>
                <c:pt idx="93">
                  <c:v>24415</c:v>
                </c:pt>
                <c:pt idx="94">
                  <c:v>23129</c:v>
                </c:pt>
                <c:pt idx="95">
                  <c:v>22382</c:v>
                </c:pt>
                <c:pt idx="96">
                  <c:v>22349</c:v>
                </c:pt>
                <c:pt idx="97">
                  <c:v>22702</c:v>
                </c:pt>
                <c:pt idx="98">
                  <c:v>22781</c:v>
                </c:pt>
                <c:pt idx="99">
                  <c:v>22456</c:v>
                </c:pt>
                <c:pt idx="100">
                  <c:v>22080</c:v>
                </c:pt>
                <c:pt idx="101">
                  <c:v>21893</c:v>
                </c:pt>
                <c:pt idx="102">
                  <c:v>21539</c:v>
                </c:pt>
                <c:pt idx="103">
                  <c:v>21053</c:v>
                </c:pt>
                <c:pt idx="104">
                  <c:v>20920</c:v>
                </c:pt>
                <c:pt idx="105">
                  <c:v>21009</c:v>
                </c:pt>
                <c:pt idx="106">
                  <c:v>21711</c:v>
                </c:pt>
                <c:pt idx="107">
                  <c:v>23236</c:v>
                </c:pt>
                <c:pt idx="108">
                  <c:v>25875</c:v>
                </c:pt>
                <c:pt idx="109">
                  <c:v>28408</c:v>
                </c:pt>
                <c:pt idx="110">
                  <c:v>31704</c:v>
                </c:pt>
                <c:pt idx="111">
                  <c:v>33320</c:v>
                </c:pt>
                <c:pt idx="112">
                  <c:v>34451</c:v>
                </c:pt>
                <c:pt idx="113">
                  <c:v>34885</c:v>
                </c:pt>
                <c:pt idx="114">
                  <c:v>35783</c:v>
                </c:pt>
                <c:pt idx="115">
                  <c:v>35686</c:v>
                </c:pt>
                <c:pt idx="116">
                  <c:v>35954</c:v>
                </c:pt>
                <c:pt idx="117">
                  <c:v>35812</c:v>
                </c:pt>
                <c:pt idx="118">
                  <c:v>35117</c:v>
                </c:pt>
                <c:pt idx="119">
                  <c:v>35081</c:v>
                </c:pt>
                <c:pt idx="120">
                  <c:v>35463</c:v>
                </c:pt>
                <c:pt idx="121">
                  <c:v>35663</c:v>
                </c:pt>
                <c:pt idx="122">
                  <c:v>35771</c:v>
                </c:pt>
                <c:pt idx="123">
                  <c:v>35867</c:v>
                </c:pt>
                <c:pt idx="124">
                  <c:v>35778</c:v>
                </c:pt>
                <c:pt idx="125">
                  <c:v>35523</c:v>
                </c:pt>
                <c:pt idx="126">
                  <c:v>35565</c:v>
                </c:pt>
                <c:pt idx="127">
                  <c:v>36099</c:v>
                </c:pt>
                <c:pt idx="128">
                  <c:v>38096</c:v>
                </c:pt>
                <c:pt idx="129">
                  <c:v>39229</c:v>
                </c:pt>
                <c:pt idx="130">
                  <c:v>39277</c:v>
                </c:pt>
                <c:pt idx="131">
                  <c:v>39533</c:v>
                </c:pt>
                <c:pt idx="132">
                  <c:v>39302</c:v>
                </c:pt>
                <c:pt idx="133">
                  <c:v>38974</c:v>
                </c:pt>
                <c:pt idx="134">
                  <c:v>37777</c:v>
                </c:pt>
                <c:pt idx="135">
                  <c:v>36872</c:v>
                </c:pt>
                <c:pt idx="136">
                  <c:v>35654</c:v>
                </c:pt>
                <c:pt idx="137">
                  <c:v>34478</c:v>
                </c:pt>
                <c:pt idx="138">
                  <c:v>33198</c:v>
                </c:pt>
                <c:pt idx="139">
                  <c:v>31355</c:v>
                </c:pt>
                <c:pt idx="140">
                  <c:v>29601</c:v>
                </c:pt>
                <c:pt idx="141">
                  <c:v>27895</c:v>
                </c:pt>
                <c:pt idx="142">
                  <c:v>26157</c:v>
                </c:pt>
                <c:pt idx="143">
                  <c:v>24993</c:v>
                </c:pt>
                <c:pt idx="144">
                  <c:v>24510</c:v>
                </c:pt>
                <c:pt idx="145">
                  <c:v>25068</c:v>
                </c:pt>
                <c:pt idx="146">
                  <c:v>24646</c:v>
                </c:pt>
                <c:pt idx="147">
                  <c:v>24033</c:v>
                </c:pt>
                <c:pt idx="148">
                  <c:v>23447</c:v>
                </c:pt>
                <c:pt idx="149">
                  <c:v>23203</c:v>
                </c:pt>
                <c:pt idx="150">
                  <c:v>23066</c:v>
                </c:pt>
                <c:pt idx="151">
                  <c:v>22961</c:v>
                </c:pt>
                <c:pt idx="152">
                  <c:v>22824</c:v>
                </c:pt>
                <c:pt idx="153">
                  <c:v>22979</c:v>
                </c:pt>
                <c:pt idx="154">
                  <c:v>23696</c:v>
                </c:pt>
                <c:pt idx="155">
                  <c:v>24946</c:v>
                </c:pt>
                <c:pt idx="156">
                  <c:v>27738</c:v>
                </c:pt>
                <c:pt idx="157">
                  <c:v>30187</c:v>
                </c:pt>
                <c:pt idx="158">
                  <c:v>33392</c:v>
                </c:pt>
                <c:pt idx="159">
                  <c:v>35059</c:v>
                </c:pt>
                <c:pt idx="160">
                  <c:v>36824</c:v>
                </c:pt>
                <c:pt idx="161">
                  <c:v>37484</c:v>
                </c:pt>
                <c:pt idx="162">
                  <c:v>37517</c:v>
                </c:pt>
                <c:pt idx="163">
                  <c:v>37842</c:v>
                </c:pt>
                <c:pt idx="164">
                  <c:v>38166</c:v>
                </c:pt>
                <c:pt idx="165">
                  <c:v>38021</c:v>
                </c:pt>
                <c:pt idx="166">
                  <c:v>37750</c:v>
                </c:pt>
                <c:pt idx="167">
                  <c:v>37525</c:v>
                </c:pt>
                <c:pt idx="168">
                  <c:v>38057</c:v>
                </c:pt>
                <c:pt idx="169">
                  <c:v>37825</c:v>
                </c:pt>
                <c:pt idx="170">
                  <c:v>37594</c:v>
                </c:pt>
                <c:pt idx="171">
                  <c:v>37396</c:v>
                </c:pt>
                <c:pt idx="172">
                  <c:v>37631</c:v>
                </c:pt>
                <c:pt idx="173">
                  <c:v>37475</c:v>
                </c:pt>
                <c:pt idx="174">
                  <c:v>37525</c:v>
                </c:pt>
                <c:pt idx="175">
                  <c:v>38190</c:v>
                </c:pt>
                <c:pt idx="176">
                  <c:v>39717</c:v>
                </c:pt>
                <c:pt idx="177">
                  <c:v>40359</c:v>
                </c:pt>
                <c:pt idx="178">
                  <c:v>40481</c:v>
                </c:pt>
                <c:pt idx="179">
                  <c:v>40049</c:v>
                </c:pt>
                <c:pt idx="180">
                  <c:v>39649</c:v>
                </c:pt>
                <c:pt idx="181">
                  <c:v>38861</c:v>
                </c:pt>
                <c:pt idx="182">
                  <c:v>37625</c:v>
                </c:pt>
                <c:pt idx="183">
                  <c:v>36231</c:v>
                </c:pt>
                <c:pt idx="184">
                  <c:v>34955</c:v>
                </c:pt>
                <c:pt idx="185">
                  <c:v>33694</c:v>
                </c:pt>
                <c:pt idx="186">
                  <c:v>32310</c:v>
                </c:pt>
                <c:pt idx="187">
                  <c:v>31143</c:v>
                </c:pt>
                <c:pt idx="188">
                  <c:v>29314</c:v>
                </c:pt>
                <c:pt idx="189">
                  <c:v>27643</c:v>
                </c:pt>
                <c:pt idx="190">
                  <c:v>26032</c:v>
                </c:pt>
                <c:pt idx="191">
                  <c:v>24999</c:v>
                </c:pt>
                <c:pt idx="192">
                  <c:v>24589</c:v>
                </c:pt>
                <c:pt idx="193">
                  <c:v>24993</c:v>
                </c:pt>
                <c:pt idx="194">
                  <c:v>24364</c:v>
                </c:pt>
                <c:pt idx="195">
                  <c:v>23622</c:v>
                </c:pt>
                <c:pt idx="196">
                  <c:v>22823</c:v>
                </c:pt>
                <c:pt idx="197">
                  <c:v>22433</c:v>
                </c:pt>
                <c:pt idx="198">
                  <c:v>22242</c:v>
                </c:pt>
                <c:pt idx="199">
                  <c:v>21907</c:v>
                </c:pt>
                <c:pt idx="200">
                  <c:v>21668</c:v>
                </c:pt>
                <c:pt idx="201">
                  <c:v>21580</c:v>
                </c:pt>
                <c:pt idx="202">
                  <c:v>21836</c:v>
                </c:pt>
                <c:pt idx="203">
                  <c:v>22462</c:v>
                </c:pt>
                <c:pt idx="204">
                  <c:v>23732</c:v>
                </c:pt>
                <c:pt idx="205">
                  <c:v>24699</c:v>
                </c:pt>
                <c:pt idx="206">
                  <c:v>26249</c:v>
                </c:pt>
                <c:pt idx="207">
                  <c:v>27506</c:v>
                </c:pt>
                <c:pt idx="208">
                  <c:v>29281</c:v>
                </c:pt>
                <c:pt idx="209">
                  <c:v>30608</c:v>
                </c:pt>
                <c:pt idx="210">
                  <c:v>32010</c:v>
                </c:pt>
                <c:pt idx="211">
                  <c:v>32764</c:v>
                </c:pt>
                <c:pt idx="212">
                  <c:v>33078</c:v>
                </c:pt>
                <c:pt idx="213">
                  <c:v>33269</c:v>
                </c:pt>
                <c:pt idx="214">
                  <c:v>34131</c:v>
                </c:pt>
                <c:pt idx="215">
                  <c:v>34470</c:v>
                </c:pt>
                <c:pt idx="216">
                  <c:v>34468</c:v>
                </c:pt>
                <c:pt idx="217">
                  <c:v>34313</c:v>
                </c:pt>
                <c:pt idx="218">
                  <c:v>34495</c:v>
                </c:pt>
                <c:pt idx="219">
                  <c:v>34437</c:v>
                </c:pt>
                <c:pt idx="220">
                  <c:v>34419</c:v>
                </c:pt>
                <c:pt idx="221">
                  <c:v>34477</c:v>
                </c:pt>
                <c:pt idx="222">
                  <c:v>35031</c:v>
                </c:pt>
                <c:pt idx="223">
                  <c:v>35602</c:v>
                </c:pt>
                <c:pt idx="224">
                  <c:v>36555</c:v>
                </c:pt>
                <c:pt idx="225">
                  <c:v>37980</c:v>
                </c:pt>
                <c:pt idx="226">
                  <c:v>38929</c:v>
                </c:pt>
                <c:pt idx="227">
                  <c:v>39090</c:v>
                </c:pt>
                <c:pt idx="228">
                  <c:v>38582</c:v>
                </c:pt>
                <c:pt idx="229">
                  <c:v>37430</c:v>
                </c:pt>
                <c:pt idx="230">
                  <c:v>36098</c:v>
                </c:pt>
                <c:pt idx="231">
                  <c:v>34892</c:v>
                </c:pt>
                <c:pt idx="232">
                  <c:v>34359</c:v>
                </c:pt>
                <c:pt idx="233">
                  <c:v>33095</c:v>
                </c:pt>
                <c:pt idx="234">
                  <c:v>32013</c:v>
                </c:pt>
                <c:pt idx="235">
                  <c:v>31031</c:v>
                </c:pt>
                <c:pt idx="236">
                  <c:v>29604</c:v>
                </c:pt>
                <c:pt idx="237">
                  <c:v>28432</c:v>
                </c:pt>
                <c:pt idx="238">
                  <c:v>26881</c:v>
                </c:pt>
                <c:pt idx="239">
                  <c:v>25759</c:v>
                </c:pt>
                <c:pt idx="240">
                  <c:v>25510</c:v>
                </c:pt>
                <c:pt idx="241">
                  <c:v>25767</c:v>
                </c:pt>
                <c:pt idx="242">
                  <c:v>25478</c:v>
                </c:pt>
                <c:pt idx="243">
                  <c:v>24844</c:v>
                </c:pt>
                <c:pt idx="244">
                  <c:v>24215</c:v>
                </c:pt>
                <c:pt idx="245">
                  <c:v>23849</c:v>
                </c:pt>
                <c:pt idx="246">
                  <c:v>23616</c:v>
                </c:pt>
                <c:pt idx="247">
                  <c:v>23098</c:v>
                </c:pt>
                <c:pt idx="248">
                  <c:v>22741</c:v>
                </c:pt>
                <c:pt idx="249">
                  <c:v>22372</c:v>
                </c:pt>
                <c:pt idx="250">
                  <c:v>22459</c:v>
                </c:pt>
                <c:pt idx="251">
                  <c:v>22544</c:v>
                </c:pt>
                <c:pt idx="252">
                  <c:v>23459</c:v>
                </c:pt>
                <c:pt idx="253">
                  <c:v>24365</c:v>
                </c:pt>
                <c:pt idx="254">
                  <c:v>25685</c:v>
                </c:pt>
                <c:pt idx="255">
                  <c:v>26677</c:v>
                </c:pt>
                <c:pt idx="256">
                  <c:v>28386</c:v>
                </c:pt>
                <c:pt idx="257">
                  <c:v>29983</c:v>
                </c:pt>
                <c:pt idx="258">
                  <c:v>31610</c:v>
                </c:pt>
                <c:pt idx="259">
                  <c:v>32513</c:v>
                </c:pt>
                <c:pt idx="260">
                  <c:v>33431</c:v>
                </c:pt>
                <c:pt idx="261">
                  <c:v>33935</c:v>
                </c:pt>
                <c:pt idx="262">
                  <c:v>34324</c:v>
                </c:pt>
                <c:pt idx="263">
                  <c:v>34594</c:v>
                </c:pt>
                <c:pt idx="264">
                  <c:v>34918</c:v>
                </c:pt>
                <c:pt idx="265">
                  <c:v>34987</c:v>
                </c:pt>
                <c:pt idx="266">
                  <c:v>34985</c:v>
                </c:pt>
                <c:pt idx="267">
                  <c:v>34897</c:v>
                </c:pt>
                <c:pt idx="268">
                  <c:v>34915</c:v>
                </c:pt>
                <c:pt idx="269">
                  <c:v>35127</c:v>
                </c:pt>
                <c:pt idx="270">
                  <c:v>35508</c:v>
                </c:pt>
                <c:pt idx="271">
                  <c:v>36049</c:v>
                </c:pt>
                <c:pt idx="272">
                  <c:v>37538</c:v>
                </c:pt>
                <c:pt idx="273">
                  <c:v>38457</c:v>
                </c:pt>
                <c:pt idx="274">
                  <c:v>38801</c:v>
                </c:pt>
                <c:pt idx="275">
                  <c:v>38601</c:v>
                </c:pt>
                <c:pt idx="276">
                  <c:v>37676</c:v>
                </c:pt>
                <c:pt idx="277">
                  <c:v>37081</c:v>
                </c:pt>
                <c:pt idx="278">
                  <c:v>35697</c:v>
                </c:pt>
                <c:pt idx="279">
                  <c:v>34300</c:v>
                </c:pt>
                <c:pt idx="280">
                  <c:v>33201</c:v>
                </c:pt>
                <c:pt idx="281">
                  <c:v>31760</c:v>
                </c:pt>
                <c:pt idx="282">
                  <c:v>30414</c:v>
                </c:pt>
                <c:pt idx="283">
                  <c:v>28891</c:v>
                </c:pt>
                <c:pt idx="284">
                  <c:v>27390</c:v>
                </c:pt>
                <c:pt idx="285">
                  <c:v>25899</c:v>
                </c:pt>
                <c:pt idx="286">
                  <c:v>24249</c:v>
                </c:pt>
                <c:pt idx="287">
                  <c:v>23185</c:v>
                </c:pt>
                <c:pt idx="288">
                  <c:v>22986</c:v>
                </c:pt>
                <c:pt idx="289">
                  <c:v>23434</c:v>
                </c:pt>
                <c:pt idx="290">
                  <c:v>23351</c:v>
                </c:pt>
                <c:pt idx="291">
                  <c:v>23010</c:v>
                </c:pt>
                <c:pt idx="292">
                  <c:v>22707</c:v>
                </c:pt>
                <c:pt idx="293">
                  <c:v>22613</c:v>
                </c:pt>
                <c:pt idx="294">
                  <c:v>22302</c:v>
                </c:pt>
                <c:pt idx="295">
                  <c:v>21998</c:v>
                </c:pt>
                <c:pt idx="296">
                  <c:v>22042</c:v>
                </c:pt>
                <c:pt idx="297">
                  <c:v>22411</c:v>
                </c:pt>
                <c:pt idx="298">
                  <c:v>23284</c:v>
                </c:pt>
                <c:pt idx="299">
                  <c:v>24302</c:v>
                </c:pt>
                <c:pt idx="300">
                  <c:v>26749</c:v>
                </c:pt>
                <c:pt idx="301">
                  <c:v>29056</c:v>
                </c:pt>
                <c:pt idx="302">
                  <c:v>31667</c:v>
                </c:pt>
                <c:pt idx="303">
                  <c:v>33588</c:v>
                </c:pt>
                <c:pt idx="304">
                  <c:v>35681</c:v>
                </c:pt>
                <c:pt idx="305">
                  <c:v>37169</c:v>
                </c:pt>
                <c:pt idx="306">
                  <c:v>38296</c:v>
                </c:pt>
                <c:pt idx="307">
                  <c:v>38706</c:v>
                </c:pt>
                <c:pt idx="308">
                  <c:v>38690</c:v>
                </c:pt>
                <c:pt idx="309">
                  <c:v>38780</c:v>
                </c:pt>
                <c:pt idx="310">
                  <c:v>39423</c:v>
                </c:pt>
                <c:pt idx="311">
                  <c:v>39462</c:v>
                </c:pt>
                <c:pt idx="312">
                  <c:v>39458</c:v>
                </c:pt>
                <c:pt idx="313">
                  <c:v>39548</c:v>
                </c:pt>
                <c:pt idx="314">
                  <c:v>39809</c:v>
                </c:pt>
                <c:pt idx="315">
                  <c:v>39934</c:v>
                </c:pt>
                <c:pt idx="316">
                  <c:v>40252</c:v>
                </c:pt>
                <c:pt idx="317">
                  <c:v>40063</c:v>
                </c:pt>
                <c:pt idx="318">
                  <c:v>40386</c:v>
                </c:pt>
                <c:pt idx="319">
                  <c:v>40097</c:v>
                </c:pt>
                <c:pt idx="320">
                  <c:v>41163</c:v>
                </c:pt>
                <c:pt idx="321">
                  <c:v>41629</c:v>
                </c:pt>
                <c:pt idx="322">
                  <c:v>42279</c:v>
                </c:pt>
                <c:pt idx="323">
                  <c:v>42002</c:v>
                </c:pt>
                <c:pt idx="324">
                  <c:v>41622</c:v>
                </c:pt>
                <c:pt idx="325">
                  <c:v>41097</c:v>
                </c:pt>
                <c:pt idx="326">
                  <c:v>40111</c:v>
                </c:pt>
                <c:pt idx="327">
                  <c:v>39137</c:v>
                </c:pt>
                <c:pt idx="328">
                  <c:v>38037</c:v>
                </c:pt>
                <c:pt idx="329">
                  <c:v>36698</c:v>
                </c:pt>
                <c:pt idx="330">
                  <c:v>35281</c:v>
                </c:pt>
                <c:pt idx="331">
                  <c:v>33602</c:v>
                </c:pt>
                <c:pt idx="332">
                  <c:v>31656</c:v>
                </c:pt>
                <c:pt idx="333">
                  <c:v>30019</c:v>
                </c:pt>
                <c:pt idx="334">
                  <c:v>28074</c:v>
                </c:pt>
                <c:pt idx="335">
                  <c:v>26774</c:v>
                </c:pt>
                <c:pt idx="336">
                  <c:v>26233</c:v>
                </c:pt>
                <c:pt idx="337">
                  <c:v>26623</c:v>
                </c:pt>
                <c:pt idx="338">
                  <c:v>26270</c:v>
                </c:pt>
                <c:pt idx="339">
                  <c:v>25794</c:v>
                </c:pt>
                <c:pt idx="340">
                  <c:v>25218</c:v>
                </c:pt>
                <c:pt idx="341">
                  <c:v>24954</c:v>
                </c:pt>
                <c:pt idx="342">
                  <c:v>24711</c:v>
                </c:pt>
                <c:pt idx="343">
                  <c:v>24323</c:v>
                </c:pt>
                <c:pt idx="344">
                  <c:v>24224</c:v>
                </c:pt>
                <c:pt idx="345">
                  <c:v>24357</c:v>
                </c:pt>
                <c:pt idx="346">
                  <c:v>24862</c:v>
                </c:pt>
                <c:pt idx="347">
                  <c:v>25918</c:v>
                </c:pt>
                <c:pt idx="348">
                  <c:v>28471</c:v>
                </c:pt>
                <c:pt idx="349">
                  <c:v>30450</c:v>
                </c:pt>
                <c:pt idx="350">
                  <c:v>32758</c:v>
                </c:pt>
                <c:pt idx="351">
                  <c:v>34568</c:v>
                </c:pt>
                <c:pt idx="352">
                  <c:v>36621</c:v>
                </c:pt>
                <c:pt idx="353">
                  <c:v>37789</c:v>
                </c:pt>
                <c:pt idx="354">
                  <c:v>38685</c:v>
                </c:pt>
                <c:pt idx="355">
                  <c:v>39170</c:v>
                </c:pt>
                <c:pt idx="356">
                  <c:v>38774</c:v>
                </c:pt>
                <c:pt idx="357">
                  <c:v>39064</c:v>
                </c:pt>
                <c:pt idx="358">
                  <c:v>39923</c:v>
                </c:pt>
                <c:pt idx="359">
                  <c:v>39905</c:v>
                </c:pt>
                <c:pt idx="360">
                  <c:v>39953</c:v>
                </c:pt>
                <c:pt idx="361">
                  <c:v>40027</c:v>
                </c:pt>
                <c:pt idx="362">
                  <c:v>39954</c:v>
                </c:pt>
                <c:pt idx="363">
                  <c:v>39819</c:v>
                </c:pt>
                <c:pt idx="364">
                  <c:v>39757</c:v>
                </c:pt>
                <c:pt idx="365">
                  <c:v>39375</c:v>
                </c:pt>
                <c:pt idx="366">
                  <c:v>39842</c:v>
                </c:pt>
                <c:pt idx="367">
                  <c:v>40515</c:v>
                </c:pt>
                <c:pt idx="368">
                  <c:v>41462</c:v>
                </c:pt>
                <c:pt idx="369">
                  <c:v>42277</c:v>
                </c:pt>
                <c:pt idx="370">
                  <c:v>42579</c:v>
                </c:pt>
                <c:pt idx="371">
                  <c:v>42175</c:v>
                </c:pt>
                <c:pt idx="372">
                  <c:v>41879</c:v>
                </c:pt>
                <c:pt idx="373">
                  <c:v>41509</c:v>
                </c:pt>
                <c:pt idx="374">
                  <c:v>40701</c:v>
                </c:pt>
                <c:pt idx="375">
                  <c:v>39370</c:v>
                </c:pt>
                <c:pt idx="376">
                  <c:v>38147</c:v>
                </c:pt>
                <c:pt idx="377">
                  <c:v>36656</c:v>
                </c:pt>
                <c:pt idx="378">
                  <c:v>34834</c:v>
                </c:pt>
                <c:pt idx="379">
                  <c:v>33253</c:v>
                </c:pt>
                <c:pt idx="380">
                  <c:v>31414</c:v>
                </c:pt>
                <c:pt idx="381">
                  <c:v>29376</c:v>
                </c:pt>
                <c:pt idx="382">
                  <c:v>27403</c:v>
                </c:pt>
                <c:pt idx="383">
                  <c:v>26068</c:v>
                </c:pt>
                <c:pt idx="384">
                  <c:v>25664</c:v>
                </c:pt>
                <c:pt idx="385">
                  <c:v>25877</c:v>
                </c:pt>
                <c:pt idx="386">
                  <c:v>25579</c:v>
                </c:pt>
                <c:pt idx="387">
                  <c:v>25002</c:v>
                </c:pt>
                <c:pt idx="388">
                  <c:v>24293</c:v>
                </c:pt>
                <c:pt idx="389">
                  <c:v>23688</c:v>
                </c:pt>
                <c:pt idx="390">
                  <c:v>22847</c:v>
                </c:pt>
                <c:pt idx="391">
                  <c:v>22275</c:v>
                </c:pt>
                <c:pt idx="392">
                  <c:v>21731</c:v>
                </c:pt>
                <c:pt idx="393">
                  <c:v>21658</c:v>
                </c:pt>
                <c:pt idx="394">
                  <c:v>22122</c:v>
                </c:pt>
                <c:pt idx="395">
                  <c:v>23118</c:v>
                </c:pt>
                <c:pt idx="396">
                  <c:v>25403</c:v>
                </c:pt>
                <c:pt idx="397">
                  <c:v>27262</c:v>
                </c:pt>
                <c:pt idx="398">
                  <c:v>29858</c:v>
                </c:pt>
                <c:pt idx="399">
                  <c:v>31477</c:v>
                </c:pt>
                <c:pt idx="400">
                  <c:v>33295</c:v>
                </c:pt>
                <c:pt idx="401">
                  <c:v>34271</c:v>
                </c:pt>
                <c:pt idx="402">
                  <c:v>35125</c:v>
                </c:pt>
                <c:pt idx="403">
                  <c:v>35352</c:v>
                </c:pt>
                <c:pt idx="404">
                  <c:v>35741</c:v>
                </c:pt>
                <c:pt idx="405">
                  <c:v>35910</c:v>
                </c:pt>
                <c:pt idx="406">
                  <c:v>35990</c:v>
                </c:pt>
                <c:pt idx="407">
                  <c:v>35915</c:v>
                </c:pt>
                <c:pt idx="408">
                  <c:v>36415</c:v>
                </c:pt>
                <c:pt idx="409">
                  <c:v>36383</c:v>
                </c:pt>
                <c:pt idx="410">
                  <c:v>36351</c:v>
                </c:pt>
                <c:pt idx="411">
                  <c:v>36177</c:v>
                </c:pt>
                <c:pt idx="412">
                  <c:v>36064</c:v>
                </c:pt>
                <c:pt idx="413">
                  <c:v>35393</c:v>
                </c:pt>
                <c:pt idx="414">
                  <c:v>35678</c:v>
                </c:pt>
                <c:pt idx="415">
                  <c:v>36113</c:v>
                </c:pt>
                <c:pt idx="416">
                  <c:v>36662</c:v>
                </c:pt>
                <c:pt idx="417">
                  <c:v>37079</c:v>
                </c:pt>
                <c:pt idx="418">
                  <c:v>37264</c:v>
                </c:pt>
                <c:pt idx="419">
                  <c:v>37053</c:v>
                </c:pt>
                <c:pt idx="420">
                  <c:v>36792</c:v>
                </c:pt>
                <c:pt idx="421">
                  <c:v>35981</c:v>
                </c:pt>
                <c:pt idx="422">
                  <c:v>35403</c:v>
                </c:pt>
                <c:pt idx="423">
                  <c:v>34657</c:v>
                </c:pt>
                <c:pt idx="424">
                  <c:v>33126</c:v>
                </c:pt>
                <c:pt idx="425">
                  <c:v>31725</c:v>
                </c:pt>
                <c:pt idx="426">
                  <c:v>31057</c:v>
                </c:pt>
                <c:pt idx="427">
                  <c:v>29493</c:v>
                </c:pt>
                <c:pt idx="428">
                  <c:v>28017</c:v>
                </c:pt>
                <c:pt idx="429">
                  <c:v>26392</c:v>
                </c:pt>
                <c:pt idx="430">
                  <c:v>24823</c:v>
                </c:pt>
                <c:pt idx="431">
                  <c:v>23484</c:v>
                </c:pt>
                <c:pt idx="432">
                  <c:v>22948</c:v>
                </c:pt>
                <c:pt idx="433">
                  <c:v>22911</c:v>
                </c:pt>
                <c:pt idx="434">
                  <c:v>22646</c:v>
                </c:pt>
                <c:pt idx="435">
                  <c:v>21955</c:v>
                </c:pt>
                <c:pt idx="436">
                  <c:v>21306</c:v>
                </c:pt>
                <c:pt idx="437">
                  <c:v>20784</c:v>
                </c:pt>
                <c:pt idx="438">
                  <c:v>20398</c:v>
                </c:pt>
                <c:pt idx="439">
                  <c:v>20187</c:v>
                </c:pt>
                <c:pt idx="440">
                  <c:v>19813</c:v>
                </c:pt>
                <c:pt idx="441">
                  <c:v>19792</c:v>
                </c:pt>
                <c:pt idx="442">
                  <c:v>20351</c:v>
                </c:pt>
                <c:pt idx="443">
                  <c:v>21171</c:v>
                </c:pt>
                <c:pt idx="444">
                  <c:v>23080</c:v>
                </c:pt>
                <c:pt idx="445">
                  <c:v>24536</c:v>
                </c:pt>
                <c:pt idx="446">
                  <c:v>26776</c:v>
                </c:pt>
                <c:pt idx="447">
                  <c:v>28232</c:v>
                </c:pt>
                <c:pt idx="448">
                  <c:v>29244</c:v>
                </c:pt>
                <c:pt idx="449">
                  <c:v>29600</c:v>
                </c:pt>
                <c:pt idx="450">
                  <c:v>30903</c:v>
                </c:pt>
                <c:pt idx="451">
                  <c:v>31311</c:v>
                </c:pt>
                <c:pt idx="452">
                  <c:v>31554</c:v>
                </c:pt>
                <c:pt idx="453">
                  <c:v>31390</c:v>
                </c:pt>
                <c:pt idx="454">
                  <c:v>31544</c:v>
                </c:pt>
                <c:pt idx="455">
                  <c:v>31309</c:v>
                </c:pt>
                <c:pt idx="456">
                  <c:v>32181</c:v>
                </c:pt>
                <c:pt idx="457">
                  <c:v>31873</c:v>
                </c:pt>
                <c:pt idx="458">
                  <c:v>31684</c:v>
                </c:pt>
                <c:pt idx="459">
                  <c:v>31145</c:v>
                </c:pt>
                <c:pt idx="460">
                  <c:v>30719</c:v>
                </c:pt>
                <c:pt idx="461">
                  <c:v>30760</c:v>
                </c:pt>
                <c:pt idx="462">
                  <c:v>30358</c:v>
                </c:pt>
                <c:pt idx="463">
                  <c:v>30165</c:v>
                </c:pt>
                <c:pt idx="464">
                  <c:v>30977</c:v>
                </c:pt>
                <c:pt idx="465">
                  <c:v>31994</c:v>
                </c:pt>
                <c:pt idx="466">
                  <c:v>32985</c:v>
                </c:pt>
                <c:pt idx="467">
                  <c:v>32692</c:v>
                </c:pt>
                <c:pt idx="468">
                  <c:v>32480</c:v>
                </c:pt>
                <c:pt idx="469">
                  <c:v>31857</c:v>
                </c:pt>
                <c:pt idx="470">
                  <c:v>30791</c:v>
                </c:pt>
                <c:pt idx="471">
                  <c:v>29940</c:v>
                </c:pt>
                <c:pt idx="472">
                  <c:v>29000</c:v>
                </c:pt>
                <c:pt idx="473">
                  <c:v>27914</c:v>
                </c:pt>
                <c:pt idx="474">
                  <c:v>26697</c:v>
                </c:pt>
                <c:pt idx="475">
                  <c:v>25223</c:v>
                </c:pt>
                <c:pt idx="476">
                  <c:v>23544</c:v>
                </c:pt>
                <c:pt idx="477">
                  <c:v>21849</c:v>
                </c:pt>
                <c:pt idx="478">
                  <c:v>19805</c:v>
                </c:pt>
                <c:pt idx="479">
                  <c:v>18357</c:v>
                </c:pt>
                <c:pt idx="480">
                  <c:v>18141</c:v>
                </c:pt>
                <c:pt idx="481">
                  <c:v>18678</c:v>
                </c:pt>
                <c:pt idx="482">
                  <c:v>18433</c:v>
                </c:pt>
                <c:pt idx="483">
                  <c:v>17994</c:v>
                </c:pt>
                <c:pt idx="484">
                  <c:v>17506</c:v>
                </c:pt>
                <c:pt idx="485">
                  <c:v>16842</c:v>
                </c:pt>
                <c:pt idx="486">
                  <c:v>16394</c:v>
                </c:pt>
                <c:pt idx="487">
                  <c:v>15967</c:v>
                </c:pt>
                <c:pt idx="488">
                  <c:v>15782</c:v>
                </c:pt>
                <c:pt idx="489">
                  <c:v>15702</c:v>
                </c:pt>
                <c:pt idx="490">
                  <c:v>16124</c:v>
                </c:pt>
                <c:pt idx="491">
                  <c:v>17233</c:v>
                </c:pt>
                <c:pt idx="492">
                  <c:v>18911</c:v>
                </c:pt>
                <c:pt idx="493">
                  <c:v>21014</c:v>
                </c:pt>
                <c:pt idx="494">
                  <c:v>23049</c:v>
                </c:pt>
                <c:pt idx="495">
                  <c:v>24518</c:v>
                </c:pt>
                <c:pt idx="496">
                  <c:v>26275</c:v>
                </c:pt>
                <c:pt idx="497">
                  <c:v>27772</c:v>
                </c:pt>
                <c:pt idx="498">
                  <c:v>29141</c:v>
                </c:pt>
                <c:pt idx="499">
                  <c:v>29946</c:v>
                </c:pt>
                <c:pt idx="500">
                  <c:v>30340</c:v>
                </c:pt>
                <c:pt idx="501">
                  <c:v>30471</c:v>
                </c:pt>
                <c:pt idx="502">
                  <c:v>30561</c:v>
                </c:pt>
                <c:pt idx="503">
                  <c:v>30697</c:v>
                </c:pt>
                <c:pt idx="504">
                  <c:v>30502</c:v>
                </c:pt>
                <c:pt idx="505">
                  <c:v>30177</c:v>
                </c:pt>
                <c:pt idx="506">
                  <c:v>29454</c:v>
                </c:pt>
                <c:pt idx="507">
                  <c:v>28673</c:v>
                </c:pt>
                <c:pt idx="508">
                  <c:v>28078</c:v>
                </c:pt>
                <c:pt idx="509">
                  <c:v>27308</c:v>
                </c:pt>
                <c:pt idx="510">
                  <c:v>27232</c:v>
                </c:pt>
                <c:pt idx="511">
                  <c:v>27545</c:v>
                </c:pt>
                <c:pt idx="512">
                  <c:v>28420</c:v>
                </c:pt>
                <c:pt idx="513">
                  <c:v>28895</c:v>
                </c:pt>
                <c:pt idx="514">
                  <c:v>29241</c:v>
                </c:pt>
                <c:pt idx="515">
                  <c:v>28543</c:v>
                </c:pt>
                <c:pt idx="516">
                  <c:v>27467</c:v>
                </c:pt>
                <c:pt idx="517">
                  <c:v>25794</c:v>
                </c:pt>
                <c:pt idx="518">
                  <c:v>24211</c:v>
                </c:pt>
                <c:pt idx="519">
                  <c:v>22777</c:v>
                </c:pt>
                <c:pt idx="520">
                  <c:v>21762</c:v>
                </c:pt>
                <c:pt idx="521">
                  <c:v>20741</c:v>
                </c:pt>
                <c:pt idx="522">
                  <c:v>19358</c:v>
                </c:pt>
                <c:pt idx="523">
                  <c:v>18297</c:v>
                </c:pt>
                <c:pt idx="524">
                  <c:v>17005</c:v>
                </c:pt>
                <c:pt idx="525">
                  <c:v>15457</c:v>
                </c:pt>
                <c:pt idx="526">
                  <c:v>14153</c:v>
                </c:pt>
                <c:pt idx="527">
                  <c:v>13298</c:v>
                </c:pt>
                <c:pt idx="528">
                  <c:v>12685</c:v>
                </c:pt>
                <c:pt idx="529">
                  <c:v>12677</c:v>
                </c:pt>
                <c:pt idx="530">
                  <c:v>11940</c:v>
                </c:pt>
                <c:pt idx="531">
                  <c:v>10816</c:v>
                </c:pt>
                <c:pt idx="532">
                  <c:v>9874</c:v>
                </c:pt>
                <c:pt idx="533">
                  <c:v>9196</c:v>
                </c:pt>
                <c:pt idx="534">
                  <c:v>8104</c:v>
                </c:pt>
                <c:pt idx="535">
                  <c:v>7644</c:v>
                </c:pt>
                <c:pt idx="536">
                  <c:v>7249</c:v>
                </c:pt>
                <c:pt idx="537">
                  <c:v>6991</c:v>
                </c:pt>
                <c:pt idx="538">
                  <c:v>6927</c:v>
                </c:pt>
                <c:pt idx="539">
                  <c:v>7025</c:v>
                </c:pt>
                <c:pt idx="540">
                  <c:v>8023</c:v>
                </c:pt>
                <c:pt idx="541">
                  <c:v>8298</c:v>
                </c:pt>
                <c:pt idx="542">
                  <c:v>9294</c:v>
                </c:pt>
                <c:pt idx="543">
                  <c:v>10268</c:v>
                </c:pt>
                <c:pt idx="544">
                  <c:v>12091</c:v>
                </c:pt>
                <c:pt idx="545">
                  <c:v>13848</c:v>
                </c:pt>
                <c:pt idx="546">
                  <c:v>15417</c:v>
                </c:pt>
                <c:pt idx="547">
                  <c:v>16303</c:v>
                </c:pt>
                <c:pt idx="548">
                  <c:v>17422</c:v>
                </c:pt>
                <c:pt idx="549">
                  <c:v>17920</c:v>
                </c:pt>
                <c:pt idx="550">
                  <c:v>18398</c:v>
                </c:pt>
                <c:pt idx="551">
                  <c:v>19356</c:v>
                </c:pt>
                <c:pt idx="552">
                  <c:v>20531</c:v>
                </c:pt>
                <c:pt idx="553">
                  <c:v>21259</c:v>
                </c:pt>
                <c:pt idx="554">
                  <c:v>21539</c:v>
                </c:pt>
                <c:pt idx="555">
                  <c:v>21166</c:v>
                </c:pt>
                <c:pt idx="556">
                  <c:v>20454</c:v>
                </c:pt>
                <c:pt idx="557">
                  <c:v>19422</c:v>
                </c:pt>
                <c:pt idx="558">
                  <c:v>18340</c:v>
                </c:pt>
                <c:pt idx="559">
                  <c:v>17673</c:v>
                </c:pt>
                <c:pt idx="560">
                  <c:v>17619</c:v>
                </c:pt>
                <c:pt idx="561">
                  <c:v>17372</c:v>
                </c:pt>
                <c:pt idx="562">
                  <c:v>16866</c:v>
                </c:pt>
                <c:pt idx="563">
                  <c:v>16231</c:v>
                </c:pt>
                <c:pt idx="564">
                  <c:v>15632</c:v>
                </c:pt>
                <c:pt idx="565">
                  <c:v>15177</c:v>
                </c:pt>
                <c:pt idx="566">
                  <c:v>14844</c:v>
                </c:pt>
                <c:pt idx="567">
                  <c:v>14404</c:v>
                </c:pt>
                <c:pt idx="568">
                  <c:v>14069</c:v>
                </c:pt>
                <c:pt idx="569">
                  <c:v>14009</c:v>
                </c:pt>
                <c:pt idx="570">
                  <c:v>13519</c:v>
                </c:pt>
                <c:pt idx="571">
                  <c:v>12982</c:v>
                </c:pt>
                <c:pt idx="572">
                  <c:v>12289</c:v>
                </c:pt>
                <c:pt idx="573">
                  <c:v>11778</c:v>
                </c:pt>
                <c:pt idx="574">
                  <c:v>10916</c:v>
                </c:pt>
                <c:pt idx="575">
                  <c:v>10140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E0-4B85-8D68-76D1C62BB7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4490576"/>
        <c:axId val="1574491536"/>
      </c:areaChart>
      <c:catAx>
        <c:axId val="1574490576"/>
        <c:scaling>
          <c:orientation val="minMax"/>
        </c:scaling>
        <c:delete val="1"/>
        <c:axPos val="b"/>
        <c:majorTickMark val="out"/>
        <c:minorTickMark val="none"/>
        <c:tickLblPos val="nextTo"/>
        <c:crossAx val="1574491536"/>
        <c:crosses val="autoZero"/>
        <c:auto val="1"/>
        <c:lblAlgn val="ctr"/>
        <c:lblOffset val="100"/>
        <c:noMultiLvlLbl val="0"/>
      </c:catAx>
      <c:valAx>
        <c:axId val="1574491536"/>
        <c:scaling>
          <c:orientation val="minMax"/>
          <c:max val="44000"/>
        </c:scaling>
        <c:delete val="1"/>
        <c:axPos val="l"/>
        <c:numFmt formatCode="General" sourceLinked="1"/>
        <c:majorTickMark val="none"/>
        <c:minorTickMark val="none"/>
        <c:tickLblPos val="nextTo"/>
        <c:crossAx val="15744905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power_balancing!$E$1</c:f>
              <c:strCache>
                <c:ptCount val="1"/>
                <c:pt idx="0">
                  <c:v>Imbalance</c:v>
                </c:pt>
              </c:strCache>
            </c:strRef>
          </c:tx>
          <c:spPr>
            <a:ln w="63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power_balancing!$E$2:$E$577</c:f>
              <c:numCache>
                <c:formatCode>General</c:formatCode>
                <c:ptCount val="576"/>
                <c:pt idx="0">
                  <c:v>-66</c:v>
                </c:pt>
                <c:pt idx="1">
                  <c:v>67</c:v>
                </c:pt>
                <c:pt idx="2">
                  <c:v>-25</c:v>
                </c:pt>
                <c:pt idx="3">
                  <c:v>-74</c:v>
                </c:pt>
                <c:pt idx="4">
                  <c:v>31</c:v>
                </c:pt>
                <c:pt idx="5">
                  <c:v>201</c:v>
                </c:pt>
                <c:pt idx="6">
                  <c:v>283</c:v>
                </c:pt>
                <c:pt idx="7">
                  <c:v>340</c:v>
                </c:pt>
                <c:pt idx="8">
                  <c:v>700</c:v>
                </c:pt>
                <c:pt idx="9">
                  <c:v>305</c:v>
                </c:pt>
                <c:pt idx="10">
                  <c:v>461</c:v>
                </c:pt>
                <c:pt idx="11">
                  <c:v>887</c:v>
                </c:pt>
                <c:pt idx="12">
                  <c:v>1038</c:v>
                </c:pt>
                <c:pt idx="13">
                  <c:v>1012</c:v>
                </c:pt>
                <c:pt idx="14">
                  <c:v>1065</c:v>
                </c:pt>
                <c:pt idx="15">
                  <c:v>943</c:v>
                </c:pt>
                <c:pt idx="16">
                  <c:v>695</c:v>
                </c:pt>
                <c:pt idx="17">
                  <c:v>784</c:v>
                </c:pt>
                <c:pt idx="18">
                  <c:v>723</c:v>
                </c:pt>
                <c:pt idx="19">
                  <c:v>436</c:v>
                </c:pt>
                <c:pt idx="20">
                  <c:v>524</c:v>
                </c:pt>
                <c:pt idx="21">
                  <c:v>291</c:v>
                </c:pt>
                <c:pt idx="22">
                  <c:v>546</c:v>
                </c:pt>
                <c:pt idx="23">
                  <c:v>1006</c:v>
                </c:pt>
                <c:pt idx="24">
                  <c:v>1073</c:v>
                </c:pt>
                <c:pt idx="25">
                  <c:v>1286</c:v>
                </c:pt>
                <c:pt idx="26">
                  <c:v>1734</c:v>
                </c:pt>
                <c:pt idx="27">
                  <c:v>1919</c:v>
                </c:pt>
                <c:pt idx="28">
                  <c:v>1885</c:v>
                </c:pt>
                <c:pt idx="29">
                  <c:v>2008</c:v>
                </c:pt>
                <c:pt idx="30">
                  <c:v>2028</c:v>
                </c:pt>
                <c:pt idx="31">
                  <c:v>2214</c:v>
                </c:pt>
                <c:pt idx="32">
                  <c:v>2169</c:v>
                </c:pt>
                <c:pt idx="33">
                  <c:v>2103</c:v>
                </c:pt>
                <c:pt idx="34">
                  <c:v>1887</c:v>
                </c:pt>
                <c:pt idx="35">
                  <c:v>1859</c:v>
                </c:pt>
                <c:pt idx="36">
                  <c:v>2051</c:v>
                </c:pt>
                <c:pt idx="37">
                  <c:v>2387</c:v>
                </c:pt>
                <c:pt idx="38">
                  <c:v>2300</c:v>
                </c:pt>
                <c:pt idx="39">
                  <c:v>2123</c:v>
                </c:pt>
                <c:pt idx="40">
                  <c:v>2149</c:v>
                </c:pt>
                <c:pt idx="41">
                  <c:v>2157</c:v>
                </c:pt>
                <c:pt idx="42">
                  <c:v>1828</c:v>
                </c:pt>
                <c:pt idx="43">
                  <c:v>1996</c:v>
                </c:pt>
                <c:pt idx="44">
                  <c:v>1706</c:v>
                </c:pt>
                <c:pt idx="45">
                  <c:v>1679</c:v>
                </c:pt>
                <c:pt idx="46">
                  <c:v>1591</c:v>
                </c:pt>
                <c:pt idx="47">
                  <c:v>1598</c:v>
                </c:pt>
                <c:pt idx="48">
                  <c:v>532</c:v>
                </c:pt>
                <c:pt idx="49">
                  <c:v>567</c:v>
                </c:pt>
                <c:pt idx="50">
                  <c:v>379</c:v>
                </c:pt>
                <c:pt idx="51">
                  <c:v>271</c:v>
                </c:pt>
                <c:pt idx="52">
                  <c:v>159</c:v>
                </c:pt>
                <c:pt idx="53">
                  <c:v>175</c:v>
                </c:pt>
                <c:pt idx="54">
                  <c:v>204</c:v>
                </c:pt>
                <c:pt idx="55">
                  <c:v>357</c:v>
                </c:pt>
                <c:pt idx="56">
                  <c:v>482</c:v>
                </c:pt>
                <c:pt idx="57">
                  <c:v>547</c:v>
                </c:pt>
                <c:pt idx="58">
                  <c:v>570</c:v>
                </c:pt>
                <c:pt idx="59">
                  <c:v>562</c:v>
                </c:pt>
                <c:pt idx="60">
                  <c:v>808</c:v>
                </c:pt>
                <c:pt idx="61">
                  <c:v>1380</c:v>
                </c:pt>
                <c:pt idx="62">
                  <c:v>1495</c:v>
                </c:pt>
                <c:pt idx="63">
                  <c:v>1659</c:v>
                </c:pt>
                <c:pt idx="64">
                  <c:v>1742</c:v>
                </c:pt>
                <c:pt idx="65">
                  <c:v>1865</c:v>
                </c:pt>
                <c:pt idx="66">
                  <c:v>1681</c:v>
                </c:pt>
                <c:pt idx="67">
                  <c:v>1325</c:v>
                </c:pt>
                <c:pt idx="68">
                  <c:v>989</c:v>
                </c:pt>
                <c:pt idx="69">
                  <c:v>1059</c:v>
                </c:pt>
                <c:pt idx="70">
                  <c:v>1124</c:v>
                </c:pt>
                <c:pt idx="71">
                  <c:v>1294</c:v>
                </c:pt>
                <c:pt idx="72">
                  <c:v>1394</c:v>
                </c:pt>
                <c:pt idx="73">
                  <c:v>1416</c:v>
                </c:pt>
                <c:pt idx="74">
                  <c:v>1972</c:v>
                </c:pt>
                <c:pt idx="75">
                  <c:v>2409</c:v>
                </c:pt>
                <c:pt idx="76">
                  <c:v>2731</c:v>
                </c:pt>
                <c:pt idx="77">
                  <c:v>2973</c:v>
                </c:pt>
                <c:pt idx="78">
                  <c:v>3024</c:v>
                </c:pt>
                <c:pt idx="79">
                  <c:v>3183</c:v>
                </c:pt>
                <c:pt idx="80">
                  <c:v>3180</c:v>
                </c:pt>
                <c:pt idx="81">
                  <c:v>2949</c:v>
                </c:pt>
                <c:pt idx="82">
                  <c:v>3032</c:v>
                </c:pt>
                <c:pt idx="83">
                  <c:v>2556</c:v>
                </c:pt>
                <c:pt idx="84">
                  <c:v>2394</c:v>
                </c:pt>
                <c:pt idx="85">
                  <c:v>2379</c:v>
                </c:pt>
                <c:pt idx="86">
                  <c:v>2199</c:v>
                </c:pt>
                <c:pt idx="87">
                  <c:v>2185</c:v>
                </c:pt>
                <c:pt idx="88">
                  <c:v>2437</c:v>
                </c:pt>
                <c:pt idx="89">
                  <c:v>2369</c:v>
                </c:pt>
                <c:pt idx="90">
                  <c:v>2188</c:v>
                </c:pt>
                <c:pt idx="91">
                  <c:v>2069</c:v>
                </c:pt>
                <c:pt idx="92">
                  <c:v>2073</c:v>
                </c:pt>
                <c:pt idx="93">
                  <c:v>1871</c:v>
                </c:pt>
                <c:pt idx="94">
                  <c:v>1293</c:v>
                </c:pt>
                <c:pt idx="95">
                  <c:v>967</c:v>
                </c:pt>
                <c:pt idx="96">
                  <c:v>208</c:v>
                </c:pt>
                <c:pt idx="97">
                  <c:v>189</c:v>
                </c:pt>
                <c:pt idx="98">
                  <c:v>263</c:v>
                </c:pt>
                <c:pt idx="99">
                  <c:v>216</c:v>
                </c:pt>
                <c:pt idx="100">
                  <c:v>232</c:v>
                </c:pt>
                <c:pt idx="101">
                  <c:v>288</c:v>
                </c:pt>
                <c:pt idx="102">
                  <c:v>300</c:v>
                </c:pt>
                <c:pt idx="103">
                  <c:v>307</c:v>
                </c:pt>
                <c:pt idx="104">
                  <c:v>473</c:v>
                </c:pt>
                <c:pt idx="105">
                  <c:v>357</c:v>
                </c:pt>
                <c:pt idx="106">
                  <c:v>349</c:v>
                </c:pt>
                <c:pt idx="107">
                  <c:v>415</c:v>
                </c:pt>
                <c:pt idx="108">
                  <c:v>428</c:v>
                </c:pt>
                <c:pt idx="109">
                  <c:v>495</c:v>
                </c:pt>
                <c:pt idx="110">
                  <c:v>455</c:v>
                </c:pt>
                <c:pt idx="111">
                  <c:v>515</c:v>
                </c:pt>
                <c:pt idx="112">
                  <c:v>628</c:v>
                </c:pt>
                <c:pt idx="113">
                  <c:v>460</c:v>
                </c:pt>
                <c:pt idx="114">
                  <c:v>388</c:v>
                </c:pt>
                <c:pt idx="115">
                  <c:v>483</c:v>
                </c:pt>
                <c:pt idx="116">
                  <c:v>567</c:v>
                </c:pt>
                <c:pt idx="117">
                  <c:v>651</c:v>
                </c:pt>
                <c:pt idx="118">
                  <c:v>698</c:v>
                </c:pt>
                <c:pt idx="119">
                  <c:v>940</c:v>
                </c:pt>
                <c:pt idx="120">
                  <c:v>1130</c:v>
                </c:pt>
                <c:pt idx="121">
                  <c:v>1036</c:v>
                </c:pt>
                <c:pt idx="122">
                  <c:v>833</c:v>
                </c:pt>
                <c:pt idx="123">
                  <c:v>779</c:v>
                </c:pt>
                <c:pt idx="124">
                  <c:v>764</c:v>
                </c:pt>
                <c:pt idx="125">
                  <c:v>647</c:v>
                </c:pt>
                <c:pt idx="126">
                  <c:v>839</c:v>
                </c:pt>
                <c:pt idx="127">
                  <c:v>950</c:v>
                </c:pt>
                <c:pt idx="128">
                  <c:v>1112</c:v>
                </c:pt>
                <c:pt idx="129">
                  <c:v>1184</c:v>
                </c:pt>
                <c:pt idx="130">
                  <c:v>1243</c:v>
                </c:pt>
                <c:pt idx="131">
                  <c:v>1138</c:v>
                </c:pt>
                <c:pt idx="132">
                  <c:v>1127</c:v>
                </c:pt>
                <c:pt idx="133">
                  <c:v>1285</c:v>
                </c:pt>
                <c:pt idx="134">
                  <c:v>1322</c:v>
                </c:pt>
                <c:pt idx="135">
                  <c:v>1400</c:v>
                </c:pt>
                <c:pt idx="136">
                  <c:v>1409</c:v>
                </c:pt>
                <c:pt idx="137">
                  <c:v>1526</c:v>
                </c:pt>
                <c:pt idx="138">
                  <c:v>1523</c:v>
                </c:pt>
                <c:pt idx="139">
                  <c:v>1520</c:v>
                </c:pt>
                <c:pt idx="140">
                  <c:v>1482</c:v>
                </c:pt>
                <c:pt idx="141">
                  <c:v>1482</c:v>
                </c:pt>
                <c:pt idx="142">
                  <c:v>1333</c:v>
                </c:pt>
                <c:pt idx="143">
                  <c:v>1315</c:v>
                </c:pt>
                <c:pt idx="144">
                  <c:v>1017</c:v>
                </c:pt>
                <c:pt idx="145">
                  <c:v>939</c:v>
                </c:pt>
                <c:pt idx="146">
                  <c:v>1041</c:v>
                </c:pt>
                <c:pt idx="147">
                  <c:v>986</c:v>
                </c:pt>
                <c:pt idx="148">
                  <c:v>977</c:v>
                </c:pt>
                <c:pt idx="149">
                  <c:v>896</c:v>
                </c:pt>
                <c:pt idx="150">
                  <c:v>614</c:v>
                </c:pt>
                <c:pt idx="151">
                  <c:v>478</c:v>
                </c:pt>
                <c:pt idx="152">
                  <c:v>413</c:v>
                </c:pt>
                <c:pt idx="153">
                  <c:v>382</c:v>
                </c:pt>
                <c:pt idx="154">
                  <c:v>372</c:v>
                </c:pt>
                <c:pt idx="155">
                  <c:v>354</c:v>
                </c:pt>
                <c:pt idx="156">
                  <c:v>330</c:v>
                </c:pt>
                <c:pt idx="157">
                  <c:v>272</c:v>
                </c:pt>
                <c:pt idx="158">
                  <c:v>260</c:v>
                </c:pt>
                <c:pt idx="159">
                  <c:v>228</c:v>
                </c:pt>
                <c:pt idx="160">
                  <c:v>218</c:v>
                </c:pt>
                <c:pt idx="161">
                  <c:v>189</c:v>
                </c:pt>
                <c:pt idx="162">
                  <c:v>263</c:v>
                </c:pt>
                <c:pt idx="163">
                  <c:v>319</c:v>
                </c:pt>
                <c:pt idx="164">
                  <c:v>294</c:v>
                </c:pt>
                <c:pt idx="165">
                  <c:v>188</c:v>
                </c:pt>
                <c:pt idx="166">
                  <c:v>201</c:v>
                </c:pt>
                <c:pt idx="167">
                  <c:v>250</c:v>
                </c:pt>
                <c:pt idx="168">
                  <c:v>278</c:v>
                </c:pt>
                <c:pt idx="169">
                  <c:v>322</c:v>
                </c:pt>
                <c:pt idx="170">
                  <c:v>322</c:v>
                </c:pt>
                <c:pt idx="171">
                  <c:v>260</c:v>
                </c:pt>
                <c:pt idx="172">
                  <c:v>142</c:v>
                </c:pt>
                <c:pt idx="173">
                  <c:v>232</c:v>
                </c:pt>
                <c:pt idx="174">
                  <c:v>297</c:v>
                </c:pt>
                <c:pt idx="175">
                  <c:v>469</c:v>
                </c:pt>
                <c:pt idx="176">
                  <c:v>654</c:v>
                </c:pt>
                <c:pt idx="177">
                  <c:v>812</c:v>
                </c:pt>
                <c:pt idx="178">
                  <c:v>985</c:v>
                </c:pt>
                <c:pt idx="179">
                  <c:v>1216</c:v>
                </c:pt>
                <c:pt idx="180">
                  <c:v>1420</c:v>
                </c:pt>
                <c:pt idx="181">
                  <c:v>1432</c:v>
                </c:pt>
                <c:pt idx="182">
                  <c:v>1392</c:v>
                </c:pt>
                <c:pt idx="183">
                  <c:v>1442</c:v>
                </c:pt>
                <c:pt idx="184">
                  <c:v>1450</c:v>
                </c:pt>
                <c:pt idx="185">
                  <c:v>1432</c:v>
                </c:pt>
                <c:pt idx="186">
                  <c:v>1322</c:v>
                </c:pt>
                <c:pt idx="187">
                  <c:v>1209</c:v>
                </c:pt>
                <c:pt idx="188">
                  <c:v>1216</c:v>
                </c:pt>
                <c:pt idx="189">
                  <c:v>1233</c:v>
                </c:pt>
                <c:pt idx="190">
                  <c:v>1271</c:v>
                </c:pt>
                <c:pt idx="191">
                  <c:v>1213</c:v>
                </c:pt>
                <c:pt idx="192">
                  <c:v>764</c:v>
                </c:pt>
                <c:pt idx="193">
                  <c:v>788</c:v>
                </c:pt>
                <c:pt idx="194">
                  <c:v>848</c:v>
                </c:pt>
                <c:pt idx="195">
                  <c:v>876</c:v>
                </c:pt>
                <c:pt idx="196">
                  <c:v>927</c:v>
                </c:pt>
                <c:pt idx="197">
                  <c:v>825</c:v>
                </c:pt>
                <c:pt idx="198">
                  <c:v>649</c:v>
                </c:pt>
                <c:pt idx="199">
                  <c:v>615</c:v>
                </c:pt>
                <c:pt idx="200">
                  <c:v>554</c:v>
                </c:pt>
                <c:pt idx="201">
                  <c:v>565</c:v>
                </c:pt>
                <c:pt idx="202">
                  <c:v>509</c:v>
                </c:pt>
                <c:pt idx="203">
                  <c:v>460</c:v>
                </c:pt>
                <c:pt idx="204">
                  <c:v>538</c:v>
                </c:pt>
                <c:pt idx="205">
                  <c:v>653</c:v>
                </c:pt>
                <c:pt idx="206">
                  <c:v>762</c:v>
                </c:pt>
                <c:pt idx="207">
                  <c:v>793</c:v>
                </c:pt>
                <c:pt idx="208">
                  <c:v>863</c:v>
                </c:pt>
                <c:pt idx="209">
                  <c:v>844</c:v>
                </c:pt>
                <c:pt idx="210">
                  <c:v>737</c:v>
                </c:pt>
                <c:pt idx="211">
                  <c:v>663</c:v>
                </c:pt>
                <c:pt idx="212">
                  <c:v>718</c:v>
                </c:pt>
                <c:pt idx="213">
                  <c:v>720</c:v>
                </c:pt>
                <c:pt idx="214">
                  <c:v>641</c:v>
                </c:pt>
                <c:pt idx="215">
                  <c:v>572</c:v>
                </c:pt>
                <c:pt idx="216">
                  <c:v>512</c:v>
                </c:pt>
                <c:pt idx="217">
                  <c:v>491</c:v>
                </c:pt>
                <c:pt idx="218">
                  <c:v>393</c:v>
                </c:pt>
                <c:pt idx="219">
                  <c:v>274</c:v>
                </c:pt>
                <c:pt idx="220">
                  <c:v>316</c:v>
                </c:pt>
                <c:pt idx="221">
                  <c:v>336</c:v>
                </c:pt>
                <c:pt idx="222">
                  <c:v>355</c:v>
                </c:pt>
                <c:pt idx="223">
                  <c:v>395</c:v>
                </c:pt>
                <c:pt idx="224">
                  <c:v>518</c:v>
                </c:pt>
                <c:pt idx="225">
                  <c:v>552</c:v>
                </c:pt>
                <c:pt idx="226">
                  <c:v>589</c:v>
                </c:pt>
                <c:pt idx="227">
                  <c:v>541</c:v>
                </c:pt>
                <c:pt idx="228">
                  <c:v>531</c:v>
                </c:pt>
                <c:pt idx="229">
                  <c:v>554</c:v>
                </c:pt>
                <c:pt idx="230">
                  <c:v>577</c:v>
                </c:pt>
                <c:pt idx="231">
                  <c:v>549</c:v>
                </c:pt>
                <c:pt idx="232">
                  <c:v>513</c:v>
                </c:pt>
                <c:pt idx="233">
                  <c:v>477</c:v>
                </c:pt>
                <c:pt idx="234">
                  <c:v>369</c:v>
                </c:pt>
                <c:pt idx="235">
                  <c:v>333</c:v>
                </c:pt>
                <c:pt idx="236">
                  <c:v>354</c:v>
                </c:pt>
                <c:pt idx="237">
                  <c:v>250</c:v>
                </c:pt>
                <c:pt idx="238">
                  <c:v>192</c:v>
                </c:pt>
                <c:pt idx="239">
                  <c:v>181</c:v>
                </c:pt>
                <c:pt idx="240">
                  <c:v>131</c:v>
                </c:pt>
                <c:pt idx="241">
                  <c:v>170</c:v>
                </c:pt>
                <c:pt idx="242">
                  <c:v>144</c:v>
                </c:pt>
                <c:pt idx="243">
                  <c:v>81</c:v>
                </c:pt>
                <c:pt idx="244">
                  <c:v>62</c:v>
                </c:pt>
                <c:pt idx="245">
                  <c:v>24</c:v>
                </c:pt>
                <c:pt idx="246">
                  <c:v>46</c:v>
                </c:pt>
                <c:pt idx="247">
                  <c:v>86</c:v>
                </c:pt>
                <c:pt idx="248">
                  <c:v>125</c:v>
                </c:pt>
                <c:pt idx="249">
                  <c:v>211</c:v>
                </c:pt>
                <c:pt idx="250">
                  <c:v>321</c:v>
                </c:pt>
                <c:pt idx="251">
                  <c:v>467</c:v>
                </c:pt>
                <c:pt idx="252">
                  <c:v>444</c:v>
                </c:pt>
                <c:pt idx="253">
                  <c:v>425</c:v>
                </c:pt>
                <c:pt idx="254">
                  <c:v>378</c:v>
                </c:pt>
                <c:pt idx="255">
                  <c:v>366</c:v>
                </c:pt>
                <c:pt idx="256">
                  <c:v>378</c:v>
                </c:pt>
                <c:pt idx="257">
                  <c:v>452</c:v>
                </c:pt>
                <c:pt idx="258">
                  <c:v>600</c:v>
                </c:pt>
                <c:pt idx="259">
                  <c:v>749</c:v>
                </c:pt>
                <c:pt idx="260">
                  <c:v>732</c:v>
                </c:pt>
                <c:pt idx="261">
                  <c:v>712</c:v>
                </c:pt>
                <c:pt idx="262">
                  <c:v>747</c:v>
                </c:pt>
                <c:pt idx="263">
                  <c:v>802</c:v>
                </c:pt>
                <c:pt idx="264">
                  <c:v>909</c:v>
                </c:pt>
                <c:pt idx="265">
                  <c:v>1055</c:v>
                </c:pt>
                <c:pt idx="266">
                  <c:v>1036</c:v>
                </c:pt>
                <c:pt idx="267">
                  <c:v>1099</c:v>
                </c:pt>
                <c:pt idx="268">
                  <c:v>1093</c:v>
                </c:pt>
                <c:pt idx="269">
                  <c:v>1181</c:v>
                </c:pt>
                <c:pt idx="270">
                  <c:v>1164</c:v>
                </c:pt>
                <c:pt idx="271">
                  <c:v>1158</c:v>
                </c:pt>
                <c:pt idx="272">
                  <c:v>1440</c:v>
                </c:pt>
                <c:pt idx="273">
                  <c:v>1569</c:v>
                </c:pt>
                <c:pt idx="274">
                  <c:v>1609</c:v>
                </c:pt>
                <c:pt idx="275">
                  <c:v>1289</c:v>
                </c:pt>
                <c:pt idx="276">
                  <c:v>1081</c:v>
                </c:pt>
                <c:pt idx="277">
                  <c:v>970</c:v>
                </c:pt>
                <c:pt idx="278">
                  <c:v>1021</c:v>
                </c:pt>
                <c:pt idx="279">
                  <c:v>1336</c:v>
                </c:pt>
                <c:pt idx="280">
                  <c:v>1338</c:v>
                </c:pt>
                <c:pt idx="281">
                  <c:v>1306</c:v>
                </c:pt>
                <c:pt idx="282">
                  <c:v>1415</c:v>
                </c:pt>
                <c:pt idx="283">
                  <c:v>1551</c:v>
                </c:pt>
                <c:pt idx="284">
                  <c:v>1474</c:v>
                </c:pt>
                <c:pt idx="285">
                  <c:v>1373</c:v>
                </c:pt>
                <c:pt idx="286">
                  <c:v>1254</c:v>
                </c:pt>
                <c:pt idx="287">
                  <c:v>1098</c:v>
                </c:pt>
                <c:pt idx="288">
                  <c:v>1317</c:v>
                </c:pt>
                <c:pt idx="289">
                  <c:v>1336</c:v>
                </c:pt>
                <c:pt idx="290">
                  <c:v>1246</c:v>
                </c:pt>
                <c:pt idx="291">
                  <c:v>1091</c:v>
                </c:pt>
                <c:pt idx="292">
                  <c:v>926</c:v>
                </c:pt>
                <c:pt idx="293">
                  <c:v>753</c:v>
                </c:pt>
                <c:pt idx="294">
                  <c:v>719</c:v>
                </c:pt>
                <c:pt idx="295">
                  <c:v>587</c:v>
                </c:pt>
                <c:pt idx="296">
                  <c:v>484</c:v>
                </c:pt>
                <c:pt idx="297">
                  <c:v>394</c:v>
                </c:pt>
                <c:pt idx="298">
                  <c:v>297</c:v>
                </c:pt>
                <c:pt idx="299">
                  <c:v>377</c:v>
                </c:pt>
                <c:pt idx="300">
                  <c:v>330</c:v>
                </c:pt>
                <c:pt idx="301">
                  <c:v>196</c:v>
                </c:pt>
                <c:pt idx="302">
                  <c:v>149</c:v>
                </c:pt>
                <c:pt idx="303">
                  <c:v>89</c:v>
                </c:pt>
                <c:pt idx="304">
                  <c:v>232</c:v>
                </c:pt>
                <c:pt idx="305">
                  <c:v>192</c:v>
                </c:pt>
                <c:pt idx="306">
                  <c:v>86</c:v>
                </c:pt>
                <c:pt idx="307">
                  <c:v>-3</c:v>
                </c:pt>
                <c:pt idx="308">
                  <c:v>2</c:v>
                </c:pt>
                <c:pt idx="309">
                  <c:v>-20</c:v>
                </c:pt>
                <c:pt idx="310">
                  <c:v>40</c:v>
                </c:pt>
                <c:pt idx="311">
                  <c:v>45</c:v>
                </c:pt>
                <c:pt idx="312">
                  <c:v>30</c:v>
                </c:pt>
                <c:pt idx="313">
                  <c:v>26</c:v>
                </c:pt>
                <c:pt idx="314">
                  <c:v>72</c:v>
                </c:pt>
                <c:pt idx="315">
                  <c:v>149</c:v>
                </c:pt>
                <c:pt idx="316">
                  <c:v>248</c:v>
                </c:pt>
                <c:pt idx="317">
                  <c:v>266</c:v>
                </c:pt>
                <c:pt idx="318">
                  <c:v>257</c:v>
                </c:pt>
                <c:pt idx="319">
                  <c:v>337</c:v>
                </c:pt>
                <c:pt idx="320">
                  <c:v>357</c:v>
                </c:pt>
                <c:pt idx="321">
                  <c:v>337</c:v>
                </c:pt>
                <c:pt idx="322">
                  <c:v>394</c:v>
                </c:pt>
                <c:pt idx="323">
                  <c:v>379</c:v>
                </c:pt>
                <c:pt idx="324">
                  <c:v>317</c:v>
                </c:pt>
                <c:pt idx="325">
                  <c:v>372</c:v>
                </c:pt>
                <c:pt idx="326">
                  <c:v>388</c:v>
                </c:pt>
                <c:pt idx="327">
                  <c:v>250</c:v>
                </c:pt>
                <c:pt idx="328">
                  <c:v>134</c:v>
                </c:pt>
                <c:pt idx="329">
                  <c:v>107</c:v>
                </c:pt>
                <c:pt idx="330">
                  <c:v>143</c:v>
                </c:pt>
                <c:pt idx="331">
                  <c:v>82</c:v>
                </c:pt>
                <c:pt idx="332">
                  <c:v>62</c:v>
                </c:pt>
                <c:pt idx="333">
                  <c:v>60</c:v>
                </c:pt>
                <c:pt idx="334">
                  <c:v>58</c:v>
                </c:pt>
                <c:pt idx="335">
                  <c:v>-6</c:v>
                </c:pt>
                <c:pt idx="336">
                  <c:v>232</c:v>
                </c:pt>
                <c:pt idx="337">
                  <c:v>173</c:v>
                </c:pt>
                <c:pt idx="338">
                  <c:v>174</c:v>
                </c:pt>
                <c:pt idx="339">
                  <c:v>190</c:v>
                </c:pt>
                <c:pt idx="340">
                  <c:v>207</c:v>
                </c:pt>
                <c:pt idx="341">
                  <c:v>203</c:v>
                </c:pt>
                <c:pt idx="342">
                  <c:v>185</c:v>
                </c:pt>
                <c:pt idx="343">
                  <c:v>160</c:v>
                </c:pt>
                <c:pt idx="344">
                  <c:v>147</c:v>
                </c:pt>
                <c:pt idx="345">
                  <c:v>114</c:v>
                </c:pt>
                <c:pt idx="346">
                  <c:v>124</c:v>
                </c:pt>
                <c:pt idx="347">
                  <c:v>158</c:v>
                </c:pt>
                <c:pt idx="348">
                  <c:v>153</c:v>
                </c:pt>
                <c:pt idx="349">
                  <c:v>209</c:v>
                </c:pt>
                <c:pt idx="350">
                  <c:v>225</c:v>
                </c:pt>
                <c:pt idx="351">
                  <c:v>205</c:v>
                </c:pt>
                <c:pt idx="352">
                  <c:v>284</c:v>
                </c:pt>
                <c:pt idx="353">
                  <c:v>379</c:v>
                </c:pt>
                <c:pt idx="354">
                  <c:v>472</c:v>
                </c:pt>
                <c:pt idx="355">
                  <c:v>462</c:v>
                </c:pt>
                <c:pt idx="356">
                  <c:v>348</c:v>
                </c:pt>
                <c:pt idx="357">
                  <c:v>218</c:v>
                </c:pt>
                <c:pt idx="358">
                  <c:v>168</c:v>
                </c:pt>
                <c:pt idx="359">
                  <c:v>123</c:v>
                </c:pt>
                <c:pt idx="360">
                  <c:v>81</c:v>
                </c:pt>
                <c:pt idx="361">
                  <c:v>146</c:v>
                </c:pt>
                <c:pt idx="362">
                  <c:v>169</c:v>
                </c:pt>
                <c:pt idx="363">
                  <c:v>119</c:v>
                </c:pt>
                <c:pt idx="364">
                  <c:v>122</c:v>
                </c:pt>
                <c:pt idx="365">
                  <c:v>144</c:v>
                </c:pt>
                <c:pt idx="366">
                  <c:v>135</c:v>
                </c:pt>
                <c:pt idx="367">
                  <c:v>185</c:v>
                </c:pt>
                <c:pt idx="368">
                  <c:v>250</c:v>
                </c:pt>
                <c:pt idx="369">
                  <c:v>291</c:v>
                </c:pt>
                <c:pt idx="370">
                  <c:v>335</c:v>
                </c:pt>
                <c:pt idx="371">
                  <c:v>252</c:v>
                </c:pt>
                <c:pt idx="372">
                  <c:v>178</c:v>
                </c:pt>
                <c:pt idx="373">
                  <c:v>244</c:v>
                </c:pt>
                <c:pt idx="374">
                  <c:v>305</c:v>
                </c:pt>
                <c:pt idx="375">
                  <c:v>364</c:v>
                </c:pt>
                <c:pt idx="376">
                  <c:v>427</c:v>
                </c:pt>
                <c:pt idx="377">
                  <c:v>487</c:v>
                </c:pt>
                <c:pt idx="378">
                  <c:v>502</c:v>
                </c:pt>
                <c:pt idx="379">
                  <c:v>439</c:v>
                </c:pt>
                <c:pt idx="380">
                  <c:v>472</c:v>
                </c:pt>
                <c:pt idx="381">
                  <c:v>587</c:v>
                </c:pt>
                <c:pt idx="382">
                  <c:v>682</c:v>
                </c:pt>
                <c:pt idx="383">
                  <c:v>720</c:v>
                </c:pt>
                <c:pt idx="384">
                  <c:v>561</c:v>
                </c:pt>
                <c:pt idx="385">
                  <c:v>449</c:v>
                </c:pt>
                <c:pt idx="386">
                  <c:v>305</c:v>
                </c:pt>
                <c:pt idx="387">
                  <c:v>149</c:v>
                </c:pt>
                <c:pt idx="388">
                  <c:v>328</c:v>
                </c:pt>
                <c:pt idx="389">
                  <c:v>540</c:v>
                </c:pt>
                <c:pt idx="390">
                  <c:v>689</c:v>
                </c:pt>
                <c:pt idx="391">
                  <c:v>824</c:v>
                </c:pt>
                <c:pt idx="392">
                  <c:v>923</c:v>
                </c:pt>
                <c:pt idx="393">
                  <c:v>1055</c:v>
                </c:pt>
                <c:pt idx="394">
                  <c:v>1119</c:v>
                </c:pt>
                <c:pt idx="395">
                  <c:v>1048</c:v>
                </c:pt>
                <c:pt idx="396">
                  <c:v>1125</c:v>
                </c:pt>
                <c:pt idx="397">
                  <c:v>1009</c:v>
                </c:pt>
                <c:pt idx="398">
                  <c:v>776</c:v>
                </c:pt>
                <c:pt idx="399">
                  <c:v>795</c:v>
                </c:pt>
                <c:pt idx="400">
                  <c:v>658</c:v>
                </c:pt>
                <c:pt idx="401">
                  <c:v>695</c:v>
                </c:pt>
                <c:pt idx="402">
                  <c:v>714</c:v>
                </c:pt>
                <c:pt idx="403">
                  <c:v>653</c:v>
                </c:pt>
                <c:pt idx="404">
                  <c:v>597</c:v>
                </c:pt>
                <c:pt idx="405">
                  <c:v>543</c:v>
                </c:pt>
                <c:pt idx="406">
                  <c:v>342</c:v>
                </c:pt>
                <c:pt idx="407">
                  <c:v>545</c:v>
                </c:pt>
                <c:pt idx="408">
                  <c:v>319</c:v>
                </c:pt>
                <c:pt idx="409">
                  <c:v>390</c:v>
                </c:pt>
                <c:pt idx="410">
                  <c:v>259</c:v>
                </c:pt>
                <c:pt idx="411">
                  <c:v>11</c:v>
                </c:pt>
                <c:pt idx="412">
                  <c:v>132</c:v>
                </c:pt>
                <c:pt idx="413">
                  <c:v>404</c:v>
                </c:pt>
                <c:pt idx="414">
                  <c:v>328</c:v>
                </c:pt>
                <c:pt idx="415">
                  <c:v>344</c:v>
                </c:pt>
                <c:pt idx="416">
                  <c:v>398</c:v>
                </c:pt>
                <c:pt idx="417">
                  <c:v>450</c:v>
                </c:pt>
                <c:pt idx="418">
                  <c:v>377</c:v>
                </c:pt>
                <c:pt idx="419">
                  <c:v>257</c:v>
                </c:pt>
                <c:pt idx="420">
                  <c:v>14</c:v>
                </c:pt>
                <c:pt idx="421">
                  <c:v>-23</c:v>
                </c:pt>
                <c:pt idx="422">
                  <c:v>-183</c:v>
                </c:pt>
                <c:pt idx="423">
                  <c:v>-295</c:v>
                </c:pt>
                <c:pt idx="424">
                  <c:v>-327</c:v>
                </c:pt>
                <c:pt idx="425">
                  <c:v>-286</c:v>
                </c:pt>
                <c:pt idx="426">
                  <c:v>-452</c:v>
                </c:pt>
                <c:pt idx="427">
                  <c:v>-688</c:v>
                </c:pt>
                <c:pt idx="428">
                  <c:v>-967</c:v>
                </c:pt>
                <c:pt idx="429">
                  <c:v>-971</c:v>
                </c:pt>
                <c:pt idx="430">
                  <c:v>-946</c:v>
                </c:pt>
                <c:pt idx="431">
                  <c:v>-880</c:v>
                </c:pt>
                <c:pt idx="432">
                  <c:v>416</c:v>
                </c:pt>
                <c:pt idx="433">
                  <c:v>823</c:v>
                </c:pt>
                <c:pt idx="434">
                  <c:v>726</c:v>
                </c:pt>
                <c:pt idx="435">
                  <c:v>854</c:v>
                </c:pt>
                <c:pt idx="436">
                  <c:v>879</c:v>
                </c:pt>
                <c:pt idx="437">
                  <c:v>1040</c:v>
                </c:pt>
                <c:pt idx="438">
                  <c:v>884</c:v>
                </c:pt>
                <c:pt idx="439">
                  <c:v>603</c:v>
                </c:pt>
                <c:pt idx="440">
                  <c:v>555</c:v>
                </c:pt>
                <c:pt idx="441">
                  <c:v>658</c:v>
                </c:pt>
                <c:pt idx="442">
                  <c:v>692</c:v>
                </c:pt>
                <c:pt idx="443">
                  <c:v>716</c:v>
                </c:pt>
                <c:pt idx="444">
                  <c:v>618</c:v>
                </c:pt>
                <c:pt idx="445">
                  <c:v>664</c:v>
                </c:pt>
                <c:pt idx="446">
                  <c:v>564</c:v>
                </c:pt>
                <c:pt idx="447">
                  <c:v>612</c:v>
                </c:pt>
                <c:pt idx="448">
                  <c:v>1096</c:v>
                </c:pt>
                <c:pt idx="449">
                  <c:v>1761</c:v>
                </c:pt>
                <c:pt idx="450">
                  <c:v>2249</c:v>
                </c:pt>
                <c:pt idx="451">
                  <c:v>2307</c:v>
                </c:pt>
                <c:pt idx="452">
                  <c:v>2207</c:v>
                </c:pt>
                <c:pt idx="453">
                  <c:v>2013</c:v>
                </c:pt>
                <c:pt idx="454">
                  <c:v>1794</c:v>
                </c:pt>
                <c:pt idx="455">
                  <c:v>1910</c:v>
                </c:pt>
                <c:pt idx="456">
                  <c:v>1412</c:v>
                </c:pt>
                <c:pt idx="457">
                  <c:v>1409</c:v>
                </c:pt>
                <c:pt idx="458">
                  <c:v>1213</c:v>
                </c:pt>
                <c:pt idx="459">
                  <c:v>1012</c:v>
                </c:pt>
                <c:pt idx="460">
                  <c:v>1262</c:v>
                </c:pt>
                <c:pt idx="461">
                  <c:v>1490</c:v>
                </c:pt>
                <c:pt idx="462">
                  <c:v>1767</c:v>
                </c:pt>
                <c:pt idx="463">
                  <c:v>2038</c:v>
                </c:pt>
                <c:pt idx="464">
                  <c:v>2126</c:v>
                </c:pt>
                <c:pt idx="465">
                  <c:v>1804</c:v>
                </c:pt>
                <c:pt idx="466">
                  <c:v>1229</c:v>
                </c:pt>
                <c:pt idx="467">
                  <c:v>814</c:v>
                </c:pt>
                <c:pt idx="468">
                  <c:v>685</c:v>
                </c:pt>
                <c:pt idx="469">
                  <c:v>602</c:v>
                </c:pt>
                <c:pt idx="470">
                  <c:v>554</c:v>
                </c:pt>
                <c:pt idx="471">
                  <c:v>297</c:v>
                </c:pt>
                <c:pt idx="472">
                  <c:v>-70</c:v>
                </c:pt>
                <c:pt idx="473">
                  <c:v>-380</c:v>
                </c:pt>
                <c:pt idx="474">
                  <c:v>-448</c:v>
                </c:pt>
                <c:pt idx="475">
                  <c:v>-366</c:v>
                </c:pt>
                <c:pt idx="476">
                  <c:v>-229</c:v>
                </c:pt>
                <c:pt idx="477">
                  <c:v>-159</c:v>
                </c:pt>
                <c:pt idx="478">
                  <c:v>433</c:v>
                </c:pt>
                <c:pt idx="479">
                  <c:v>741</c:v>
                </c:pt>
                <c:pt idx="480">
                  <c:v>991</c:v>
                </c:pt>
                <c:pt idx="481">
                  <c:v>1095</c:v>
                </c:pt>
                <c:pt idx="482">
                  <c:v>1099</c:v>
                </c:pt>
                <c:pt idx="483">
                  <c:v>928</c:v>
                </c:pt>
                <c:pt idx="484">
                  <c:v>896</c:v>
                </c:pt>
                <c:pt idx="485">
                  <c:v>1092</c:v>
                </c:pt>
                <c:pt idx="486">
                  <c:v>1097</c:v>
                </c:pt>
                <c:pt idx="487">
                  <c:v>1389</c:v>
                </c:pt>
                <c:pt idx="488">
                  <c:v>1378</c:v>
                </c:pt>
                <c:pt idx="489">
                  <c:v>1711</c:v>
                </c:pt>
                <c:pt idx="490">
                  <c:v>2028</c:v>
                </c:pt>
                <c:pt idx="491">
                  <c:v>2024</c:v>
                </c:pt>
                <c:pt idx="492">
                  <c:v>2233</c:v>
                </c:pt>
                <c:pt idx="493">
                  <c:v>1706</c:v>
                </c:pt>
                <c:pt idx="494">
                  <c:v>1796</c:v>
                </c:pt>
                <c:pt idx="495">
                  <c:v>1805</c:v>
                </c:pt>
                <c:pt idx="496">
                  <c:v>1930</c:v>
                </c:pt>
                <c:pt idx="497">
                  <c:v>1974</c:v>
                </c:pt>
                <c:pt idx="498">
                  <c:v>1804</c:v>
                </c:pt>
                <c:pt idx="499">
                  <c:v>1781</c:v>
                </c:pt>
                <c:pt idx="500">
                  <c:v>1684</c:v>
                </c:pt>
                <c:pt idx="501">
                  <c:v>1473</c:v>
                </c:pt>
                <c:pt idx="502">
                  <c:v>1343</c:v>
                </c:pt>
                <c:pt idx="503">
                  <c:v>1146</c:v>
                </c:pt>
                <c:pt idx="504">
                  <c:v>871</c:v>
                </c:pt>
                <c:pt idx="505">
                  <c:v>756</c:v>
                </c:pt>
                <c:pt idx="506">
                  <c:v>1073</c:v>
                </c:pt>
                <c:pt idx="507">
                  <c:v>1367</c:v>
                </c:pt>
                <c:pt idx="508">
                  <c:v>1514</c:v>
                </c:pt>
                <c:pt idx="509">
                  <c:v>1708</c:v>
                </c:pt>
                <c:pt idx="510">
                  <c:v>1832</c:v>
                </c:pt>
                <c:pt idx="511">
                  <c:v>1753</c:v>
                </c:pt>
                <c:pt idx="512">
                  <c:v>1663</c:v>
                </c:pt>
                <c:pt idx="513">
                  <c:v>1453</c:v>
                </c:pt>
                <c:pt idx="514">
                  <c:v>1327</c:v>
                </c:pt>
                <c:pt idx="515">
                  <c:v>1308</c:v>
                </c:pt>
                <c:pt idx="516">
                  <c:v>1304</c:v>
                </c:pt>
                <c:pt idx="517">
                  <c:v>1644</c:v>
                </c:pt>
                <c:pt idx="518">
                  <c:v>1721</c:v>
                </c:pt>
                <c:pt idx="519">
                  <c:v>1674</c:v>
                </c:pt>
                <c:pt idx="520">
                  <c:v>1293</c:v>
                </c:pt>
                <c:pt idx="521">
                  <c:v>1026</c:v>
                </c:pt>
                <c:pt idx="522">
                  <c:v>1006</c:v>
                </c:pt>
                <c:pt idx="523">
                  <c:v>952</c:v>
                </c:pt>
                <c:pt idx="524">
                  <c:v>718</c:v>
                </c:pt>
                <c:pt idx="525">
                  <c:v>520</c:v>
                </c:pt>
                <c:pt idx="526">
                  <c:v>459</c:v>
                </c:pt>
                <c:pt idx="527">
                  <c:v>239</c:v>
                </c:pt>
                <c:pt idx="528">
                  <c:v>786</c:v>
                </c:pt>
                <c:pt idx="529">
                  <c:v>810</c:v>
                </c:pt>
                <c:pt idx="530">
                  <c:v>744</c:v>
                </c:pt>
                <c:pt idx="531">
                  <c:v>805</c:v>
                </c:pt>
                <c:pt idx="532">
                  <c:v>778</c:v>
                </c:pt>
                <c:pt idx="533">
                  <c:v>749</c:v>
                </c:pt>
                <c:pt idx="534">
                  <c:v>849</c:v>
                </c:pt>
                <c:pt idx="535">
                  <c:v>550</c:v>
                </c:pt>
                <c:pt idx="536">
                  <c:v>354</c:v>
                </c:pt>
                <c:pt idx="537">
                  <c:v>339</c:v>
                </c:pt>
                <c:pt idx="538">
                  <c:v>302</c:v>
                </c:pt>
                <c:pt idx="539">
                  <c:v>187</c:v>
                </c:pt>
                <c:pt idx="540">
                  <c:v>-137</c:v>
                </c:pt>
                <c:pt idx="541">
                  <c:v>199</c:v>
                </c:pt>
                <c:pt idx="542">
                  <c:v>630</c:v>
                </c:pt>
                <c:pt idx="543">
                  <c:v>819</c:v>
                </c:pt>
                <c:pt idx="544">
                  <c:v>882</c:v>
                </c:pt>
                <c:pt idx="545">
                  <c:v>755</c:v>
                </c:pt>
                <c:pt idx="546">
                  <c:v>820</c:v>
                </c:pt>
                <c:pt idx="547">
                  <c:v>904</c:v>
                </c:pt>
                <c:pt idx="548">
                  <c:v>913</c:v>
                </c:pt>
                <c:pt idx="549">
                  <c:v>1013</c:v>
                </c:pt>
                <c:pt idx="550">
                  <c:v>1270</c:v>
                </c:pt>
                <c:pt idx="551">
                  <c:v>1298</c:v>
                </c:pt>
                <c:pt idx="552">
                  <c:v>1274</c:v>
                </c:pt>
                <c:pt idx="553">
                  <c:v>1262</c:v>
                </c:pt>
                <c:pt idx="554">
                  <c:v>1155</c:v>
                </c:pt>
                <c:pt idx="555">
                  <c:v>1149</c:v>
                </c:pt>
                <c:pt idx="556">
                  <c:v>1246</c:v>
                </c:pt>
                <c:pt idx="557">
                  <c:v>1303</c:v>
                </c:pt>
                <c:pt idx="558">
                  <c:v>1492</c:v>
                </c:pt>
                <c:pt idx="559">
                  <c:v>1182</c:v>
                </c:pt>
                <c:pt idx="560">
                  <c:v>831</c:v>
                </c:pt>
                <c:pt idx="561">
                  <c:v>427</c:v>
                </c:pt>
                <c:pt idx="562">
                  <c:v>142</c:v>
                </c:pt>
                <c:pt idx="563">
                  <c:v>-63</c:v>
                </c:pt>
                <c:pt idx="564">
                  <c:v>-119</c:v>
                </c:pt>
                <c:pt idx="565">
                  <c:v>-180</c:v>
                </c:pt>
                <c:pt idx="566">
                  <c:v>-353</c:v>
                </c:pt>
                <c:pt idx="567">
                  <c:v>-442</c:v>
                </c:pt>
                <c:pt idx="568">
                  <c:v>-469</c:v>
                </c:pt>
                <c:pt idx="569">
                  <c:v>-686</c:v>
                </c:pt>
                <c:pt idx="570">
                  <c:v>-735</c:v>
                </c:pt>
                <c:pt idx="571">
                  <c:v>-863</c:v>
                </c:pt>
                <c:pt idx="572">
                  <c:v>-1022</c:v>
                </c:pt>
                <c:pt idx="573">
                  <c:v>-1131</c:v>
                </c:pt>
                <c:pt idx="574">
                  <c:v>-1153</c:v>
                </c:pt>
                <c:pt idx="575">
                  <c:v>-1044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E2-4AF3-9942-68F7C9C0B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92574191"/>
        <c:axId val="1392575151"/>
      </c:lineChart>
      <c:catAx>
        <c:axId val="1392574191"/>
        <c:scaling>
          <c:orientation val="minMax"/>
        </c:scaling>
        <c:delete val="1"/>
        <c:axPos val="b"/>
        <c:majorTickMark val="none"/>
        <c:minorTickMark val="none"/>
        <c:tickLblPos val="nextTo"/>
        <c:crossAx val="1392575151"/>
        <c:crosses val="autoZero"/>
        <c:auto val="1"/>
        <c:lblAlgn val="ctr"/>
        <c:lblOffset val="100"/>
        <c:noMultiLvlLbl val="0"/>
      </c:catAx>
      <c:valAx>
        <c:axId val="1392575151"/>
        <c:scaling>
          <c:orientation val="minMax"/>
          <c:max val="3200"/>
          <c:min val="-1000"/>
        </c:scaling>
        <c:delete val="1"/>
        <c:axPos val="l"/>
        <c:numFmt formatCode="General" sourceLinked="1"/>
        <c:majorTickMark val="none"/>
        <c:minorTickMark val="none"/>
        <c:tickLblPos val="nextTo"/>
        <c:crossAx val="1392574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5.8796296296296296E-3"/>
          <c:w val="0.99999999999999989"/>
          <c:h val="0.96144027777777774"/>
        </c:manualLayout>
      </c:layout>
      <c:lineChart>
        <c:grouping val="standard"/>
        <c:varyColors val="0"/>
        <c:ser>
          <c:idx val="2"/>
          <c:order val="0"/>
          <c:tx>
            <c:strRef>
              <c:f>load_ramping!$D$1</c:f>
              <c:strCache>
                <c:ptCount val="1"/>
                <c:pt idx="0">
                  <c:v>2015</c:v>
                </c:pt>
              </c:strCache>
            </c:strRef>
          </c:tx>
          <c:spPr>
            <a:ln w="6350" cap="rnd">
              <a:solidFill>
                <a:srgbClr val="156082"/>
              </a:solidFill>
              <a:round/>
            </a:ln>
            <a:effectLst/>
          </c:spPr>
          <c:marker>
            <c:symbol val="none"/>
          </c:marker>
          <c:val>
            <c:numRef>
              <c:f>load_ramping!$D$2:$D$25</c:f>
              <c:numCache>
                <c:formatCode>General</c:formatCode>
                <c:ptCount val="24"/>
                <c:pt idx="0">
                  <c:v>19313</c:v>
                </c:pt>
                <c:pt idx="1">
                  <c:v>18258</c:v>
                </c:pt>
                <c:pt idx="2">
                  <c:v>17822</c:v>
                </c:pt>
                <c:pt idx="3">
                  <c:v>17666</c:v>
                </c:pt>
                <c:pt idx="4">
                  <c:v>17900</c:v>
                </c:pt>
                <c:pt idx="5">
                  <c:v>18576</c:v>
                </c:pt>
                <c:pt idx="6">
                  <c:v>20556</c:v>
                </c:pt>
                <c:pt idx="7">
                  <c:v>21255</c:v>
                </c:pt>
                <c:pt idx="8">
                  <c:v>19828</c:v>
                </c:pt>
                <c:pt idx="9">
                  <c:v>18643</c:v>
                </c:pt>
                <c:pt idx="10">
                  <c:v>18151</c:v>
                </c:pt>
                <c:pt idx="11">
                  <c:v>17571</c:v>
                </c:pt>
                <c:pt idx="12">
                  <c:v>17375</c:v>
                </c:pt>
                <c:pt idx="13">
                  <c:v>17560</c:v>
                </c:pt>
                <c:pt idx="14">
                  <c:v>17714</c:v>
                </c:pt>
                <c:pt idx="15">
                  <c:v>18176</c:v>
                </c:pt>
                <c:pt idx="16">
                  <c:v>19202</c:v>
                </c:pt>
                <c:pt idx="17">
                  <c:v>20934</c:v>
                </c:pt>
                <c:pt idx="18">
                  <c:v>22953</c:v>
                </c:pt>
                <c:pt idx="19">
                  <c:v>24839</c:v>
                </c:pt>
                <c:pt idx="20">
                  <c:v>26129</c:v>
                </c:pt>
                <c:pt idx="21">
                  <c:v>25022</c:v>
                </c:pt>
                <c:pt idx="22">
                  <c:v>22888</c:v>
                </c:pt>
                <c:pt idx="23">
                  <c:v>20759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FC-4EE8-8503-1B5E192A1A20}"/>
            </c:ext>
          </c:extLst>
        </c:ser>
        <c:ser>
          <c:idx val="4"/>
          <c:order val="1"/>
          <c:tx>
            <c:strRef>
              <c:f>load_ramping!$F$1</c:f>
              <c:strCache>
                <c:ptCount val="1"/>
                <c:pt idx="0">
                  <c:v>2017</c:v>
                </c:pt>
              </c:strCache>
            </c:strRef>
          </c:tx>
          <c:spPr>
            <a:ln w="6350" cap="rnd">
              <a:solidFill>
                <a:srgbClr val="196B24"/>
              </a:solidFill>
              <a:round/>
            </a:ln>
            <a:effectLst/>
          </c:spPr>
          <c:marker>
            <c:symbol val="none"/>
          </c:marker>
          <c:val>
            <c:numRef>
              <c:f>load_ramping!$F$2:$F$25</c:f>
              <c:numCache>
                <c:formatCode>General</c:formatCode>
                <c:ptCount val="24"/>
                <c:pt idx="0">
                  <c:v>16896</c:v>
                </c:pt>
                <c:pt idx="1">
                  <c:v>15981</c:v>
                </c:pt>
                <c:pt idx="2">
                  <c:v>15791</c:v>
                </c:pt>
                <c:pt idx="3">
                  <c:v>15319</c:v>
                </c:pt>
                <c:pt idx="4">
                  <c:v>15998</c:v>
                </c:pt>
                <c:pt idx="5">
                  <c:v>17155</c:v>
                </c:pt>
                <c:pt idx="6">
                  <c:v>19077</c:v>
                </c:pt>
                <c:pt idx="7">
                  <c:v>18777</c:v>
                </c:pt>
                <c:pt idx="8">
                  <c:v>15229</c:v>
                </c:pt>
                <c:pt idx="9">
                  <c:v>12891</c:v>
                </c:pt>
                <c:pt idx="10">
                  <c:v>11961</c:v>
                </c:pt>
                <c:pt idx="11">
                  <c:v>12319</c:v>
                </c:pt>
                <c:pt idx="12">
                  <c:v>11703</c:v>
                </c:pt>
                <c:pt idx="13">
                  <c:v>11818</c:v>
                </c:pt>
                <c:pt idx="14">
                  <c:v>11981</c:v>
                </c:pt>
                <c:pt idx="15">
                  <c:v>12711</c:v>
                </c:pt>
                <c:pt idx="16">
                  <c:v>13716</c:v>
                </c:pt>
                <c:pt idx="17">
                  <c:v>16148</c:v>
                </c:pt>
                <c:pt idx="18">
                  <c:v>19721</c:v>
                </c:pt>
                <c:pt idx="19">
                  <c:v>22119</c:v>
                </c:pt>
                <c:pt idx="20">
                  <c:v>22389</c:v>
                </c:pt>
                <c:pt idx="21">
                  <c:v>21987</c:v>
                </c:pt>
                <c:pt idx="22">
                  <c:v>21697</c:v>
                </c:pt>
                <c:pt idx="23">
                  <c:v>20387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5FC-4EE8-8503-1B5E192A1A20}"/>
            </c:ext>
          </c:extLst>
        </c:ser>
        <c:ser>
          <c:idx val="6"/>
          <c:order val="2"/>
          <c:tx>
            <c:strRef>
              <c:f>load_ramping!$H$1</c:f>
              <c:strCache>
                <c:ptCount val="1"/>
                <c:pt idx="0">
                  <c:v>2019</c:v>
                </c:pt>
              </c:strCache>
            </c:strRef>
          </c:tx>
          <c:spPr>
            <a:ln w="63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val>
            <c:numRef>
              <c:f>load_ramping!$H$2:$H$25</c:f>
              <c:numCache>
                <c:formatCode>General</c:formatCode>
                <c:ptCount val="24"/>
                <c:pt idx="0">
                  <c:v>19368</c:v>
                </c:pt>
                <c:pt idx="1">
                  <c:v>18725</c:v>
                </c:pt>
                <c:pt idx="2">
                  <c:v>18121</c:v>
                </c:pt>
                <c:pt idx="3">
                  <c:v>17963</c:v>
                </c:pt>
                <c:pt idx="4">
                  <c:v>18041</c:v>
                </c:pt>
                <c:pt idx="5">
                  <c:v>18465</c:v>
                </c:pt>
                <c:pt idx="6">
                  <c:v>19336</c:v>
                </c:pt>
                <c:pt idx="7">
                  <c:v>17021</c:v>
                </c:pt>
                <c:pt idx="8">
                  <c:v>12414</c:v>
                </c:pt>
                <c:pt idx="9">
                  <c:v>9950</c:v>
                </c:pt>
                <c:pt idx="10">
                  <c:v>8890</c:v>
                </c:pt>
                <c:pt idx="11">
                  <c:v>8822</c:v>
                </c:pt>
                <c:pt idx="12">
                  <c:v>8548</c:v>
                </c:pt>
                <c:pt idx="13">
                  <c:v>8430</c:v>
                </c:pt>
                <c:pt idx="14">
                  <c:v>8301</c:v>
                </c:pt>
                <c:pt idx="15">
                  <c:v>9154</c:v>
                </c:pt>
                <c:pt idx="16">
                  <c:v>11107</c:v>
                </c:pt>
                <c:pt idx="17">
                  <c:v>15943</c:v>
                </c:pt>
                <c:pt idx="18">
                  <c:v>21782</c:v>
                </c:pt>
                <c:pt idx="19">
                  <c:v>24541</c:v>
                </c:pt>
                <c:pt idx="20">
                  <c:v>24349</c:v>
                </c:pt>
                <c:pt idx="21">
                  <c:v>23280</c:v>
                </c:pt>
                <c:pt idx="22">
                  <c:v>21810</c:v>
                </c:pt>
                <c:pt idx="23">
                  <c:v>20391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5FC-4EE8-8503-1B5E192A1A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9266992"/>
        <c:axId val="539265552"/>
      </c:lineChart>
      <c:catAx>
        <c:axId val="539266992"/>
        <c:scaling>
          <c:orientation val="minMax"/>
        </c:scaling>
        <c:delete val="1"/>
        <c:axPos val="b"/>
        <c:majorTickMark val="none"/>
        <c:minorTickMark val="none"/>
        <c:tickLblPos val="nextTo"/>
        <c:crossAx val="539265552"/>
        <c:crosses val="autoZero"/>
        <c:auto val="1"/>
        <c:lblAlgn val="ctr"/>
        <c:lblOffset val="100"/>
        <c:noMultiLvlLbl val="0"/>
      </c:catAx>
      <c:valAx>
        <c:axId val="539265552"/>
        <c:scaling>
          <c:orientation val="minMax"/>
          <c:max val="27000"/>
          <c:min val="8000"/>
        </c:scaling>
        <c:delete val="1"/>
        <c:axPos val="l"/>
        <c:numFmt formatCode="General" sourceLinked="1"/>
        <c:majorTickMark val="none"/>
        <c:minorTickMark val="none"/>
        <c:tickLblPos val="nextTo"/>
        <c:crossAx val="539266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Firm</c:v>
                </c:pt>
              </c:strCache>
            </c:strRef>
          </c:tx>
          <c:spPr>
            <a:solidFill>
              <a:srgbClr val="E8E8E8"/>
            </a:solidFill>
            <a:ln>
              <a:noFill/>
            </a:ln>
            <a:effectLst/>
          </c:spPr>
          <c:val>
            <c:numRef>
              <c:f>Sheet1!$C$2:$C$121</c:f>
              <c:numCache>
                <c:formatCode>General</c:formatCode>
                <c:ptCount val="120"/>
                <c:pt idx="0">
                  <c:v>5574.8899999999994</c:v>
                </c:pt>
                <c:pt idx="1">
                  <c:v>5278.09</c:v>
                </c:pt>
                <c:pt idx="2">
                  <c:v>5302.18</c:v>
                </c:pt>
                <c:pt idx="3">
                  <c:v>5650.9699999999993</c:v>
                </c:pt>
                <c:pt idx="4">
                  <c:v>5563.45</c:v>
                </c:pt>
                <c:pt idx="5">
                  <c:v>5300.67</c:v>
                </c:pt>
                <c:pt idx="6">
                  <c:v>5379.4599999999991</c:v>
                </c:pt>
                <c:pt idx="7">
                  <c:v>5502.18</c:v>
                </c:pt>
                <c:pt idx="8">
                  <c:v>5274.12</c:v>
                </c:pt>
                <c:pt idx="9">
                  <c:v>5499.9699999999993</c:v>
                </c:pt>
                <c:pt idx="10">
                  <c:v>5772.55</c:v>
                </c:pt>
                <c:pt idx="11">
                  <c:v>5679.72</c:v>
                </c:pt>
                <c:pt idx="12">
                  <c:v>5683.14</c:v>
                </c:pt>
                <c:pt idx="13">
                  <c:v>5600.65</c:v>
                </c:pt>
                <c:pt idx="14">
                  <c:v>5633.16</c:v>
                </c:pt>
                <c:pt idx="15">
                  <c:v>5636.3899999999994</c:v>
                </c:pt>
                <c:pt idx="16">
                  <c:v>5781.7999999999993</c:v>
                </c:pt>
                <c:pt idx="17">
                  <c:v>5731.47</c:v>
                </c:pt>
                <c:pt idx="18">
                  <c:v>5700.94</c:v>
                </c:pt>
                <c:pt idx="19">
                  <c:v>5636.3899999999994</c:v>
                </c:pt>
                <c:pt idx="20">
                  <c:v>5636.3899999999994</c:v>
                </c:pt>
                <c:pt idx="21">
                  <c:v>5636.3899999999994</c:v>
                </c:pt>
                <c:pt idx="22">
                  <c:v>5797.76</c:v>
                </c:pt>
                <c:pt idx="23">
                  <c:v>5733.21</c:v>
                </c:pt>
                <c:pt idx="24">
                  <c:v>5700.94</c:v>
                </c:pt>
                <c:pt idx="25">
                  <c:v>5000</c:v>
                </c:pt>
                <c:pt idx="26">
                  <c:v>5000</c:v>
                </c:pt>
                <c:pt idx="27">
                  <c:v>5000</c:v>
                </c:pt>
                <c:pt idx="28">
                  <c:v>5000</c:v>
                </c:pt>
                <c:pt idx="29">
                  <c:v>5000</c:v>
                </c:pt>
                <c:pt idx="30">
                  <c:v>5000</c:v>
                </c:pt>
                <c:pt idx="31">
                  <c:v>5000</c:v>
                </c:pt>
                <c:pt idx="32">
                  <c:v>5000</c:v>
                </c:pt>
                <c:pt idx="33">
                  <c:v>5000</c:v>
                </c:pt>
                <c:pt idx="34">
                  <c:v>5000</c:v>
                </c:pt>
                <c:pt idx="35">
                  <c:v>5000</c:v>
                </c:pt>
                <c:pt idx="36">
                  <c:v>5000</c:v>
                </c:pt>
                <c:pt idx="37">
                  <c:v>5000</c:v>
                </c:pt>
                <c:pt idx="38">
                  <c:v>5000</c:v>
                </c:pt>
                <c:pt idx="39">
                  <c:v>5000</c:v>
                </c:pt>
                <c:pt idx="40">
                  <c:v>5000</c:v>
                </c:pt>
                <c:pt idx="41">
                  <c:v>5000</c:v>
                </c:pt>
                <c:pt idx="42">
                  <c:v>5000</c:v>
                </c:pt>
                <c:pt idx="43">
                  <c:v>5000</c:v>
                </c:pt>
                <c:pt idx="44">
                  <c:v>5000</c:v>
                </c:pt>
                <c:pt idx="45">
                  <c:v>5000</c:v>
                </c:pt>
                <c:pt idx="46">
                  <c:v>5000</c:v>
                </c:pt>
                <c:pt idx="47">
                  <c:v>5000</c:v>
                </c:pt>
                <c:pt idx="48">
                  <c:v>5000</c:v>
                </c:pt>
                <c:pt idx="49">
                  <c:v>5000</c:v>
                </c:pt>
                <c:pt idx="50">
                  <c:v>5000</c:v>
                </c:pt>
                <c:pt idx="51">
                  <c:v>5000</c:v>
                </c:pt>
                <c:pt idx="52">
                  <c:v>5000</c:v>
                </c:pt>
                <c:pt idx="53">
                  <c:v>5000</c:v>
                </c:pt>
                <c:pt idx="54">
                  <c:v>5000</c:v>
                </c:pt>
                <c:pt idx="55">
                  <c:v>5000</c:v>
                </c:pt>
                <c:pt idx="56">
                  <c:v>5000</c:v>
                </c:pt>
                <c:pt idx="57">
                  <c:v>5000</c:v>
                </c:pt>
                <c:pt idx="58">
                  <c:v>5000</c:v>
                </c:pt>
                <c:pt idx="59">
                  <c:v>5000</c:v>
                </c:pt>
                <c:pt idx="60">
                  <c:v>5000</c:v>
                </c:pt>
                <c:pt idx="61">
                  <c:v>5000</c:v>
                </c:pt>
                <c:pt idx="62">
                  <c:v>5000</c:v>
                </c:pt>
                <c:pt idx="63">
                  <c:v>5000</c:v>
                </c:pt>
                <c:pt idx="64">
                  <c:v>5000</c:v>
                </c:pt>
                <c:pt idx="65">
                  <c:v>5000</c:v>
                </c:pt>
                <c:pt idx="66">
                  <c:v>5000</c:v>
                </c:pt>
                <c:pt idx="67">
                  <c:v>5000</c:v>
                </c:pt>
                <c:pt idx="68">
                  <c:v>5000</c:v>
                </c:pt>
                <c:pt idx="69">
                  <c:v>5000</c:v>
                </c:pt>
                <c:pt idx="70">
                  <c:v>5000</c:v>
                </c:pt>
                <c:pt idx="71">
                  <c:v>5000</c:v>
                </c:pt>
                <c:pt idx="72">
                  <c:v>5000</c:v>
                </c:pt>
                <c:pt idx="73">
                  <c:v>5000</c:v>
                </c:pt>
                <c:pt idx="74">
                  <c:v>5000</c:v>
                </c:pt>
                <c:pt idx="75">
                  <c:v>5000</c:v>
                </c:pt>
                <c:pt idx="76">
                  <c:v>5000</c:v>
                </c:pt>
                <c:pt idx="77">
                  <c:v>5000</c:v>
                </c:pt>
                <c:pt idx="78">
                  <c:v>5000</c:v>
                </c:pt>
                <c:pt idx="79">
                  <c:v>5000</c:v>
                </c:pt>
                <c:pt idx="80">
                  <c:v>5000</c:v>
                </c:pt>
                <c:pt idx="81">
                  <c:v>5000</c:v>
                </c:pt>
                <c:pt idx="82">
                  <c:v>5000</c:v>
                </c:pt>
                <c:pt idx="83">
                  <c:v>5000</c:v>
                </c:pt>
                <c:pt idx="84">
                  <c:v>5000</c:v>
                </c:pt>
                <c:pt idx="85">
                  <c:v>5000</c:v>
                </c:pt>
                <c:pt idx="86">
                  <c:v>5000</c:v>
                </c:pt>
                <c:pt idx="87">
                  <c:v>5000</c:v>
                </c:pt>
                <c:pt idx="88">
                  <c:v>5000</c:v>
                </c:pt>
                <c:pt idx="89">
                  <c:v>5000</c:v>
                </c:pt>
                <c:pt idx="90">
                  <c:v>5000</c:v>
                </c:pt>
                <c:pt idx="91">
                  <c:v>5000</c:v>
                </c:pt>
                <c:pt idx="92">
                  <c:v>5000</c:v>
                </c:pt>
                <c:pt idx="93">
                  <c:v>5000</c:v>
                </c:pt>
                <c:pt idx="94">
                  <c:v>5000</c:v>
                </c:pt>
                <c:pt idx="95">
                  <c:v>5000</c:v>
                </c:pt>
                <c:pt idx="96">
                  <c:v>5000</c:v>
                </c:pt>
                <c:pt idx="97">
                  <c:v>5000</c:v>
                </c:pt>
                <c:pt idx="98">
                  <c:v>5000</c:v>
                </c:pt>
                <c:pt idx="99">
                  <c:v>5000</c:v>
                </c:pt>
                <c:pt idx="100">
                  <c:v>5000</c:v>
                </c:pt>
                <c:pt idx="101">
                  <c:v>5000</c:v>
                </c:pt>
                <c:pt idx="102">
                  <c:v>5000</c:v>
                </c:pt>
                <c:pt idx="103">
                  <c:v>5000</c:v>
                </c:pt>
                <c:pt idx="104">
                  <c:v>5328.74</c:v>
                </c:pt>
                <c:pt idx="105">
                  <c:v>5219.7999999999993</c:v>
                </c:pt>
                <c:pt idx="106">
                  <c:v>5339.26</c:v>
                </c:pt>
                <c:pt idx="107">
                  <c:v>5208.57</c:v>
                </c:pt>
                <c:pt idx="108">
                  <c:v>5413.66</c:v>
                </c:pt>
                <c:pt idx="109">
                  <c:v>5318.94</c:v>
                </c:pt>
                <c:pt idx="110">
                  <c:v>5283.91</c:v>
                </c:pt>
                <c:pt idx="111">
                  <c:v>5285.7</c:v>
                </c:pt>
                <c:pt idx="112">
                  <c:v>5237.9400000000005</c:v>
                </c:pt>
                <c:pt idx="113">
                  <c:v>5209.8599999999997</c:v>
                </c:pt>
                <c:pt idx="114">
                  <c:v>5179.4699999999993</c:v>
                </c:pt>
                <c:pt idx="115">
                  <c:v>5463.75</c:v>
                </c:pt>
                <c:pt idx="116">
                  <c:v>5374.93</c:v>
                </c:pt>
                <c:pt idx="117">
                  <c:v>5306.67</c:v>
                </c:pt>
                <c:pt idx="118">
                  <c:v>5220.04</c:v>
                </c:pt>
                <c:pt idx="119">
                  <c:v>5194.96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A2-490F-83F9-A99651CDAC97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Nuclear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val>
            <c:numRef>
              <c:f>Sheet1!$D$2:$D$121</c:f>
              <c:numCache>
                <c:formatCode>0</c:formatCode>
                <c:ptCount val="1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2691.0699999999997</c:v>
                </c:pt>
                <c:pt idx="26">
                  <c:v>3358.7799999999988</c:v>
                </c:pt>
                <c:pt idx="27">
                  <c:v>3666.7099999999991</c:v>
                </c:pt>
                <c:pt idx="28">
                  <c:v>4000.7700000000004</c:v>
                </c:pt>
                <c:pt idx="29">
                  <c:v>4020.26</c:v>
                </c:pt>
                <c:pt idx="30">
                  <c:v>4039.74</c:v>
                </c:pt>
                <c:pt idx="31">
                  <c:v>4036.3700000000008</c:v>
                </c:pt>
                <c:pt idx="32">
                  <c:v>3995.8600000000006</c:v>
                </c:pt>
                <c:pt idx="33">
                  <c:v>3995.8600000000006</c:v>
                </c:pt>
                <c:pt idx="34">
                  <c:v>3995.8600000000006</c:v>
                </c:pt>
                <c:pt idx="35">
                  <c:v>4200.7299999999996</c:v>
                </c:pt>
                <c:pt idx="36">
                  <c:v>4118.7800000000007</c:v>
                </c:pt>
                <c:pt idx="37">
                  <c:v>4077.8099999999995</c:v>
                </c:pt>
                <c:pt idx="38">
                  <c:v>3995.8600000000006</c:v>
                </c:pt>
                <c:pt idx="39">
                  <c:v>3995.8600000000006</c:v>
                </c:pt>
                <c:pt idx="40">
                  <c:v>3995.8600000000006</c:v>
                </c:pt>
                <c:pt idx="41">
                  <c:v>4200.7299999999996</c:v>
                </c:pt>
                <c:pt idx="42">
                  <c:v>4118.7800000000007</c:v>
                </c:pt>
                <c:pt idx="43">
                  <c:v>4152.8099999999995</c:v>
                </c:pt>
                <c:pt idx="44">
                  <c:v>3995.8600000000006</c:v>
                </c:pt>
                <c:pt idx="45">
                  <c:v>4006.5</c:v>
                </c:pt>
                <c:pt idx="46">
                  <c:v>3995.8600000000006</c:v>
                </c:pt>
                <c:pt idx="47">
                  <c:v>4195.6399999999994</c:v>
                </c:pt>
                <c:pt idx="48">
                  <c:v>4115.7299999999996</c:v>
                </c:pt>
                <c:pt idx="49">
                  <c:v>4150.7700000000004</c:v>
                </c:pt>
                <c:pt idx="50">
                  <c:v>4070.8600000000006</c:v>
                </c:pt>
                <c:pt idx="51">
                  <c:v>3995.8600000000006</c:v>
                </c:pt>
                <c:pt idx="52">
                  <c:v>3995.8600000000006</c:v>
                </c:pt>
                <c:pt idx="53">
                  <c:v>4197.5300000000007</c:v>
                </c:pt>
                <c:pt idx="54">
                  <c:v>4084.7999999999993</c:v>
                </c:pt>
                <c:pt idx="55">
                  <c:v>4093.5300000000007</c:v>
                </c:pt>
                <c:pt idx="56">
                  <c:v>3952.3600000000006</c:v>
                </c:pt>
                <c:pt idx="57">
                  <c:v>4008.3999999999996</c:v>
                </c:pt>
                <c:pt idx="58">
                  <c:v>4083.3999999999996</c:v>
                </c:pt>
                <c:pt idx="59">
                  <c:v>4331.2999999999993</c:v>
                </c:pt>
                <c:pt idx="60">
                  <c:v>4207.1399999999994</c:v>
                </c:pt>
                <c:pt idx="61">
                  <c:v>4107.5599999999995</c:v>
                </c:pt>
                <c:pt idx="62">
                  <c:v>4083.3999999999996</c:v>
                </c:pt>
                <c:pt idx="63">
                  <c:v>4083.3999999999996</c:v>
                </c:pt>
                <c:pt idx="64">
                  <c:v>4083.3999999999996</c:v>
                </c:pt>
                <c:pt idx="65">
                  <c:v>4274.2099999999991</c:v>
                </c:pt>
                <c:pt idx="66">
                  <c:v>4219.6900000000005</c:v>
                </c:pt>
                <c:pt idx="67">
                  <c:v>4165.17</c:v>
                </c:pt>
                <c:pt idx="68">
                  <c:v>4137.92</c:v>
                </c:pt>
                <c:pt idx="69">
                  <c:v>4083.3999999999996</c:v>
                </c:pt>
                <c:pt idx="70">
                  <c:v>4083.3999999999996</c:v>
                </c:pt>
                <c:pt idx="71">
                  <c:v>4108.3999999999996</c:v>
                </c:pt>
                <c:pt idx="72">
                  <c:v>4339.68</c:v>
                </c:pt>
                <c:pt idx="73">
                  <c:v>4247.17</c:v>
                </c:pt>
                <c:pt idx="74">
                  <c:v>4200.91</c:v>
                </c:pt>
                <c:pt idx="75">
                  <c:v>4075.76</c:v>
                </c:pt>
                <c:pt idx="76">
                  <c:v>4047.3799999999992</c:v>
                </c:pt>
                <c:pt idx="77">
                  <c:v>3733.0399999999991</c:v>
                </c:pt>
                <c:pt idx="78">
                  <c:v>4356.2999999999993</c:v>
                </c:pt>
                <c:pt idx="79">
                  <c:v>4257.1399999999994</c:v>
                </c:pt>
                <c:pt idx="80">
                  <c:v>4207.5599999999995</c:v>
                </c:pt>
                <c:pt idx="81">
                  <c:v>4108.3999999999996</c:v>
                </c:pt>
                <c:pt idx="82">
                  <c:v>4108.3999999999996</c:v>
                </c:pt>
                <c:pt idx="83">
                  <c:v>4108.3999999999996</c:v>
                </c:pt>
                <c:pt idx="84">
                  <c:v>4318.25</c:v>
                </c:pt>
                <c:pt idx="85">
                  <c:v>4270.9700000000012</c:v>
                </c:pt>
                <c:pt idx="86">
                  <c:v>4119.82</c:v>
                </c:pt>
                <c:pt idx="87">
                  <c:v>4011.4400000000005</c:v>
                </c:pt>
                <c:pt idx="88">
                  <c:v>4788.43</c:v>
                </c:pt>
                <c:pt idx="89">
                  <c:v>7193.33</c:v>
                </c:pt>
                <c:pt idx="90">
                  <c:v>7598.619999999999</c:v>
                </c:pt>
                <c:pt idx="91">
                  <c:v>7348.9</c:v>
                </c:pt>
                <c:pt idx="92">
                  <c:v>6469.07</c:v>
                </c:pt>
                <c:pt idx="93">
                  <c:v>4011.4400000000005</c:v>
                </c:pt>
                <c:pt idx="94">
                  <c:v>4011.4400000000005</c:v>
                </c:pt>
                <c:pt idx="95">
                  <c:v>4011.4400000000005</c:v>
                </c:pt>
                <c:pt idx="96">
                  <c:v>3734.3999999999996</c:v>
                </c:pt>
                <c:pt idx="97">
                  <c:v>4060.1800000000003</c:v>
                </c:pt>
                <c:pt idx="98">
                  <c:v>4010.6000000000004</c:v>
                </c:pt>
                <c:pt idx="99">
                  <c:v>3911.4400000000005</c:v>
                </c:pt>
                <c:pt idx="100">
                  <c:v>3895.4400000000005</c:v>
                </c:pt>
                <c:pt idx="101">
                  <c:v>3895.4400000000005</c:v>
                </c:pt>
                <c:pt idx="102">
                  <c:v>4083.6399999999994</c:v>
                </c:pt>
                <c:pt idx="103">
                  <c:v>2539.1100000000006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A2-490F-83F9-A99651CDAC97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Wind_Solar</c:v>
                </c:pt>
              </c:strCache>
            </c:strRef>
          </c:tx>
          <c:spPr>
            <a:solidFill>
              <a:srgbClr val="0E2841">
                <a:lumMod val="10000"/>
                <a:lumOff val="90000"/>
              </a:srgbClr>
            </a:solidFill>
            <a:ln>
              <a:noFill/>
            </a:ln>
            <a:effectLst/>
          </c:spPr>
          <c:val>
            <c:numRef>
              <c:f>Sheet1!$E$2:$E$121</c:f>
              <c:numCache>
                <c:formatCode>General</c:formatCode>
                <c:ptCount val="120"/>
                <c:pt idx="0">
                  <c:v>49305.08</c:v>
                </c:pt>
                <c:pt idx="1">
                  <c:v>48784.81</c:v>
                </c:pt>
                <c:pt idx="2">
                  <c:v>49294.86</c:v>
                </c:pt>
                <c:pt idx="3">
                  <c:v>50495.85</c:v>
                </c:pt>
                <c:pt idx="4">
                  <c:v>52306.36</c:v>
                </c:pt>
                <c:pt idx="5">
                  <c:v>52956.23</c:v>
                </c:pt>
                <c:pt idx="6">
                  <c:v>54273.78</c:v>
                </c:pt>
                <c:pt idx="7">
                  <c:v>53748.69</c:v>
                </c:pt>
                <c:pt idx="8">
                  <c:v>52999.539999999994</c:v>
                </c:pt>
                <c:pt idx="9">
                  <c:v>55608.1</c:v>
                </c:pt>
                <c:pt idx="10">
                  <c:v>56931.65</c:v>
                </c:pt>
                <c:pt idx="11">
                  <c:v>61856.58</c:v>
                </c:pt>
                <c:pt idx="12">
                  <c:v>64158.8</c:v>
                </c:pt>
                <c:pt idx="13">
                  <c:v>61099.660000000011</c:v>
                </c:pt>
                <c:pt idx="14">
                  <c:v>60220.14</c:v>
                </c:pt>
                <c:pt idx="15">
                  <c:v>59046.509999999995</c:v>
                </c:pt>
                <c:pt idx="16">
                  <c:v>57558.630000000005</c:v>
                </c:pt>
                <c:pt idx="17">
                  <c:v>56032.27</c:v>
                </c:pt>
                <c:pt idx="18">
                  <c:v>55154.39</c:v>
                </c:pt>
                <c:pt idx="19">
                  <c:v>54236.91</c:v>
                </c:pt>
                <c:pt idx="20">
                  <c:v>53246.84</c:v>
                </c:pt>
                <c:pt idx="21">
                  <c:v>52019.630000000005</c:v>
                </c:pt>
                <c:pt idx="22">
                  <c:v>50868.030000000006</c:v>
                </c:pt>
                <c:pt idx="23">
                  <c:v>49870.43</c:v>
                </c:pt>
                <c:pt idx="24">
                  <c:v>48544.24</c:v>
                </c:pt>
                <c:pt idx="25">
                  <c:v>50868.400000000009</c:v>
                </c:pt>
                <c:pt idx="26">
                  <c:v>49019.78</c:v>
                </c:pt>
                <c:pt idx="27">
                  <c:v>47265.159999999996</c:v>
                </c:pt>
                <c:pt idx="28">
                  <c:v>45385.520000000004</c:v>
                </c:pt>
                <c:pt idx="29">
                  <c:v>43422.090000000004</c:v>
                </c:pt>
                <c:pt idx="30">
                  <c:v>41162.339999999997</c:v>
                </c:pt>
                <c:pt idx="31">
                  <c:v>38265.810000000005</c:v>
                </c:pt>
                <c:pt idx="32">
                  <c:v>35508.080000000002</c:v>
                </c:pt>
                <c:pt idx="33">
                  <c:v>34947.589999999997</c:v>
                </c:pt>
                <c:pt idx="34">
                  <c:v>34558.93</c:v>
                </c:pt>
                <c:pt idx="35">
                  <c:v>33775.770000000004</c:v>
                </c:pt>
                <c:pt idx="36">
                  <c:v>31667.409999999996</c:v>
                </c:pt>
                <c:pt idx="37">
                  <c:v>28924.870000000003</c:v>
                </c:pt>
                <c:pt idx="38">
                  <c:v>25900.15</c:v>
                </c:pt>
                <c:pt idx="39">
                  <c:v>22510.579999999998</c:v>
                </c:pt>
                <c:pt idx="40">
                  <c:v>19848.23</c:v>
                </c:pt>
                <c:pt idx="41">
                  <c:v>18858.27</c:v>
                </c:pt>
                <c:pt idx="42">
                  <c:v>19129.46</c:v>
                </c:pt>
                <c:pt idx="43">
                  <c:v>19116.11</c:v>
                </c:pt>
                <c:pt idx="44">
                  <c:v>18931.010000000002</c:v>
                </c:pt>
                <c:pt idx="45">
                  <c:v>18730.079999999998</c:v>
                </c:pt>
                <c:pt idx="46">
                  <c:v>17960.830000000002</c:v>
                </c:pt>
                <c:pt idx="47">
                  <c:v>17535.489999999998</c:v>
                </c:pt>
                <c:pt idx="48">
                  <c:v>18036.440000000002</c:v>
                </c:pt>
                <c:pt idx="49">
                  <c:v>19269.939999999999</c:v>
                </c:pt>
                <c:pt idx="50">
                  <c:v>20692.39</c:v>
                </c:pt>
                <c:pt idx="51">
                  <c:v>22532.76</c:v>
                </c:pt>
                <c:pt idx="52">
                  <c:v>25103.910000000003</c:v>
                </c:pt>
                <c:pt idx="53">
                  <c:v>28144.35</c:v>
                </c:pt>
                <c:pt idx="54">
                  <c:v>28275.159999999996</c:v>
                </c:pt>
                <c:pt idx="55">
                  <c:v>27572.38</c:v>
                </c:pt>
                <c:pt idx="56">
                  <c:v>26503.899999999998</c:v>
                </c:pt>
                <c:pt idx="57">
                  <c:v>27403.159999999996</c:v>
                </c:pt>
                <c:pt idx="58">
                  <c:v>28778.42</c:v>
                </c:pt>
                <c:pt idx="59">
                  <c:v>30259.71</c:v>
                </c:pt>
                <c:pt idx="60">
                  <c:v>31567.370000000003</c:v>
                </c:pt>
                <c:pt idx="61">
                  <c:v>31721.679999999997</c:v>
                </c:pt>
                <c:pt idx="62">
                  <c:v>29126.22</c:v>
                </c:pt>
                <c:pt idx="63">
                  <c:v>24143.360000000001</c:v>
                </c:pt>
                <c:pt idx="64">
                  <c:v>19208.29</c:v>
                </c:pt>
                <c:pt idx="65">
                  <c:v>15204.99</c:v>
                </c:pt>
                <c:pt idx="66">
                  <c:v>13946.619999999999</c:v>
                </c:pt>
                <c:pt idx="67">
                  <c:v>12621.96</c:v>
                </c:pt>
                <c:pt idx="68">
                  <c:v>10920.58</c:v>
                </c:pt>
                <c:pt idx="69">
                  <c:v>9486.34</c:v>
                </c:pt>
                <c:pt idx="70">
                  <c:v>7938.66</c:v>
                </c:pt>
                <c:pt idx="71">
                  <c:v>6498.2699999999995</c:v>
                </c:pt>
                <c:pt idx="72">
                  <c:v>5486.49</c:v>
                </c:pt>
                <c:pt idx="73">
                  <c:v>4874.4799999999996</c:v>
                </c:pt>
                <c:pt idx="74">
                  <c:v>4552.05</c:v>
                </c:pt>
                <c:pt idx="75">
                  <c:v>4544.12</c:v>
                </c:pt>
                <c:pt idx="76">
                  <c:v>4414.6100000000006</c:v>
                </c:pt>
                <c:pt idx="77">
                  <c:v>3975.66</c:v>
                </c:pt>
                <c:pt idx="78">
                  <c:v>3800.88</c:v>
                </c:pt>
                <c:pt idx="79">
                  <c:v>3784.95</c:v>
                </c:pt>
                <c:pt idx="80">
                  <c:v>3782.87</c:v>
                </c:pt>
                <c:pt idx="81">
                  <c:v>5381.35</c:v>
                </c:pt>
                <c:pt idx="82">
                  <c:v>7819.67</c:v>
                </c:pt>
                <c:pt idx="83">
                  <c:v>10936.26</c:v>
                </c:pt>
                <c:pt idx="84">
                  <c:v>12604.75</c:v>
                </c:pt>
                <c:pt idx="85">
                  <c:v>12708.630000000001</c:v>
                </c:pt>
                <c:pt idx="86">
                  <c:v>10816.970000000001</c:v>
                </c:pt>
                <c:pt idx="87">
                  <c:v>8425.369999999999</c:v>
                </c:pt>
                <c:pt idx="88">
                  <c:v>5613.47</c:v>
                </c:pt>
                <c:pt idx="89">
                  <c:v>4628.3599999999997</c:v>
                </c:pt>
                <c:pt idx="90">
                  <c:v>5811.39</c:v>
                </c:pt>
                <c:pt idx="91">
                  <c:v>7367.5199999999995</c:v>
                </c:pt>
                <c:pt idx="92">
                  <c:v>9266.8100000000013</c:v>
                </c:pt>
                <c:pt idx="93">
                  <c:v>11318.289999999999</c:v>
                </c:pt>
                <c:pt idx="94">
                  <c:v>13069.61</c:v>
                </c:pt>
                <c:pt idx="95">
                  <c:v>14784.55</c:v>
                </c:pt>
                <c:pt idx="96">
                  <c:v>16583.650000000001</c:v>
                </c:pt>
                <c:pt idx="97">
                  <c:v>18306.879999999997</c:v>
                </c:pt>
                <c:pt idx="98">
                  <c:v>20234.79</c:v>
                </c:pt>
                <c:pt idx="99">
                  <c:v>22249.93</c:v>
                </c:pt>
                <c:pt idx="100">
                  <c:v>24946.190000000002</c:v>
                </c:pt>
                <c:pt idx="101">
                  <c:v>28693.07</c:v>
                </c:pt>
                <c:pt idx="102">
                  <c:v>33283.26</c:v>
                </c:pt>
                <c:pt idx="103">
                  <c:v>38431.39</c:v>
                </c:pt>
                <c:pt idx="104">
                  <c:v>40997.86</c:v>
                </c:pt>
                <c:pt idx="105">
                  <c:v>45603.56</c:v>
                </c:pt>
                <c:pt idx="106">
                  <c:v>51098.879999999997</c:v>
                </c:pt>
                <c:pt idx="107">
                  <c:v>53823.89</c:v>
                </c:pt>
                <c:pt idx="108">
                  <c:v>57123.67</c:v>
                </c:pt>
                <c:pt idx="109">
                  <c:v>55844.17</c:v>
                </c:pt>
                <c:pt idx="110">
                  <c:v>55838.81</c:v>
                </c:pt>
                <c:pt idx="111">
                  <c:v>56368.51</c:v>
                </c:pt>
                <c:pt idx="112">
                  <c:v>55181.07</c:v>
                </c:pt>
                <c:pt idx="113">
                  <c:v>57197.11</c:v>
                </c:pt>
                <c:pt idx="114">
                  <c:v>56265.97</c:v>
                </c:pt>
                <c:pt idx="115">
                  <c:v>56670.18</c:v>
                </c:pt>
                <c:pt idx="116">
                  <c:v>56614.06</c:v>
                </c:pt>
                <c:pt idx="117">
                  <c:v>57966.14</c:v>
                </c:pt>
                <c:pt idx="118">
                  <c:v>56204.97</c:v>
                </c:pt>
                <c:pt idx="119">
                  <c:v>55061.920000000006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A2-490F-83F9-A99651CDAC97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Dispatchable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c:spPr>
          <c:val>
            <c:numRef>
              <c:f>Sheet1!$F$2:$F$121</c:f>
              <c:numCache>
                <c:formatCode>General</c:formatCode>
                <c:ptCount val="120"/>
                <c:pt idx="0">
                  <c:v>4130.93</c:v>
                </c:pt>
                <c:pt idx="1">
                  <c:v>3439.43</c:v>
                </c:pt>
                <c:pt idx="2">
                  <c:v>585.32000000000005</c:v>
                </c:pt>
                <c:pt idx="3">
                  <c:v>2172.65</c:v>
                </c:pt>
                <c:pt idx="4">
                  <c:v>1040.95</c:v>
                </c:pt>
                <c:pt idx="5">
                  <c:v>688.91000000000008</c:v>
                </c:pt>
                <c:pt idx="6">
                  <c:v>1063.43</c:v>
                </c:pt>
                <c:pt idx="7">
                  <c:v>1572.3600000000001</c:v>
                </c:pt>
                <c:pt idx="8">
                  <c:v>1132.6100000000001</c:v>
                </c:pt>
                <c:pt idx="9">
                  <c:v>1746.17</c:v>
                </c:pt>
                <c:pt idx="10">
                  <c:v>1029.9100000000001</c:v>
                </c:pt>
                <c:pt idx="11">
                  <c:v>2072.0299999999997</c:v>
                </c:pt>
                <c:pt idx="12">
                  <c:v>1881.8500000000001</c:v>
                </c:pt>
                <c:pt idx="13">
                  <c:v>1682.75</c:v>
                </c:pt>
                <c:pt idx="14">
                  <c:v>2028.29</c:v>
                </c:pt>
                <c:pt idx="15">
                  <c:v>1756.38</c:v>
                </c:pt>
                <c:pt idx="16">
                  <c:v>3401.98</c:v>
                </c:pt>
                <c:pt idx="17">
                  <c:v>3901.2400000000002</c:v>
                </c:pt>
                <c:pt idx="18">
                  <c:v>4163.63</c:v>
                </c:pt>
                <c:pt idx="19">
                  <c:v>4491.43</c:v>
                </c:pt>
                <c:pt idx="20">
                  <c:v>4497.37</c:v>
                </c:pt>
                <c:pt idx="21">
                  <c:v>4870.47</c:v>
                </c:pt>
                <c:pt idx="22">
                  <c:v>5391.09</c:v>
                </c:pt>
                <c:pt idx="23">
                  <c:v>4788.29</c:v>
                </c:pt>
                <c:pt idx="24">
                  <c:v>5090.97</c:v>
                </c:pt>
                <c:pt idx="25">
                  <c:v>4041.5499999999997</c:v>
                </c:pt>
                <c:pt idx="26">
                  <c:v>4171.37</c:v>
                </c:pt>
                <c:pt idx="27">
                  <c:v>4212.1099999999997</c:v>
                </c:pt>
                <c:pt idx="28">
                  <c:v>4212.1099999999997</c:v>
                </c:pt>
                <c:pt idx="29">
                  <c:v>4212.1099999999997</c:v>
                </c:pt>
                <c:pt idx="30">
                  <c:v>4212.1099999999997</c:v>
                </c:pt>
                <c:pt idx="31">
                  <c:v>4212.1099999999997</c:v>
                </c:pt>
                <c:pt idx="32">
                  <c:v>4212.1099999999997</c:v>
                </c:pt>
                <c:pt idx="33">
                  <c:v>4344.1099999999997</c:v>
                </c:pt>
                <c:pt idx="34">
                  <c:v>4344.1099999999997</c:v>
                </c:pt>
                <c:pt idx="35">
                  <c:v>4344.1099999999997</c:v>
                </c:pt>
                <c:pt idx="36">
                  <c:v>4344.1099999999997</c:v>
                </c:pt>
                <c:pt idx="37">
                  <c:v>4344.1099999999997</c:v>
                </c:pt>
                <c:pt idx="38">
                  <c:v>4344.1099999999997</c:v>
                </c:pt>
                <c:pt idx="39">
                  <c:v>7159.9699999999993</c:v>
                </c:pt>
                <c:pt idx="40">
                  <c:v>6459.6399999999994</c:v>
                </c:pt>
                <c:pt idx="41">
                  <c:v>7250.8899999999994</c:v>
                </c:pt>
                <c:pt idx="42">
                  <c:v>4644.1099999999997</c:v>
                </c:pt>
                <c:pt idx="43">
                  <c:v>6285.6399999999994</c:v>
                </c:pt>
                <c:pt idx="44">
                  <c:v>8410.65</c:v>
                </c:pt>
                <c:pt idx="45">
                  <c:v>5712.01</c:v>
                </c:pt>
                <c:pt idx="46">
                  <c:v>8466.73</c:v>
                </c:pt>
                <c:pt idx="47">
                  <c:v>5406.1299999999992</c:v>
                </c:pt>
                <c:pt idx="48">
                  <c:v>4869.1499999999996</c:v>
                </c:pt>
                <c:pt idx="49">
                  <c:v>4344.1099999999997</c:v>
                </c:pt>
                <c:pt idx="50">
                  <c:v>4344.1099999999997</c:v>
                </c:pt>
                <c:pt idx="51">
                  <c:v>4344.1099999999997</c:v>
                </c:pt>
                <c:pt idx="52">
                  <c:v>4344.1099999999997</c:v>
                </c:pt>
                <c:pt idx="53">
                  <c:v>4344.1099999999997</c:v>
                </c:pt>
                <c:pt idx="54">
                  <c:v>4344.1099999999997</c:v>
                </c:pt>
                <c:pt idx="55">
                  <c:v>4344.1099999999997</c:v>
                </c:pt>
                <c:pt idx="56">
                  <c:v>4344.1099999999997</c:v>
                </c:pt>
                <c:pt idx="57">
                  <c:v>4344.1099999999997</c:v>
                </c:pt>
                <c:pt idx="58">
                  <c:v>4382.1099999999997</c:v>
                </c:pt>
                <c:pt idx="59">
                  <c:v>3747.1099999999997</c:v>
                </c:pt>
                <c:pt idx="60">
                  <c:v>3747.1099999999997</c:v>
                </c:pt>
                <c:pt idx="61">
                  <c:v>3747.1099999999997</c:v>
                </c:pt>
                <c:pt idx="62">
                  <c:v>3747.1099999999997</c:v>
                </c:pt>
                <c:pt idx="63">
                  <c:v>3747.1099999999997</c:v>
                </c:pt>
                <c:pt idx="64">
                  <c:v>3747.1099999999997</c:v>
                </c:pt>
                <c:pt idx="65">
                  <c:v>3747.1099999999997</c:v>
                </c:pt>
                <c:pt idx="66">
                  <c:v>3747.1099999999997</c:v>
                </c:pt>
                <c:pt idx="67">
                  <c:v>3747.1099999999997</c:v>
                </c:pt>
                <c:pt idx="68">
                  <c:v>3747.1099999999997</c:v>
                </c:pt>
                <c:pt idx="69">
                  <c:v>3747.1099999999997</c:v>
                </c:pt>
                <c:pt idx="70">
                  <c:v>3747.1099999999997</c:v>
                </c:pt>
                <c:pt idx="71">
                  <c:v>3747.1099999999997</c:v>
                </c:pt>
                <c:pt idx="72">
                  <c:v>3747.1099999999997</c:v>
                </c:pt>
                <c:pt idx="73">
                  <c:v>3747.1099999999997</c:v>
                </c:pt>
                <c:pt idx="74">
                  <c:v>3747.1099999999997</c:v>
                </c:pt>
                <c:pt idx="75">
                  <c:v>3747.1099999999997</c:v>
                </c:pt>
                <c:pt idx="76">
                  <c:v>3747.1099999999997</c:v>
                </c:pt>
                <c:pt idx="77">
                  <c:v>3747.1099999999997</c:v>
                </c:pt>
                <c:pt idx="78">
                  <c:v>3747.1099999999997</c:v>
                </c:pt>
                <c:pt idx="79">
                  <c:v>3747.1099999999997</c:v>
                </c:pt>
                <c:pt idx="80">
                  <c:v>3747.1099999999997</c:v>
                </c:pt>
                <c:pt idx="81">
                  <c:v>3747.1099999999997</c:v>
                </c:pt>
                <c:pt idx="82">
                  <c:v>3747.1099999999997</c:v>
                </c:pt>
                <c:pt idx="83">
                  <c:v>3747.1099999999997</c:v>
                </c:pt>
                <c:pt idx="84">
                  <c:v>3747.1099999999997</c:v>
                </c:pt>
                <c:pt idx="85">
                  <c:v>3715.83</c:v>
                </c:pt>
                <c:pt idx="86">
                  <c:v>3715.83</c:v>
                </c:pt>
                <c:pt idx="87">
                  <c:v>3716.1</c:v>
                </c:pt>
                <c:pt idx="88">
                  <c:v>3081.1</c:v>
                </c:pt>
                <c:pt idx="89">
                  <c:v>3081.1</c:v>
                </c:pt>
                <c:pt idx="90">
                  <c:v>3081.1</c:v>
                </c:pt>
                <c:pt idx="91">
                  <c:v>3081.1</c:v>
                </c:pt>
                <c:pt idx="92">
                  <c:v>3081.1</c:v>
                </c:pt>
                <c:pt idx="93">
                  <c:v>3081.1</c:v>
                </c:pt>
                <c:pt idx="94">
                  <c:v>3081.1</c:v>
                </c:pt>
                <c:pt idx="95">
                  <c:v>3081.1</c:v>
                </c:pt>
                <c:pt idx="96">
                  <c:v>3081.1</c:v>
                </c:pt>
                <c:pt idx="97">
                  <c:v>7089</c:v>
                </c:pt>
                <c:pt idx="98">
                  <c:v>7089</c:v>
                </c:pt>
                <c:pt idx="99">
                  <c:v>6935.7199999999993</c:v>
                </c:pt>
                <c:pt idx="100">
                  <c:v>5719.4699999999993</c:v>
                </c:pt>
                <c:pt idx="101">
                  <c:v>5465.1</c:v>
                </c:pt>
                <c:pt idx="102">
                  <c:v>5465.1</c:v>
                </c:pt>
                <c:pt idx="103">
                  <c:v>3340.67</c:v>
                </c:pt>
                <c:pt idx="104">
                  <c:v>2361.7399999999998</c:v>
                </c:pt>
                <c:pt idx="105">
                  <c:v>3025.06</c:v>
                </c:pt>
                <c:pt idx="106">
                  <c:v>742.44</c:v>
                </c:pt>
                <c:pt idx="107">
                  <c:v>543.36</c:v>
                </c:pt>
                <c:pt idx="108">
                  <c:v>542.46</c:v>
                </c:pt>
                <c:pt idx="109">
                  <c:v>1154.46</c:v>
                </c:pt>
                <c:pt idx="110">
                  <c:v>675.22</c:v>
                </c:pt>
                <c:pt idx="111">
                  <c:v>921.47</c:v>
                </c:pt>
                <c:pt idx="112">
                  <c:v>985.58</c:v>
                </c:pt>
                <c:pt idx="113">
                  <c:v>591.87</c:v>
                </c:pt>
                <c:pt idx="114">
                  <c:v>833.6400000000001</c:v>
                </c:pt>
                <c:pt idx="115">
                  <c:v>1675.77</c:v>
                </c:pt>
                <c:pt idx="116">
                  <c:v>1598.8600000000001</c:v>
                </c:pt>
                <c:pt idx="117">
                  <c:v>1107.18</c:v>
                </c:pt>
                <c:pt idx="118">
                  <c:v>662.46</c:v>
                </c:pt>
                <c:pt idx="119">
                  <c:v>872.46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A2-490F-83F9-A99651CDAC97}"/>
            </c:ext>
          </c:extLst>
        </c:ser>
        <c:ser>
          <c:idx val="4"/>
          <c:order val="4"/>
          <c:tx>
            <c:strRef>
              <c:f>Sheet1!$G$1</c:f>
              <c:strCache>
                <c:ptCount val="1"/>
                <c:pt idx="0">
                  <c:v>Gas</c:v>
                </c:pt>
              </c:strCache>
            </c:strRef>
          </c:tx>
          <c:spPr>
            <a:solidFill>
              <a:srgbClr val="0E2841">
                <a:lumMod val="25000"/>
                <a:lumOff val="75000"/>
              </a:srgbClr>
            </a:solidFill>
            <a:ln>
              <a:noFill/>
            </a:ln>
            <a:effectLst/>
          </c:spPr>
          <c:val>
            <c:numRef>
              <c:f>Sheet1!$G$2:$G$121</c:f>
              <c:numCache>
                <c:formatCode>General</c:formatCode>
                <c:ptCount val="1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3345.9</c:v>
                </c:pt>
                <c:pt idx="34">
                  <c:v>2783.91</c:v>
                </c:pt>
                <c:pt idx="35">
                  <c:v>1005.79</c:v>
                </c:pt>
                <c:pt idx="36">
                  <c:v>2985.31</c:v>
                </c:pt>
                <c:pt idx="37">
                  <c:v>5223.1099999999997</c:v>
                </c:pt>
                <c:pt idx="38">
                  <c:v>11091</c:v>
                </c:pt>
                <c:pt idx="39">
                  <c:v>9638.26</c:v>
                </c:pt>
                <c:pt idx="40">
                  <c:v>12091.4</c:v>
                </c:pt>
                <c:pt idx="41">
                  <c:v>13713</c:v>
                </c:pt>
                <c:pt idx="42">
                  <c:v>13713</c:v>
                </c:pt>
                <c:pt idx="43">
                  <c:v>15975</c:v>
                </c:pt>
                <c:pt idx="44">
                  <c:v>15152.51</c:v>
                </c:pt>
                <c:pt idx="45">
                  <c:v>15250</c:v>
                </c:pt>
                <c:pt idx="46">
                  <c:v>14525</c:v>
                </c:pt>
                <c:pt idx="47">
                  <c:v>13319.97</c:v>
                </c:pt>
                <c:pt idx="48">
                  <c:v>12024.61</c:v>
                </c:pt>
                <c:pt idx="49">
                  <c:v>20596</c:v>
                </c:pt>
                <c:pt idx="50">
                  <c:v>18019</c:v>
                </c:pt>
                <c:pt idx="51">
                  <c:v>15442.62</c:v>
                </c:pt>
                <c:pt idx="52">
                  <c:v>12863.18</c:v>
                </c:pt>
                <c:pt idx="53">
                  <c:v>8781.44</c:v>
                </c:pt>
                <c:pt idx="54">
                  <c:v>8459</c:v>
                </c:pt>
                <c:pt idx="55">
                  <c:v>8611.5300000000007</c:v>
                </c:pt>
                <c:pt idx="56">
                  <c:v>6960.95</c:v>
                </c:pt>
                <c:pt idx="57">
                  <c:v>11969.21</c:v>
                </c:pt>
                <c:pt idx="58">
                  <c:v>15687.76</c:v>
                </c:pt>
                <c:pt idx="59">
                  <c:v>15537</c:v>
                </c:pt>
                <c:pt idx="60">
                  <c:v>14489.51</c:v>
                </c:pt>
                <c:pt idx="61">
                  <c:v>12444.22</c:v>
                </c:pt>
                <c:pt idx="62">
                  <c:v>15852.96</c:v>
                </c:pt>
                <c:pt idx="63">
                  <c:v>20158</c:v>
                </c:pt>
                <c:pt idx="64">
                  <c:v>20158</c:v>
                </c:pt>
                <c:pt idx="65">
                  <c:v>24839.759999999998</c:v>
                </c:pt>
                <c:pt idx="66">
                  <c:v>25661</c:v>
                </c:pt>
                <c:pt idx="67">
                  <c:v>25661</c:v>
                </c:pt>
                <c:pt idx="68">
                  <c:v>25661</c:v>
                </c:pt>
                <c:pt idx="69">
                  <c:v>25661</c:v>
                </c:pt>
                <c:pt idx="70">
                  <c:v>25661</c:v>
                </c:pt>
                <c:pt idx="71">
                  <c:v>25661</c:v>
                </c:pt>
                <c:pt idx="72">
                  <c:v>20636.95</c:v>
                </c:pt>
                <c:pt idx="73">
                  <c:v>25650</c:v>
                </c:pt>
                <c:pt idx="74">
                  <c:v>25661</c:v>
                </c:pt>
                <c:pt idx="75">
                  <c:v>25661</c:v>
                </c:pt>
                <c:pt idx="76">
                  <c:v>25661</c:v>
                </c:pt>
                <c:pt idx="77">
                  <c:v>25661</c:v>
                </c:pt>
                <c:pt idx="78">
                  <c:v>25661</c:v>
                </c:pt>
                <c:pt idx="79">
                  <c:v>25661</c:v>
                </c:pt>
                <c:pt idx="80">
                  <c:v>25661</c:v>
                </c:pt>
                <c:pt idx="81">
                  <c:v>26006</c:v>
                </c:pt>
                <c:pt idx="82">
                  <c:v>26006</c:v>
                </c:pt>
                <c:pt idx="83">
                  <c:v>26006</c:v>
                </c:pt>
                <c:pt idx="84">
                  <c:v>26006</c:v>
                </c:pt>
                <c:pt idx="85">
                  <c:v>26006</c:v>
                </c:pt>
                <c:pt idx="86">
                  <c:v>26006</c:v>
                </c:pt>
                <c:pt idx="87">
                  <c:v>26006</c:v>
                </c:pt>
                <c:pt idx="88">
                  <c:v>26006</c:v>
                </c:pt>
                <c:pt idx="89">
                  <c:v>27186</c:v>
                </c:pt>
                <c:pt idx="90">
                  <c:v>27186</c:v>
                </c:pt>
                <c:pt idx="91">
                  <c:v>27186</c:v>
                </c:pt>
                <c:pt idx="92">
                  <c:v>25196</c:v>
                </c:pt>
                <c:pt idx="93">
                  <c:v>25196</c:v>
                </c:pt>
                <c:pt idx="94">
                  <c:v>25196</c:v>
                </c:pt>
                <c:pt idx="95">
                  <c:v>25196</c:v>
                </c:pt>
                <c:pt idx="96">
                  <c:v>23716.79</c:v>
                </c:pt>
                <c:pt idx="97">
                  <c:v>8459</c:v>
                </c:pt>
                <c:pt idx="98">
                  <c:v>3871.52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7A2-490F-83F9-A99651CDAC97}"/>
            </c:ext>
          </c:extLst>
        </c:ser>
        <c:ser>
          <c:idx val="5"/>
          <c:order val="5"/>
          <c:tx>
            <c:strRef>
              <c:f>Sheet1!$H$1</c:f>
              <c:strCache>
                <c:ptCount val="1"/>
                <c:pt idx="0">
                  <c:v>Demand Flexibility</c:v>
                </c:pt>
              </c:strCache>
            </c:strRef>
          </c:tx>
          <c:spPr>
            <a:solidFill>
              <a:srgbClr val="4EA72E">
                <a:lumMod val="20000"/>
                <a:lumOff val="80000"/>
              </a:srgbClr>
            </a:solidFill>
            <a:ln>
              <a:noFill/>
            </a:ln>
            <a:effectLst/>
          </c:spPr>
          <c:val>
            <c:numRef>
              <c:f>Sheet1!$H$2:$H$121</c:f>
              <c:numCache>
                <c:formatCode>General</c:formatCode>
                <c:ptCount val="120"/>
                <c:pt idx="0">
                  <c:v>0</c:v>
                </c:pt>
                <c:pt idx="1">
                  <c:v>863.37000000000012</c:v>
                </c:pt>
                <c:pt idx="2">
                  <c:v>2021.26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229.09000000000006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1354.4299999999998</c:v>
                </c:pt>
                <c:pt idx="20">
                  <c:v>4381.37</c:v>
                </c:pt>
                <c:pt idx="21">
                  <c:v>5142.25</c:v>
                </c:pt>
                <c:pt idx="22">
                  <c:v>3300.8199999999997</c:v>
                </c:pt>
                <c:pt idx="23">
                  <c:v>959.15999999999985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959.36</c:v>
                </c:pt>
                <c:pt idx="33">
                  <c:v>1298.4499999999998</c:v>
                </c:pt>
                <c:pt idx="34">
                  <c:v>251.77999999999997</c:v>
                </c:pt>
                <c:pt idx="35">
                  <c:v>0</c:v>
                </c:pt>
                <c:pt idx="36">
                  <c:v>167.97999999999996</c:v>
                </c:pt>
                <c:pt idx="37">
                  <c:v>65.389999999999986</c:v>
                </c:pt>
                <c:pt idx="38">
                  <c:v>822.16000000000008</c:v>
                </c:pt>
                <c:pt idx="39">
                  <c:v>3752.0299999999997</c:v>
                </c:pt>
                <c:pt idx="40">
                  <c:v>4198.3</c:v>
                </c:pt>
                <c:pt idx="41">
                  <c:v>6758.9699999999993</c:v>
                </c:pt>
                <c:pt idx="42">
                  <c:v>10814.33</c:v>
                </c:pt>
                <c:pt idx="43">
                  <c:v>9501.130000000001</c:v>
                </c:pt>
                <c:pt idx="44">
                  <c:v>10071.9</c:v>
                </c:pt>
                <c:pt idx="45">
                  <c:v>10774.58</c:v>
                </c:pt>
                <c:pt idx="46">
                  <c:v>6900.11</c:v>
                </c:pt>
                <c:pt idx="47">
                  <c:v>5993.85</c:v>
                </c:pt>
                <c:pt idx="48">
                  <c:v>4225.8900000000003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200.53999999999994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1274.45</c:v>
                </c:pt>
                <c:pt idx="65">
                  <c:v>2116.44</c:v>
                </c:pt>
                <c:pt idx="66">
                  <c:v>2427.2600000000002</c:v>
                </c:pt>
                <c:pt idx="67">
                  <c:v>2848.67</c:v>
                </c:pt>
                <c:pt idx="68">
                  <c:v>6281.9699999999993</c:v>
                </c:pt>
                <c:pt idx="69">
                  <c:v>6605.26</c:v>
                </c:pt>
                <c:pt idx="70">
                  <c:v>5898.2999999999993</c:v>
                </c:pt>
                <c:pt idx="71">
                  <c:v>2446</c:v>
                </c:pt>
                <c:pt idx="72">
                  <c:v>2157.8000000000002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1204.56</c:v>
                </c:pt>
                <c:pt idx="81">
                  <c:v>1062.8599999999999</c:v>
                </c:pt>
                <c:pt idx="82">
                  <c:v>1542.2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1058.53</c:v>
                </c:pt>
                <c:pt idx="88">
                  <c:v>1196.1600000000001</c:v>
                </c:pt>
                <c:pt idx="89">
                  <c:v>3149.2599999999998</c:v>
                </c:pt>
                <c:pt idx="90">
                  <c:v>6510.44</c:v>
                </c:pt>
                <c:pt idx="91">
                  <c:v>6598.24</c:v>
                </c:pt>
                <c:pt idx="92">
                  <c:v>1617</c:v>
                </c:pt>
                <c:pt idx="93">
                  <c:v>1383.08</c:v>
                </c:pt>
                <c:pt idx="94">
                  <c:v>0</c:v>
                </c:pt>
                <c:pt idx="95">
                  <c:v>0.76</c:v>
                </c:pt>
                <c:pt idx="96">
                  <c:v>0</c:v>
                </c:pt>
                <c:pt idx="97">
                  <c:v>1347.74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1259.7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7A2-490F-83F9-A99651CDA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3594303"/>
        <c:axId val="993568383"/>
      </c:areaChart>
      <c:catAx>
        <c:axId val="993594303"/>
        <c:scaling>
          <c:orientation val="minMax"/>
        </c:scaling>
        <c:delete val="1"/>
        <c:axPos val="b"/>
        <c:majorTickMark val="out"/>
        <c:minorTickMark val="none"/>
        <c:tickLblPos val="nextTo"/>
        <c:crossAx val="993568383"/>
        <c:crosses val="autoZero"/>
        <c:auto val="1"/>
        <c:lblAlgn val="ctr"/>
        <c:lblOffset val="100"/>
        <c:noMultiLvlLbl val="0"/>
      </c:catAx>
      <c:valAx>
        <c:axId val="993568383"/>
        <c:scaling>
          <c:orientation val="minMax"/>
          <c:max val="72000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9935943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9444444444444E-3"/>
          <c:y val="0"/>
          <c:w val="0.98236111111111113"/>
          <c:h val="0.96472222222222226"/>
        </c:manualLayout>
      </c:layout>
      <c:area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Elec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val>
            <c:numRef>
              <c:f>Sheet1!$C$2:$C$13</c:f>
              <c:numCache>
                <c:formatCode>General</c:formatCode>
                <c:ptCount val="12"/>
                <c:pt idx="0">
                  <c:v>-26.25</c:v>
                </c:pt>
                <c:pt idx="1">
                  <c:v>-26.25</c:v>
                </c:pt>
                <c:pt idx="2">
                  <c:v>-26.25</c:v>
                </c:pt>
                <c:pt idx="3">
                  <c:v>-26.25</c:v>
                </c:pt>
                <c:pt idx="4">
                  <c:v>-26.25</c:v>
                </c:pt>
                <c:pt idx="5">
                  <c:v>-24.75</c:v>
                </c:pt>
                <c:pt idx="6">
                  <c:v>-22.5</c:v>
                </c:pt>
                <c:pt idx="7">
                  <c:v>-21</c:v>
                </c:pt>
                <c:pt idx="8">
                  <c:v>-20.25</c:v>
                </c:pt>
                <c:pt idx="9">
                  <c:v>-18.75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0C-492F-8F17-92C7A43DDBD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Elec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Sheet1!$D$2:$D$13</c:f>
              <c:numCache>
                <c:formatCode>General</c:formatCode>
                <c:ptCount val="12"/>
                <c:pt idx="0">
                  <c:v>26.25</c:v>
                </c:pt>
                <c:pt idx="1">
                  <c:v>26.25</c:v>
                </c:pt>
                <c:pt idx="2">
                  <c:v>26.25</c:v>
                </c:pt>
                <c:pt idx="3">
                  <c:v>26.25</c:v>
                </c:pt>
                <c:pt idx="4">
                  <c:v>26.25</c:v>
                </c:pt>
                <c:pt idx="5">
                  <c:v>24.75</c:v>
                </c:pt>
                <c:pt idx="6">
                  <c:v>22.5</c:v>
                </c:pt>
                <c:pt idx="7">
                  <c:v>21</c:v>
                </c:pt>
                <c:pt idx="8">
                  <c:v>20.25</c:v>
                </c:pt>
                <c:pt idx="9">
                  <c:v>18.75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0C-492F-8F17-92C7A43DDBD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Sheet1!$E$2:$E$13</c:f>
              <c:numCache>
                <c:formatCode>General</c:formatCode>
                <c:ptCount val="12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  <c:pt idx="5">
                  <c:v>33</c:v>
                </c:pt>
                <c:pt idx="6">
                  <c:v>30</c:v>
                </c:pt>
                <c:pt idx="7">
                  <c:v>28</c:v>
                </c:pt>
                <c:pt idx="8">
                  <c:v>27</c:v>
                </c:pt>
                <c:pt idx="9">
                  <c:v>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0C-492F-8F17-92C7A43DDBD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Peak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Sheet1!$F$2:$F$13</c:f>
              <c:numCache>
                <c:formatCode>General</c:formatCode>
                <c:ptCount val="12"/>
                <c:pt idx="0">
                  <c:v>25</c:v>
                </c:pt>
                <c:pt idx="1">
                  <c:v>15</c:v>
                </c:pt>
                <c:pt idx="2">
                  <c:v>9</c:v>
                </c:pt>
                <c:pt idx="3">
                  <c:v>5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B0C-492F-8F17-92C7A43DDBD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Peak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22</c:v>
                </c:pt>
                <c:pt idx="1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0C-492F-8F17-92C7A43DD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09241119"/>
        <c:axId val="90924783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</c:v>
                </c:pt>
              </c:strCache>
            </c:strRef>
          </c:tx>
          <c:spPr>
            <a:ln w="63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Sheet1!$B$2:$B$13</c:f>
              <c:numCache>
                <c:formatCode>General</c:formatCode>
                <c:ptCount val="12"/>
                <c:pt idx="0">
                  <c:v>60</c:v>
                </c:pt>
                <c:pt idx="1">
                  <c:v>50</c:v>
                </c:pt>
                <c:pt idx="2">
                  <c:v>44</c:v>
                </c:pt>
                <c:pt idx="3">
                  <c:v>40</c:v>
                </c:pt>
                <c:pt idx="4">
                  <c:v>36</c:v>
                </c:pt>
                <c:pt idx="5">
                  <c:v>33</c:v>
                </c:pt>
                <c:pt idx="6">
                  <c:v>30</c:v>
                </c:pt>
                <c:pt idx="7">
                  <c:v>28</c:v>
                </c:pt>
                <c:pt idx="8">
                  <c:v>27</c:v>
                </c:pt>
                <c:pt idx="9">
                  <c:v>25</c:v>
                </c:pt>
                <c:pt idx="10">
                  <c:v>22</c:v>
                </c:pt>
                <c:pt idx="11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B0C-492F-8F17-92C7A43DDB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9241119"/>
        <c:axId val="909247839"/>
      </c:lineChart>
      <c:catAx>
        <c:axId val="909241119"/>
        <c:scaling>
          <c:orientation val="minMax"/>
        </c:scaling>
        <c:delete val="1"/>
        <c:axPos val="b"/>
        <c:majorTickMark val="out"/>
        <c:minorTickMark val="none"/>
        <c:tickLblPos val="nextTo"/>
        <c:crossAx val="909247839"/>
        <c:crosses val="autoZero"/>
        <c:auto val="1"/>
        <c:lblAlgn val="ctr"/>
        <c:lblOffset val="100"/>
        <c:noMultiLvlLbl val="0"/>
      </c:catAx>
      <c:valAx>
        <c:axId val="909247839"/>
        <c:scaling>
          <c:orientation val="minMax"/>
          <c:max val="60"/>
          <c:min val="-27"/>
        </c:scaling>
        <c:delete val="1"/>
        <c:axPos val="l"/>
        <c:numFmt formatCode="General" sourceLinked="1"/>
        <c:majorTickMark val="none"/>
        <c:minorTickMark val="none"/>
        <c:tickLblPos val="nextTo"/>
        <c:crossAx val="909241119"/>
        <c:crosses val="autoZero"/>
        <c:crossBetween val="between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 flow (MW)</c:v>
                </c:pt>
              </c:strCache>
            </c:strRef>
          </c:tx>
          <c:spPr>
            <a:solidFill>
              <a:srgbClr val="E8E8E8"/>
            </a:solidFill>
            <a:ln>
              <a:noFill/>
            </a:ln>
            <a:effectLst/>
          </c:spPr>
          <c:val>
            <c:numRef>
              <c:f>Sheet1!$B$2:$B$25</c:f>
              <c:numCache>
                <c:formatCode>General</c:formatCode>
                <c:ptCount val="24"/>
                <c:pt idx="0">
                  <c:v>1100</c:v>
                </c:pt>
                <c:pt idx="1">
                  <c:v>1300</c:v>
                </c:pt>
                <c:pt idx="2">
                  <c:v>1150</c:v>
                </c:pt>
                <c:pt idx="3">
                  <c:v>1000</c:v>
                </c:pt>
                <c:pt idx="4">
                  <c:v>1250</c:v>
                </c:pt>
                <c:pt idx="5">
                  <c:v>1300</c:v>
                </c:pt>
                <c:pt idx="6">
                  <c:v>2500</c:v>
                </c:pt>
                <c:pt idx="7">
                  <c:v>3000</c:v>
                </c:pt>
                <c:pt idx="8">
                  <c:v>3100</c:v>
                </c:pt>
                <c:pt idx="9">
                  <c:v>3000</c:v>
                </c:pt>
                <c:pt idx="10">
                  <c:v>2900</c:v>
                </c:pt>
                <c:pt idx="11">
                  <c:v>2800</c:v>
                </c:pt>
                <c:pt idx="12">
                  <c:v>2800</c:v>
                </c:pt>
                <c:pt idx="13">
                  <c:v>2900</c:v>
                </c:pt>
                <c:pt idx="14">
                  <c:v>3200</c:v>
                </c:pt>
                <c:pt idx="15">
                  <c:v>3400</c:v>
                </c:pt>
                <c:pt idx="16">
                  <c:v>3600</c:v>
                </c:pt>
                <c:pt idx="17">
                  <c:v>3700</c:v>
                </c:pt>
                <c:pt idx="18">
                  <c:v>3700</c:v>
                </c:pt>
                <c:pt idx="19">
                  <c:v>3500</c:v>
                </c:pt>
                <c:pt idx="20">
                  <c:v>3200</c:v>
                </c:pt>
                <c:pt idx="21">
                  <c:v>2600</c:v>
                </c:pt>
                <c:pt idx="22">
                  <c:v>1800</c:v>
                </c:pt>
                <c:pt idx="2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22-496D-B815-46B50EE411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Frequency response avaliability (MW)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Sheet1!$C$2:$C$25</c:f>
              <c:numCache>
                <c:formatCode>General</c:formatCode>
                <c:ptCount val="24"/>
                <c:pt idx="0">
                  <c:v>3900</c:v>
                </c:pt>
                <c:pt idx="1">
                  <c:v>3700</c:v>
                </c:pt>
                <c:pt idx="2">
                  <c:v>3850</c:v>
                </c:pt>
                <c:pt idx="3">
                  <c:v>4000</c:v>
                </c:pt>
                <c:pt idx="4">
                  <c:v>3750</c:v>
                </c:pt>
                <c:pt idx="5">
                  <c:v>3700</c:v>
                </c:pt>
                <c:pt idx="6">
                  <c:v>2500</c:v>
                </c:pt>
                <c:pt idx="7">
                  <c:v>2000</c:v>
                </c:pt>
                <c:pt idx="8">
                  <c:v>1900</c:v>
                </c:pt>
                <c:pt idx="9">
                  <c:v>2000</c:v>
                </c:pt>
                <c:pt idx="10">
                  <c:v>2100</c:v>
                </c:pt>
                <c:pt idx="11">
                  <c:v>2200</c:v>
                </c:pt>
                <c:pt idx="12">
                  <c:v>2200</c:v>
                </c:pt>
                <c:pt idx="13">
                  <c:v>2100</c:v>
                </c:pt>
                <c:pt idx="14">
                  <c:v>1800</c:v>
                </c:pt>
                <c:pt idx="15">
                  <c:v>1600</c:v>
                </c:pt>
                <c:pt idx="16">
                  <c:v>1400</c:v>
                </c:pt>
                <c:pt idx="17">
                  <c:v>1300</c:v>
                </c:pt>
                <c:pt idx="18">
                  <c:v>1300</c:v>
                </c:pt>
                <c:pt idx="19">
                  <c:v>1500</c:v>
                </c:pt>
                <c:pt idx="20">
                  <c:v>1800</c:v>
                </c:pt>
                <c:pt idx="21">
                  <c:v>2400</c:v>
                </c:pt>
                <c:pt idx="22">
                  <c:v>3200</c:v>
                </c:pt>
                <c:pt idx="23">
                  <c:v>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22-496D-B815-46B50EE411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65447631"/>
        <c:axId val="1765446671"/>
      </c:areaChart>
      <c:catAx>
        <c:axId val="1765447631"/>
        <c:scaling>
          <c:orientation val="minMax"/>
        </c:scaling>
        <c:delete val="1"/>
        <c:axPos val="b"/>
        <c:majorTickMark val="out"/>
        <c:minorTickMark val="none"/>
        <c:tickLblPos val="nextTo"/>
        <c:crossAx val="1765446671"/>
        <c:crosses val="autoZero"/>
        <c:auto val="1"/>
        <c:lblAlgn val="ctr"/>
        <c:lblOffset val="100"/>
        <c:noMultiLvlLbl val="0"/>
      </c:catAx>
      <c:valAx>
        <c:axId val="1765446671"/>
        <c:scaling>
          <c:orientation val="minMax"/>
          <c:max val="50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654476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Sheet1!$G$2:$G$53</c:f>
              <c:numCache>
                <c:formatCode>General</c:formatCode>
                <c:ptCount val="52"/>
                <c:pt idx="0">
                  <c:v>933376</c:v>
                </c:pt>
                <c:pt idx="1">
                  <c:v>690816</c:v>
                </c:pt>
                <c:pt idx="2">
                  <c:v>895928</c:v>
                </c:pt>
                <c:pt idx="3">
                  <c:v>1457720</c:v>
                </c:pt>
                <c:pt idx="4">
                  <c:v>1084392</c:v>
                </c:pt>
                <c:pt idx="5">
                  <c:v>1833816</c:v>
                </c:pt>
                <c:pt idx="6">
                  <c:v>1881416</c:v>
                </c:pt>
                <c:pt idx="7">
                  <c:v>1966312</c:v>
                </c:pt>
                <c:pt idx="8">
                  <c:v>3213872</c:v>
                </c:pt>
                <c:pt idx="9">
                  <c:v>3003928</c:v>
                </c:pt>
                <c:pt idx="10">
                  <c:v>3353128</c:v>
                </c:pt>
                <c:pt idx="11">
                  <c:v>3667104</c:v>
                </c:pt>
                <c:pt idx="12">
                  <c:v>4373949</c:v>
                </c:pt>
                <c:pt idx="13">
                  <c:v>4438081.5</c:v>
                </c:pt>
                <c:pt idx="14">
                  <c:v>4944562</c:v>
                </c:pt>
                <c:pt idx="15">
                  <c:v>4607021</c:v>
                </c:pt>
                <c:pt idx="16">
                  <c:v>4507893</c:v>
                </c:pt>
                <c:pt idx="17">
                  <c:v>4578675.5</c:v>
                </c:pt>
                <c:pt idx="18">
                  <c:v>4478707.5</c:v>
                </c:pt>
                <c:pt idx="19">
                  <c:v>4546590.5</c:v>
                </c:pt>
                <c:pt idx="20">
                  <c:v>4502944</c:v>
                </c:pt>
                <c:pt idx="21">
                  <c:v>4034143.5</c:v>
                </c:pt>
                <c:pt idx="22">
                  <c:v>4144977.5</c:v>
                </c:pt>
                <c:pt idx="23">
                  <c:v>4096248.5</c:v>
                </c:pt>
                <c:pt idx="24">
                  <c:v>4315160.5</c:v>
                </c:pt>
                <c:pt idx="25">
                  <c:v>4270401.5</c:v>
                </c:pt>
                <c:pt idx="26">
                  <c:v>4254631</c:v>
                </c:pt>
                <c:pt idx="27">
                  <c:v>4266439</c:v>
                </c:pt>
                <c:pt idx="28">
                  <c:v>4224598</c:v>
                </c:pt>
                <c:pt idx="29">
                  <c:v>4113267.5</c:v>
                </c:pt>
                <c:pt idx="30">
                  <c:v>4104701.5</c:v>
                </c:pt>
                <c:pt idx="31">
                  <c:v>4018400</c:v>
                </c:pt>
                <c:pt idx="32">
                  <c:v>4147129</c:v>
                </c:pt>
                <c:pt idx="33">
                  <c:v>4154568</c:v>
                </c:pt>
                <c:pt idx="34">
                  <c:v>3535472</c:v>
                </c:pt>
                <c:pt idx="35">
                  <c:v>3057368</c:v>
                </c:pt>
                <c:pt idx="36">
                  <c:v>3057576</c:v>
                </c:pt>
                <c:pt idx="37">
                  <c:v>2804360</c:v>
                </c:pt>
                <c:pt idx="38">
                  <c:v>2373408</c:v>
                </c:pt>
                <c:pt idx="39">
                  <c:v>2385616</c:v>
                </c:pt>
                <c:pt idx="40">
                  <c:v>1949784</c:v>
                </c:pt>
                <c:pt idx="41">
                  <c:v>2029864</c:v>
                </c:pt>
                <c:pt idx="42">
                  <c:v>1831456</c:v>
                </c:pt>
                <c:pt idx="43">
                  <c:v>2372056</c:v>
                </c:pt>
                <c:pt idx="44">
                  <c:v>1586088</c:v>
                </c:pt>
                <c:pt idx="45">
                  <c:v>1245872</c:v>
                </c:pt>
                <c:pt idx="46">
                  <c:v>1659000</c:v>
                </c:pt>
                <c:pt idx="47">
                  <c:v>1316288</c:v>
                </c:pt>
                <c:pt idx="48">
                  <c:v>867864</c:v>
                </c:pt>
                <c:pt idx="49">
                  <c:v>756880</c:v>
                </c:pt>
                <c:pt idx="50">
                  <c:v>470368</c:v>
                </c:pt>
                <c:pt idx="51">
                  <c:v>400808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0-4884-937D-754252348DA2}"/>
            </c:ext>
          </c:extLst>
        </c:ser>
        <c:ser>
          <c:idx val="1"/>
          <c:order val="1"/>
          <c:tx>
            <c:strRef>
              <c:f>Sheet1!$H$1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Sheet1!$H$2:$H$53</c:f>
              <c:numCache>
                <c:formatCode>General</c:formatCode>
                <c:ptCount val="52"/>
                <c:pt idx="0">
                  <c:v>4803293.5</c:v>
                </c:pt>
                <c:pt idx="1">
                  <c:v>5172544</c:v>
                </c:pt>
                <c:pt idx="2">
                  <c:v>4604635</c:v>
                </c:pt>
                <c:pt idx="3">
                  <c:v>4298049.5</c:v>
                </c:pt>
                <c:pt idx="4">
                  <c:v>4479413.5</c:v>
                </c:pt>
                <c:pt idx="5">
                  <c:v>3936846.5</c:v>
                </c:pt>
                <c:pt idx="6">
                  <c:v>3530731.5</c:v>
                </c:pt>
                <c:pt idx="7">
                  <c:v>2882843.5</c:v>
                </c:pt>
                <c:pt idx="8">
                  <c:v>2074649</c:v>
                </c:pt>
                <c:pt idx="9">
                  <c:v>2203236.5</c:v>
                </c:pt>
                <c:pt idx="10">
                  <c:v>1588869.5</c:v>
                </c:pt>
                <c:pt idx="11">
                  <c:v>1221788.5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189646.5</c:v>
                </c:pt>
                <c:pt idx="34">
                  <c:v>708709</c:v>
                </c:pt>
                <c:pt idx="35">
                  <c:v>1338891.5</c:v>
                </c:pt>
                <c:pt idx="36">
                  <c:v>1392833.5</c:v>
                </c:pt>
                <c:pt idx="37">
                  <c:v>1465450.5</c:v>
                </c:pt>
                <c:pt idx="38">
                  <c:v>1926971</c:v>
                </c:pt>
                <c:pt idx="39">
                  <c:v>2073495</c:v>
                </c:pt>
                <c:pt idx="40">
                  <c:v>2673870.5</c:v>
                </c:pt>
                <c:pt idx="41">
                  <c:v>2651777.5</c:v>
                </c:pt>
                <c:pt idx="42">
                  <c:v>2781237</c:v>
                </c:pt>
                <c:pt idx="43">
                  <c:v>2530563</c:v>
                </c:pt>
                <c:pt idx="44">
                  <c:v>3481563.5</c:v>
                </c:pt>
                <c:pt idx="45">
                  <c:v>3835310.5</c:v>
                </c:pt>
                <c:pt idx="46">
                  <c:v>3688487.5</c:v>
                </c:pt>
                <c:pt idx="47">
                  <c:v>4262493</c:v>
                </c:pt>
                <c:pt idx="48">
                  <c:v>4821528</c:v>
                </c:pt>
                <c:pt idx="49">
                  <c:v>4707227.5</c:v>
                </c:pt>
                <c:pt idx="50">
                  <c:v>5217045.5</c:v>
                </c:pt>
                <c:pt idx="51">
                  <c:v>4331780.5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0-4884-937D-754252348DA2}"/>
            </c:ext>
          </c:extLst>
        </c:ser>
        <c:ser>
          <c:idx val="2"/>
          <c:order val="2"/>
          <c:tx>
            <c:strRef>
              <c:f>Sheet1!$I$1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Sheet1!$I$2:$I$53</c:f>
              <c:numCache>
                <c:formatCode>General</c:formatCode>
                <c:ptCount val="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113627</c:v>
                </c:pt>
                <c:pt idx="13">
                  <c:v>1052326.5</c:v>
                </c:pt>
                <c:pt idx="14">
                  <c:v>570510</c:v>
                </c:pt>
                <c:pt idx="15">
                  <c:v>2792331</c:v>
                </c:pt>
                <c:pt idx="16">
                  <c:v>3026043</c:v>
                </c:pt>
                <c:pt idx="17">
                  <c:v>1423092.5</c:v>
                </c:pt>
                <c:pt idx="18">
                  <c:v>2589100.5</c:v>
                </c:pt>
                <c:pt idx="19">
                  <c:v>2299569.5</c:v>
                </c:pt>
                <c:pt idx="20">
                  <c:v>3434072</c:v>
                </c:pt>
                <c:pt idx="21">
                  <c:v>3500992.5</c:v>
                </c:pt>
                <c:pt idx="22">
                  <c:v>2771590.5</c:v>
                </c:pt>
                <c:pt idx="23">
                  <c:v>2894327.5</c:v>
                </c:pt>
                <c:pt idx="24">
                  <c:v>1773679.5</c:v>
                </c:pt>
                <c:pt idx="25">
                  <c:v>2000806.5</c:v>
                </c:pt>
                <c:pt idx="26">
                  <c:v>2010865</c:v>
                </c:pt>
                <c:pt idx="27">
                  <c:v>1900089</c:v>
                </c:pt>
                <c:pt idx="28">
                  <c:v>3944426</c:v>
                </c:pt>
                <c:pt idx="29">
                  <c:v>3147212.5</c:v>
                </c:pt>
                <c:pt idx="30">
                  <c:v>791970.5</c:v>
                </c:pt>
                <c:pt idx="31">
                  <c:v>1123296</c:v>
                </c:pt>
                <c:pt idx="32">
                  <c:v>43079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D0-4884-937D-754252348D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28649360"/>
        <c:axId val="1428658480"/>
      </c:areaChart>
      <c:lineChart>
        <c:grouping val="standard"/>
        <c:varyColors val="0"/>
        <c:ser>
          <c:idx val="3"/>
          <c:order val="3"/>
          <c:tx>
            <c:strRef>
              <c:f>Sheet1!$B$1</c:f>
              <c:strCache>
                <c:ptCount val="1"/>
                <c:pt idx="0">
                  <c:v>Demand (Black Line)</c:v>
                </c:pt>
              </c:strCache>
            </c:strRef>
          </c:tx>
          <c:spPr>
            <a:ln w="63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val>
            <c:numRef>
              <c:f>Sheet1!$B$2:$B$53</c:f>
              <c:numCache>
                <c:formatCode>General</c:formatCode>
                <c:ptCount val="52"/>
                <c:pt idx="0">
                  <c:v>5736669.5</c:v>
                </c:pt>
                <c:pt idx="1">
                  <c:v>5863360</c:v>
                </c:pt>
                <c:pt idx="2">
                  <c:v>5500563</c:v>
                </c:pt>
                <c:pt idx="3">
                  <c:v>5755769.5</c:v>
                </c:pt>
                <c:pt idx="4">
                  <c:v>5563805.5</c:v>
                </c:pt>
                <c:pt idx="5">
                  <c:v>5770662.5</c:v>
                </c:pt>
                <c:pt idx="6">
                  <c:v>5412147.5</c:v>
                </c:pt>
                <c:pt idx="7">
                  <c:v>4849155.5</c:v>
                </c:pt>
                <c:pt idx="8">
                  <c:v>5288521</c:v>
                </c:pt>
                <c:pt idx="9">
                  <c:v>5207164.5</c:v>
                </c:pt>
                <c:pt idx="10">
                  <c:v>4941997.5</c:v>
                </c:pt>
                <c:pt idx="11">
                  <c:v>4888892.5</c:v>
                </c:pt>
                <c:pt idx="12">
                  <c:v>4373949</c:v>
                </c:pt>
                <c:pt idx="13">
                  <c:v>4438081.5</c:v>
                </c:pt>
                <c:pt idx="14">
                  <c:v>4944562</c:v>
                </c:pt>
                <c:pt idx="15">
                  <c:v>4607021</c:v>
                </c:pt>
                <c:pt idx="16">
                  <c:v>4507893</c:v>
                </c:pt>
                <c:pt idx="17">
                  <c:v>4578675.5</c:v>
                </c:pt>
                <c:pt idx="18">
                  <c:v>4478707.5</c:v>
                </c:pt>
                <c:pt idx="19">
                  <c:v>4546590.5</c:v>
                </c:pt>
                <c:pt idx="20">
                  <c:v>4502944</c:v>
                </c:pt>
                <c:pt idx="21">
                  <c:v>4034143.5</c:v>
                </c:pt>
                <c:pt idx="22">
                  <c:v>4144977.5</c:v>
                </c:pt>
                <c:pt idx="23">
                  <c:v>4096248.5</c:v>
                </c:pt>
                <c:pt idx="24">
                  <c:v>4315160.5</c:v>
                </c:pt>
                <c:pt idx="25">
                  <c:v>4270401.5</c:v>
                </c:pt>
                <c:pt idx="26">
                  <c:v>4254631</c:v>
                </c:pt>
                <c:pt idx="27">
                  <c:v>4266439</c:v>
                </c:pt>
                <c:pt idx="28">
                  <c:v>4224598</c:v>
                </c:pt>
                <c:pt idx="29">
                  <c:v>4113267.5</c:v>
                </c:pt>
                <c:pt idx="30">
                  <c:v>4104701.5</c:v>
                </c:pt>
                <c:pt idx="31">
                  <c:v>4018400</c:v>
                </c:pt>
                <c:pt idx="32">
                  <c:v>4147129</c:v>
                </c:pt>
                <c:pt idx="33">
                  <c:v>4344214.5</c:v>
                </c:pt>
                <c:pt idx="34">
                  <c:v>4244181</c:v>
                </c:pt>
                <c:pt idx="35">
                  <c:v>4396259.5</c:v>
                </c:pt>
                <c:pt idx="36">
                  <c:v>4450409.5</c:v>
                </c:pt>
                <c:pt idx="37">
                  <c:v>4269810.5</c:v>
                </c:pt>
                <c:pt idx="38">
                  <c:v>4300379</c:v>
                </c:pt>
                <c:pt idx="39">
                  <c:v>4459111</c:v>
                </c:pt>
                <c:pt idx="40">
                  <c:v>4623654.5</c:v>
                </c:pt>
                <c:pt idx="41">
                  <c:v>4681641.5</c:v>
                </c:pt>
                <c:pt idx="42">
                  <c:v>4612693</c:v>
                </c:pt>
                <c:pt idx="43">
                  <c:v>4902619</c:v>
                </c:pt>
                <c:pt idx="44">
                  <c:v>5067651.5</c:v>
                </c:pt>
                <c:pt idx="45">
                  <c:v>5081182.5</c:v>
                </c:pt>
                <c:pt idx="46">
                  <c:v>5347487.5</c:v>
                </c:pt>
                <c:pt idx="47">
                  <c:v>5578781</c:v>
                </c:pt>
                <c:pt idx="48">
                  <c:v>5689392</c:v>
                </c:pt>
                <c:pt idx="49">
                  <c:v>5464107.5</c:v>
                </c:pt>
                <c:pt idx="50">
                  <c:v>5687413.5</c:v>
                </c:pt>
                <c:pt idx="51">
                  <c:v>4732588.5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DD0-4884-937D-754252348DA2}"/>
            </c:ext>
          </c:extLst>
        </c:ser>
        <c:ser>
          <c:idx val="4"/>
          <c:order val="4"/>
          <c:tx>
            <c:strRef>
              <c:f>Sheet1!$C$1</c:f>
              <c:strCache>
                <c:ptCount val="1"/>
                <c:pt idx="0">
                  <c:v>Solar (Orange Line)</c:v>
                </c:pt>
              </c:strCache>
            </c:strRef>
          </c:tx>
          <c:spPr>
            <a:ln w="63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Sheet1!$C$2:$C$53</c:f>
              <c:numCache>
                <c:formatCode>General</c:formatCode>
                <c:ptCount val="52"/>
                <c:pt idx="0">
                  <c:v>933376</c:v>
                </c:pt>
                <c:pt idx="1">
                  <c:v>690816</c:v>
                </c:pt>
                <c:pt idx="2">
                  <c:v>895928</c:v>
                </c:pt>
                <c:pt idx="3">
                  <c:v>1457720</c:v>
                </c:pt>
                <c:pt idx="4">
                  <c:v>1084392</c:v>
                </c:pt>
                <c:pt idx="5">
                  <c:v>1833816</c:v>
                </c:pt>
                <c:pt idx="6">
                  <c:v>1881416</c:v>
                </c:pt>
                <c:pt idx="7">
                  <c:v>1966312</c:v>
                </c:pt>
                <c:pt idx="8">
                  <c:v>3213872</c:v>
                </c:pt>
                <c:pt idx="9">
                  <c:v>3003928</c:v>
                </c:pt>
                <c:pt idx="10">
                  <c:v>3353128</c:v>
                </c:pt>
                <c:pt idx="11">
                  <c:v>3667104</c:v>
                </c:pt>
                <c:pt idx="12">
                  <c:v>4487576</c:v>
                </c:pt>
                <c:pt idx="13">
                  <c:v>5490408</c:v>
                </c:pt>
                <c:pt idx="14">
                  <c:v>5515072</c:v>
                </c:pt>
                <c:pt idx="15">
                  <c:v>7399352</c:v>
                </c:pt>
                <c:pt idx="16">
                  <c:v>7533936</c:v>
                </c:pt>
                <c:pt idx="17">
                  <c:v>6001768</c:v>
                </c:pt>
                <c:pt idx="18">
                  <c:v>7067808</c:v>
                </c:pt>
                <c:pt idx="19">
                  <c:v>6846160</c:v>
                </c:pt>
                <c:pt idx="20">
                  <c:v>7937016</c:v>
                </c:pt>
                <c:pt idx="21">
                  <c:v>7535136</c:v>
                </c:pt>
                <c:pt idx="22">
                  <c:v>6916568</c:v>
                </c:pt>
                <c:pt idx="23">
                  <c:v>6990576</c:v>
                </c:pt>
                <c:pt idx="24">
                  <c:v>6088840</c:v>
                </c:pt>
                <c:pt idx="25">
                  <c:v>6271208</c:v>
                </c:pt>
                <c:pt idx="26">
                  <c:v>6265496</c:v>
                </c:pt>
                <c:pt idx="27">
                  <c:v>6166528</c:v>
                </c:pt>
                <c:pt idx="28">
                  <c:v>8169024</c:v>
                </c:pt>
                <c:pt idx="29">
                  <c:v>7260480</c:v>
                </c:pt>
                <c:pt idx="30">
                  <c:v>4896672</c:v>
                </c:pt>
                <c:pt idx="31">
                  <c:v>5141696</c:v>
                </c:pt>
                <c:pt idx="32">
                  <c:v>4190208</c:v>
                </c:pt>
                <c:pt idx="33">
                  <c:v>4154568</c:v>
                </c:pt>
                <c:pt idx="34">
                  <c:v>3535472</c:v>
                </c:pt>
                <c:pt idx="35">
                  <c:v>3057368</c:v>
                </c:pt>
                <c:pt idx="36">
                  <c:v>3057576</c:v>
                </c:pt>
                <c:pt idx="37">
                  <c:v>2804360</c:v>
                </c:pt>
                <c:pt idx="38">
                  <c:v>2373408</c:v>
                </c:pt>
                <c:pt idx="39">
                  <c:v>2385616</c:v>
                </c:pt>
                <c:pt idx="40">
                  <c:v>1949784</c:v>
                </c:pt>
                <c:pt idx="41">
                  <c:v>2029864</c:v>
                </c:pt>
                <c:pt idx="42">
                  <c:v>1831456</c:v>
                </c:pt>
                <c:pt idx="43">
                  <c:v>2372056</c:v>
                </c:pt>
                <c:pt idx="44">
                  <c:v>1586088</c:v>
                </c:pt>
                <c:pt idx="45">
                  <c:v>1245872</c:v>
                </c:pt>
                <c:pt idx="46">
                  <c:v>1659000</c:v>
                </c:pt>
                <c:pt idx="47">
                  <c:v>1316288</c:v>
                </c:pt>
                <c:pt idx="48">
                  <c:v>867864</c:v>
                </c:pt>
                <c:pt idx="49">
                  <c:v>756880</c:v>
                </c:pt>
                <c:pt idx="50">
                  <c:v>470368</c:v>
                </c:pt>
                <c:pt idx="51">
                  <c:v>400808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DD0-4884-937D-754252348D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8649360"/>
        <c:axId val="1428658480"/>
      </c:lineChart>
      <c:catAx>
        <c:axId val="1428649360"/>
        <c:scaling>
          <c:orientation val="minMax"/>
        </c:scaling>
        <c:delete val="1"/>
        <c:axPos val="b"/>
        <c:majorTickMark val="out"/>
        <c:minorTickMark val="none"/>
        <c:tickLblPos val="nextTo"/>
        <c:crossAx val="1428658480"/>
        <c:crosses val="autoZero"/>
        <c:auto val="1"/>
        <c:lblAlgn val="ctr"/>
        <c:lblOffset val="100"/>
        <c:noMultiLvlLbl val="0"/>
      </c:catAx>
      <c:valAx>
        <c:axId val="1428658480"/>
        <c:scaling>
          <c:orientation val="minMax"/>
          <c:max val="8100000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1428649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Sheet2!$H$1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E8E8E8"/>
            </a:solidFill>
            <a:ln>
              <a:noFill/>
            </a:ln>
            <a:effectLst/>
          </c:spPr>
          <c:val>
            <c:numRef>
              <c:f>Sheet2!$H$2:$H$25</c:f>
              <c:numCache>
                <c:formatCode>0%</c:formatCode>
                <c:ptCount val="24"/>
                <c:pt idx="0">
                  <c:v>0.74431301269939976</c:v>
                </c:pt>
                <c:pt idx="1">
                  <c:v>0.66315356468084086</c:v>
                </c:pt>
                <c:pt idx="2">
                  <c:v>0.52381795135484177</c:v>
                </c:pt>
                <c:pt idx="3">
                  <c:v>0.34968454786788794</c:v>
                </c:pt>
                <c:pt idx="4">
                  <c:v>0.2500526152153637</c:v>
                </c:pt>
                <c:pt idx="5">
                  <c:v>0.21999999999999997</c:v>
                </c:pt>
                <c:pt idx="6">
                  <c:v>0.31999999999999995</c:v>
                </c:pt>
                <c:pt idx="7">
                  <c:v>0.4</c:v>
                </c:pt>
                <c:pt idx="8">
                  <c:v>0.56000000000000005</c:v>
                </c:pt>
                <c:pt idx="9">
                  <c:v>0.71</c:v>
                </c:pt>
                <c:pt idx="10">
                  <c:v>0.82</c:v>
                </c:pt>
                <c:pt idx="11">
                  <c:v>0.88</c:v>
                </c:pt>
                <c:pt idx="12">
                  <c:v>0.89</c:v>
                </c:pt>
                <c:pt idx="13">
                  <c:v>0.88</c:v>
                </c:pt>
                <c:pt idx="14">
                  <c:v>0.88</c:v>
                </c:pt>
                <c:pt idx="15">
                  <c:v>0.84</c:v>
                </c:pt>
                <c:pt idx="16">
                  <c:v>0.7</c:v>
                </c:pt>
                <c:pt idx="17">
                  <c:v>0.6</c:v>
                </c:pt>
                <c:pt idx="18">
                  <c:v>0.45415157965226127</c:v>
                </c:pt>
                <c:pt idx="19">
                  <c:v>0.40477650491473938</c:v>
                </c:pt>
                <c:pt idx="20">
                  <c:v>0.42364934350560823</c:v>
                </c:pt>
                <c:pt idx="21">
                  <c:v>0.46340396527395789</c:v>
                </c:pt>
                <c:pt idx="22">
                  <c:v>0.62447085834549065</c:v>
                </c:pt>
                <c:pt idx="23">
                  <c:v>0.66732834285987608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04-4629-93BD-E83DDF3D7C46}"/>
            </c:ext>
          </c:extLst>
        </c:ser>
        <c:ser>
          <c:idx val="1"/>
          <c:order val="1"/>
          <c:tx>
            <c:strRef>
              <c:f>Sheet2!$I$1</c:f>
              <c:strCache>
                <c:ptCount val="1"/>
                <c:pt idx="0">
                  <c:v>Solar_left</c:v>
                </c:pt>
              </c:strCache>
            </c:strRef>
          </c:tx>
          <c:spPr>
            <a:solidFill>
              <a:srgbClr val="0E2841">
                <a:lumMod val="10000"/>
                <a:lumOff val="90000"/>
              </a:srgbClr>
            </a:solidFill>
            <a:ln>
              <a:noFill/>
            </a:ln>
            <a:effectLst/>
          </c:spPr>
          <c:val>
            <c:numRef>
              <c:f>Sheet2!$I$2:$I$25</c:f>
              <c:numCache>
                <c:formatCode>0%</c:formatCode>
                <c:ptCount val="24"/>
                <c:pt idx="0">
                  <c:v>0.08</c:v>
                </c:pt>
                <c:pt idx="1">
                  <c:v>0.12</c:v>
                </c:pt>
                <c:pt idx="2">
                  <c:v>0.14000000000000001</c:v>
                </c:pt>
                <c:pt idx="3">
                  <c:v>0.16000000000000003</c:v>
                </c:pt>
                <c:pt idx="4">
                  <c:v>0.19999999999999998</c:v>
                </c:pt>
                <c:pt idx="5">
                  <c:v>0.21999999999999997</c:v>
                </c:pt>
                <c:pt idx="6">
                  <c:v>0.18000000000000002</c:v>
                </c:pt>
                <c:pt idx="7">
                  <c:v>0.15999999999999998</c:v>
                </c:pt>
                <c:pt idx="8">
                  <c:v>0.12</c:v>
                </c:pt>
                <c:pt idx="9">
                  <c:v>0.04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04-4629-93BD-E83DDF3D7C46}"/>
            </c:ext>
          </c:extLst>
        </c:ser>
        <c:ser>
          <c:idx val="2"/>
          <c:order val="2"/>
          <c:tx>
            <c:strRef>
              <c:f>Sheet2!$J$1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rgbClr val="FFFFCC"/>
            </a:solidFill>
            <a:ln>
              <a:noFill/>
            </a:ln>
            <a:effectLst/>
          </c:spPr>
          <c:val>
            <c:numRef>
              <c:f>Sheet2!$J$2:$J$25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0.12</c:v>
                </c:pt>
                <c:pt idx="19">
                  <c:v>0.16</c:v>
                </c:pt>
                <c:pt idx="20">
                  <c:v>0.15</c:v>
                </c:pt>
                <c:pt idx="21">
                  <c:v>0.13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704-4629-93BD-E83DDF3D7C46}"/>
            </c:ext>
          </c:extLst>
        </c:ser>
        <c:ser>
          <c:idx val="3"/>
          <c:order val="3"/>
          <c:tx>
            <c:strRef>
              <c:f>Sheet2!$K$1</c:f>
              <c:strCache>
                <c:ptCount val="1"/>
                <c:pt idx="0">
                  <c:v>Load</c:v>
                </c:pt>
              </c:strCache>
            </c:strRef>
          </c:tx>
          <c:spPr>
            <a:solidFill>
              <a:srgbClr val="4EA72E">
                <a:lumMod val="20000"/>
                <a:lumOff val="80000"/>
              </a:srgbClr>
            </a:solidFill>
            <a:ln>
              <a:noFill/>
            </a:ln>
            <a:effectLst/>
          </c:spPr>
          <c:val>
            <c:numRef>
              <c:f>Sheet2!$K$2:$K$25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0.06</c:v>
                </c:pt>
                <c:pt idx="3">
                  <c:v>0.12</c:v>
                </c:pt>
                <c:pt idx="4">
                  <c:v>0.15</c:v>
                </c:pt>
                <c:pt idx="5">
                  <c:v>0.14000000000000001</c:v>
                </c:pt>
                <c:pt idx="6">
                  <c:v>0.1</c:v>
                </c:pt>
                <c:pt idx="7">
                  <c:v>0.08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704-4629-93BD-E83DDF3D7C46}"/>
            </c:ext>
          </c:extLst>
        </c:ser>
        <c:ser>
          <c:idx val="4"/>
          <c:order val="4"/>
          <c:tx>
            <c:strRef>
              <c:f>Sheet2!$L$1</c:f>
              <c:strCache>
                <c:ptCount val="1"/>
                <c:pt idx="0">
                  <c:v>V2G</c:v>
                </c:pt>
              </c:strCache>
            </c:strRef>
          </c:tx>
          <c:spPr>
            <a:solidFill>
              <a:srgbClr val="A02B93">
                <a:lumMod val="20000"/>
                <a:lumOff val="80000"/>
              </a:srgbClr>
            </a:solidFill>
            <a:ln>
              <a:noFill/>
            </a:ln>
            <a:effectLst/>
          </c:spPr>
          <c:val>
            <c:numRef>
              <c:f>Sheet2!$L$2:$L$25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0.02</c:v>
                </c:pt>
                <c:pt idx="12">
                  <c:v>0.08</c:v>
                </c:pt>
                <c:pt idx="13">
                  <c:v>0.12</c:v>
                </c:pt>
                <c:pt idx="14">
                  <c:v>0.09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04-4629-93BD-E83DDF3D7C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0126415"/>
        <c:axId val="1180127375"/>
      </c:areaChart>
      <c:catAx>
        <c:axId val="1180126415"/>
        <c:scaling>
          <c:orientation val="minMax"/>
        </c:scaling>
        <c:delete val="1"/>
        <c:axPos val="b"/>
        <c:majorTickMark val="out"/>
        <c:minorTickMark val="none"/>
        <c:tickLblPos val="nextTo"/>
        <c:crossAx val="1180127375"/>
        <c:crosses val="autoZero"/>
        <c:auto val="1"/>
        <c:lblAlgn val="ctr"/>
        <c:lblOffset val="100"/>
        <c:noMultiLvlLbl val="0"/>
      </c:catAx>
      <c:valAx>
        <c:axId val="1180127375"/>
        <c:scaling>
          <c:orientation val="minMax"/>
          <c:max val="1"/>
          <c:min val="0.2"/>
        </c:scaling>
        <c:delete val="1"/>
        <c:axPos val="l"/>
        <c:numFmt formatCode="0%" sourceLinked="1"/>
        <c:majorTickMark val="none"/>
        <c:minorTickMark val="none"/>
        <c:tickLblPos val="nextTo"/>
        <c:crossAx val="11801264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power_balancing!$B$1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val>
            <c:numRef>
              <c:f>power_balancing!$B$2:$B$73</c:f>
              <c:numCache>
                <c:formatCode>General</c:formatCode>
                <c:ptCount val="72"/>
                <c:pt idx="0">
                  <c:v>-338</c:v>
                </c:pt>
                <c:pt idx="1">
                  <c:v>-1377.5</c:v>
                </c:pt>
                <c:pt idx="2">
                  <c:v>-1549</c:v>
                </c:pt>
                <c:pt idx="3">
                  <c:v>-1578.5</c:v>
                </c:pt>
                <c:pt idx="4">
                  <c:v>-1493</c:v>
                </c:pt>
                <c:pt idx="5">
                  <c:v>-1285.5</c:v>
                </c:pt>
                <c:pt idx="6">
                  <c:v>-856.5</c:v>
                </c:pt>
                <c:pt idx="7">
                  <c:v>-140</c:v>
                </c:pt>
                <c:pt idx="8">
                  <c:v>-2</c:v>
                </c:pt>
                <c:pt idx="9">
                  <c:v>-5.5</c:v>
                </c:pt>
                <c:pt idx="10">
                  <c:v>-7</c:v>
                </c:pt>
                <c:pt idx="11">
                  <c:v>-9.5</c:v>
                </c:pt>
                <c:pt idx="12">
                  <c:v>-10.5</c:v>
                </c:pt>
                <c:pt idx="13">
                  <c:v>-9</c:v>
                </c:pt>
                <c:pt idx="14">
                  <c:v>-10</c:v>
                </c:pt>
                <c:pt idx="15">
                  <c:v>-11</c:v>
                </c:pt>
                <c:pt idx="16">
                  <c:v>-10.5</c:v>
                </c:pt>
                <c:pt idx="17">
                  <c:v>-14.5</c:v>
                </c:pt>
                <c:pt idx="18">
                  <c:v>-13.5</c:v>
                </c:pt>
                <c:pt idx="19">
                  <c:v>-9.5</c:v>
                </c:pt>
                <c:pt idx="20">
                  <c:v>-8.5</c:v>
                </c:pt>
                <c:pt idx="21">
                  <c:v>-7.5</c:v>
                </c:pt>
                <c:pt idx="22">
                  <c:v>-11</c:v>
                </c:pt>
                <c:pt idx="23">
                  <c:v>-282</c:v>
                </c:pt>
                <c:pt idx="24">
                  <c:v>-573.5</c:v>
                </c:pt>
                <c:pt idx="25">
                  <c:v>-861</c:v>
                </c:pt>
                <c:pt idx="26">
                  <c:v>-1138.5</c:v>
                </c:pt>
                <c:pt idx="27">
                  <c:v>-1156</c:v>
                </c:pt>
                <c:pt idx="28">
                  <c:v>-1008.5</c:v>
                </c:pt>
                <c:pt idx="29">
                  <c:v>-801</c:v>
                </c:pt>
                <c:pt idx="30">
                  <c:v>-74</c:v>
                </c:pt>
                <c:pt idx="31">
                  <c:v>-7.5</c:v>
                </c:pt>
                <c:pt idx="32">
                  <c:v>-13.5</c:v>
                </c:pt>
                <c:pt idx="33">
                  <c:v>-9</c:v>
                </c:pt>
                <c:pt idx="34">
                  <c:v>-10.5</c:v>
                </c:pt>
                <c:pt idx="35">
                  <c:v>-9</c:v>
                </c:pt>
                <c:pt idx="36">
                  <c:v>-9</c:v>
                </c:pt>
                <c:pt idx="37">
                  <c:v>-8.5</c:v>
                </c:pt>
                <c:pt idx="38">
                  <c:v>-7</c:v>
                </c:pt>
                <c:pt idx="39">
                  <c:v>-12.5</c:v>
                </c:pt>
                <c:pt idx="40">
                  <c:v>-8</c:v>
                </c:pt>
                <c:pt idx="41">
                  <c:v>-10.5</c:v>
                </c:pt>
                <c:pt idx="42">
                  <c:v>-7.5</c:v>
                </c:pt>
                <c:pt idx="43">
                  <c:v>-10.5</c:v>
                </c:pt>
                <c:pt idx="44">
                  <c:v>-6.5</c:v>
                </c:pt>
                <c:pt idx="45">
                  <c:v>-7.5</c:v>
                </c:pt>
                <c:pt idx="46">
                  <c:v>-14</c:v>
                </c:pt>
                <c:pt idx="47">
                  <c:v>-525.5</c:v>
                </c:pt>
                <c:pt idx="48">
                  <c:v>-83.5</c:v>
                </c:pt>
                <c:pt idx="49">
                  <c:v>-156</c:v>
                </c:pt>
                <c:pt idx="50">
                  <c:v>-198</c:v>
                </c:pt>
                <c:pt idx="51">
                  <c:v>-372</c:v>
                </c:pt>
                <c:pt idx="52">
                  <c:v>-206</c:v>
                </c:pt>
                <c:pt idx="53">
                  <c:v>-19.5</c:v>
                </c:pt>
                <c:pt idx="54">
                  <c:v>-31.5</c:v>
                </c:pt>
                <c:pt idx="55">
                  <c:v>-14</c:v>
                </c:pt>
                <c:pt idx="56">
                  <c:v>-10</c:v>
                </c:pt>
                <c:pt idx="57">
                  <c:v>-11</c:v>
                </c:pt>
                <c:pt idx="58">
                  <c:v>-7.5</c:v>
                </c:pt>
                <c:pt idx="59">
                  <c:v>-11</c:v>
                </c:pt>
                <c:pt idx="60">
                  <c:v>-10.5</c:v>
                </c:pt>
                <c:pt idx="61">
                  <c:v>-10</c:v>
                </c:pt>
                <c:pt idx="62">
                  <c:v>-11</c:v>
                </c:pt>
                <c:pt idx="63">
                  <c:v>-9.5</c:v>
                </c:pt>
                <c:pt idx="64">
                  <c:v>-3</c:v>
                </c:pt>
                <c:pt idx="65">
                  <c:v>0</c:v>
                </c:pt>
                <c:pt idx="66">
                  <c:v>0</c:v>
                </c:pt>
                <c:pt idx="67">
                  <c:v>-6.5</c:v>
                </c:pt>
                <c:pt idx="68">
                  <c:v>-15.5</c:v>
                </c:pt>
                <c:pt idx="69">
                  <c:v>-13</c:v>
                </c:pt>
                <c:pt idx="70">
                  <c:v>-11</c:v>
                </c:pt>
                <c:pt idx="71">
                  <c:v>-124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ED-4D0B-88B2-4A71D7D628AE}"/>
            </c:ext>
          </c:extLst>
        </c:ser>
        <c:ser>
          <c:idx val="1"/>
          <c:order val="1"/>
          <c:tx>
            <c:strRef>
              <c:f>power_balancing!$C$1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val>
            <c:numRef>
              <c:f>power_balancing!$C$2:$C$73</c:f>
              <c:numCache>
                <c:formatCode>General</c:formatCode>
                <c:ptCount val="72"/>
                <c:pt idx="0">
                  <c:v>338</c:v>
                </c:pt>
                <c:pt idx="1">
                  <c:v>1377.5</c:v>
                </c:pt>
                <c:pt idx="2">
                  <c:v>1549</c:v>
                </c:pt>
                <c:pt idx="3">
                  <c:v>1578.5</c:v>
                </c:pt>
                <c:pt idx="4">
                  <c:v>1493</c:v>
                </c:pt>
                <c:pt idx="5">
                  <c:v>1285.5</c:v>
                </c:pt>
                <c:pt idx="6">
                  <c:v>856.5</c:v>
                </c:pt>
                <c:pt idx="7">
                  <c:v>140</c:v>
                </c:pt>
                <c:pt idx="8">
                  <c:v>2</c:v>
                </c:pt>
                <c:pt idx="9">
                  <c:v>5.5</c:v>
                </c:pt>
                <c:pt idx="10">
                  <c:v>7</c:v>
                </c:pt>
                <c:pt idx="11">
                  <c:v>9.5</c:v>
                </c:pt>
                <c:pt idx="12">
                  <c:v>10.5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10.5</c:v>
                </c:pt>
                <c:pt idx="17">
                  <c:v>14.5</c:v>
                </c:pt>
                <c:pt idx="18">
                  <c:v>13.5</c:v>
                </c:pt>
                <c:pt idx="19">
                  <c:v>9.5</c:v>
                </c:pt>
                <c:pt idx="20">
                  <c:v>8.5</c:v>
                </c:pt>
                <c:pt idx="21">
                  <c:v>7.5</c:v>
                </c:pt>
                <c:pt idx="22">
                  <c:v>11</c:v>
                </c:pt>
                <c:pt idx="23">
                  <c:v>282</c:v>
                </c:pt>
                <c:pt idx="24">
                  <c:v>573.5</c:v>
                </c:pt>
                <c:pt idx="25">
                  <c:v>861</c:v>
                </c:pt>
                <c:pt idx="26">
                  <c:v>1138.5</c:v>
                </c:pt>
                <c:pt idx="27">
                  <c:v>1156</c:v>
                </c:pt>
                <c:pt idx="28">
                  <c:v>1008.5</c:v>
                </c:pt>
                <c:pt idx="29">
                  <c:v>801</c:v>
                </c:pt>
                <c:pt idx="30">
                  <c:v>74</c:v>
                </c:pt>
                <c:pt idx="31">
                  <c:v>7.5</c:v>
                </c:pt>
                <c:pt idx="32">
                  <c:v>13.5</c:v>
                </c:pt>
                <c:pt idx="33">
                  <c:v>9</c:v>
                </c:pt>
                <c:pt idx="34">
                  <c:v>10.5</c:v>
                </c:pt>
                <c:pt idx="35">
                  <c:v>9</c:v>
                </c:pt>
                <c:pt idx="36">
                  <c:v>9</c:v>
                </c:pt>
                <c:pt idx="37">
                  <c:v>8.5</c:v>
                </c:pt>
                <c:pt idx="38">
                  <c:v>7</c:v>
                </c:pt>
                <c:pt idx="39">
                  <c:v>12.5</c:v>
                </c:pt>
                <c:pt idx="40">
                  <c:v>8</c:v>
                </c:pt>
                <c:pt idx="41">
                  <c:v>10.5</c:v>
                </c:pt>
                <c:pt idx="42">
                  <c:v>7.5</c:v>
                </c:pt>
                <c:pt idx="43">
                  <c:v>10.5</c:v>
                </c:pt>
                <c:pt idx="44">
                  <c:v>6.5</c:v>
                </c:pt>
                <c:pt idx="45">
                  <c:v>7.5</c:v>
                </c:pt>
                <c:pt idx="46">
                  <c:v>14</c:v>
                </c:pt>
                <c:pt idx="47">
                  <c:v>525.5</c:v>
                </c:pt>
                <c:pt idx="48">
                  <c:v>83.5</c:v>
                </c:pt>
                <c:pt idx="49">
                  <c:v>156</c:v>
                </c:pt>
                <c:pt idx="50">
                  <c:v>198</c:v>
                </c:pt>
                <c:pt idx="51">
                  <c:v>372</c:v>
                </c:pt>
                <c:pt idx="52">
                  <c:v>206</c:v>
                </c:pt>
                <c:pt idx="53">
                  <c:v>19.5</c:v>
                </c:pt>
                <c:pt idx="54">
                  <c:v>31.5</c:v>
                </c:pt>
                <c:pt idx="55">
                  <c:v>14</c:v>
                </c:pt>
                <c:pt idx="56">
                  <c:v>10</c:v>
                </c:pt>
                <c:pt idx="57">
                  <c:v>11</c:v>
                </c:pt>
                <c:pt idx="58">
                  <c:v>7.5</c:v>
                </c:pt>
                <c:pt idx="59">
                  <c:v>11</c:v>
                </c:pt>
                <c:pt idx="60">
                  <c:v>10.5</c:v>
                </c:pt>
                <c:pt idx="61">
                  <c:v>10</c:v>
                </c:pt>
                <c:pt idx="62">
                  <c:v>11</c:v>
                </c:pt>
                <c:pt idx="63">
                  <c:v>9.5</c:v>
                </c:pt>
                <c:pt idx="64">
                  <c:v>3</c:v>
                </c:pt>
                <c:pt idx="65">
                  <c:v>0</c:v>
                </c:pt>
                <c:pt idx="66">
                  <c:v>0</c:v>
                </c:pt>
                <c:pt idx="67">
                  <c:v>6.5</c:v>
                </c:pt>
                <c:pt idx="68">
                  <c:v>15.5</c:v>
                </c:pt>
                <c:pt idx="69">
                  <c:v>13</c:v>
                </c:pt>
                <c:pt idx="70">
                  <c:v>11</c:v>
                </c:pt>
                <c:pt idx="71">
                  <c:v>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ED-4D0B-88B2-4A71D7D628AE}"/>
            </c:ext>
          </c:extLst>
        </c:ser>
        <c:ser>
          <c:idx val="2"/>
          <c:order val="2"/>
          <c:tx>
            <c:strRef>
              <c:f>power_balancing!$D$1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0E2841">
                <a:lumMod val="10000"/>
                <a:lumOff val="90000"/>
              </a:srgbClr>
            </a:solidFill>
            <a:ln>
              <a:noFill/>
            </a:ln>
            <a:effectLst/>
          </c:spPr>
          <c:val>
            <c:numRef>
              <c:f>power_balancing!$D$2:$D$73</c:f>
              <c:numCache>
                <c:formatCode>General</c:formatCode>
                <c:ptCount val="72"/>
                <c:pt idx="0">
                  <c:v>4199</c:v>
                </c:pt>
                <c:pt idx="1">
                  <c:v>4249</c:v>
                </c:pt>
                <c:pt idx="2">
                  <c:v>4572.5</c:v>
                </c:pt>
                <c:pt idx="3">
                  <c:v>4945.5</c:v>
                </c:pt>
                <c:pt idx="4">
                  <c:v>5350.5</c:v>
                </c:pt>
                <c:pt idx="5">
                  <c:v>5792.5</c:v>
                </c:pt>
                <c:pt idx="6">
                  <c:v>6454.5</c:v>
                </c:pt>
                <c:pt idx="7">
                  <c:v>6763.5</c:v>
                </c:pt>
                <c:pt idx="8">
                  <c:v>6828.5</c:v>
                </c:pt>
                <c:pt idx="9">
                  <c:v>6934.5</c:v>
                </c:pt>
                <c:pt idx="10">
                  <c:v>7046.5</c:v>
                </c:pt>
                <c:pt idx="11">
                  <c:v>7741</c:v>
                </c:pt>
                <c:pt idx="12">
                  <c:v>8347</c:v>
                </c:pt>
                <c:pt idx="13">
                  <c:v>9111.5</c:v>
                </c:pt>
                <c:pt idx="14">
                  <c:v>9374.5</c:v>
                </c:pt>
                <c:pt idx="15">
                  <c:v>9859.5</c:v>
                </c:pt>
                <c:pt idx="16">
                  <c:v>10137</c:v>
                </c:pt>
                <c:pt idx="17">
                  <c:v>9946</c:v>
                </c:pt>
                <c:pt idx="18">
                  <c:v>10401.5</c:v>
                </c:pt>
                <c:pt idx="19">
                  <c:v>10539.5</c:v>
                </c:pt>
                <c:pt idx="20">
                  <c:v>10617</c:v>
                </c:pt>
                <c:pt idx="21">
                  <c:v>10494</c:v>
                </c:pt>
                <c:pt idx="22">
                  <c:v>10375</c:v>
                </c:pt>
                <c:pt idx="23">
                  <c:v>10371</c:v>
                </c:pt>
                <c:pt idx="24">
                  <c:v>10328</c:v>
                </c:pt>
                <c:pt idx="25">
                  <c:v>10016</c:v>
                </c:pt>
                <c:pt idx="26">
                  <c:v>9768.5</c:v>
                </c:pt>
                <c:pt idx="27">
                  <c:v>9771.5</c:v>
                </c:pt>
                <c:pt idx="28">
                  <c:v>9810.5</c:v>
                </c:pt>
                <c:pt idx="29">
                  <c:v>9575.5</c:v>
                </c:pt>
                <c:pt idx="30">
                  <c:v>9807.5</c:v>
                </c:pt>
                <c:pt idx="31">
                  <c:v>9982</c:v>
                </c:pt>
                <c:pt idx="32">
                  <c:v>9942</c:v>
                </c:pt>
                <c:pt idx="33">
                  <c:v>9445.5</c:v>
                </c:pt>
                <c:pt idx="34">
                  <c:v>8732.5</c:v>
                </c:pt>
                <c:pt idx="35">
                  <c:v>8613</c:v>
                </c:pt>
                <c:pt idx="36">
                  <c:v>8345</c:v>
                </c:pt>
                <c:pt idx="37">
                  <c:v>8513.5</c:v>
                </c:pt>
                <c:pt idx="38">
                  <c:v>8537.5</c:v>
                </c:pt>
                <c:pt idx="39">
                  <c:v>8249.5</c:v>
                </c:pt>
                <c:pt idx="40">
                  <c:v>7750.5</c:v>
                </c:pt>
                <c:pt idx="41">
                  <c:v>7004.5</c:v>
                </c:pt>
                <c:pt idx="42">
                  <c:v>6191.5</c:v>
                </c:pt>
                <c:pt idx="43">
                  <c:v>5658.5</c:v>
                </c:pt>
                <c:pt idx="44">
                  <c:v>5553</c:v>
                </c:pt>
                <c:pt idx="45">
                  <c:v>5022.5</c:v>
                </c:pt>
                <c:pt idx="46">
                  <c:v>4669</c:v>
                </c:pt>
                <c:pt idx="47">
                  <c:v>3650</c:v>
                </c:pt>
                <c:pt idx="48">
                  <c:v>3094</c:v>
                </c:pt>
                <c:pt idx="49">
                  <c:v>2795.5</c:v>
                </c:pt>
                <c:pt idx="50">
                  <c:v>2533</c:v>
                </c:pt>
                <c:pt idx="51">
                  <c:v>2414</c:v>
                </c:pt>
                <c:pt idx="52">
                  <c:v>2432</c:v>
                </c:pt>
                <c:pt idx="53">
                  <c:v>2320</c:v>
                </c:pt>
                <c:pt idx="54">
                  <c:v>2350.5</c:v>
                </c:pt>
                <c:pt idx="55">
                  <c:v>2408</c:v>
                </c:pt>
                <c:pt idx="56">
                  <c:v>2555</c:v>
                </c:pt>
                <c:pt idx="57">
                  <c:v>2465</c:v>
                </c:pt>
                <c:pt idx="58">
                  <c:v>2614</c:v>
                </c:pt>
                <c:pt idx="59">
                  <c:v>2800</c:v>
                </c:pt>
                <c:pt idx="60">
                  <c:v>3006</c:v>
                </c:pt>
                <c:pt idx="61">
                  <c:v>2649</c:v>
                </c:pt>
                <c:pt idx="62">
                  <c:v>2475.5</c:v>
                </c:pt>
                <c:pt idx="63">
                  <c:v>2464</c:v>
                </c:pt>
                <c:pt idx="64">
                  <c:v>2502.5</c:v>
                </c:pt>
                <c:pt idx="65">
                  <c:v>2462</c:v>
                </c:pt>
                <c:pt idx="66">
                  <c:v>2375</c:v>
                </c:pt>
                <c:pt idx="67">
                  <c:v>2410.5</c:v>
                </c:pt>
                <c:pt idx="68">
                  <c:v>2409</c:v>
                </c:pt>
                <c:pt idx="69">
                  <c:v>2352</c:v>
                </c:pt>
                <c:pt idx="70">
                  <c:v>2200.5</c:v>
                </c:pt>
                <c:pt idx="71">
                  <c:v>1944.5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ED-4D0B-88B2-4A71D7D628AE}"/>
            </c:ext>
          </c:extLst>
        </c:ser>
        <c:ser>
          <c:idx val="3"/>
          <c:order val="3"/>
          <c:tx>
            <c:strRef>
              <c:f>power_balancing!$F$1</c:f>
              <c:strCache>
                <c:ptCount val="1"/>
                <c:pt idx="0">
                  <c:v>Discharge</c:v>
                </c:pt>
              </c:strCache>
            </c:strRef>
          </c:tx>
          <c:spPr>
            <a:solidFill>
              <a:srgbClr val="A02B93"/>
            </a:solidFill>
            <a:ln>
              <a:noFill/>
            </a:ln>
            <a:effectLst/>
          </c:spPr>
          <c:val>
            <c:numRef>
              <c:f>power_balancing!$F$2:$F$73</c:f>
              <c:numCache>
                <c:formatCode>General</c:formatCode>
                <c:ptCount val="7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102</c:v>
                </c:pt>
                <c:pt idx="8">
                  <c:v>154</c:v>
                </c:pt>
                <c:pt idx="9">
                  <c:v>172</c:v>
                </c:pt>
                <c:pt idx="10">
                  <c:v>283</c:v>
                </c:pt>
                <c:pt idx="11">
                  <c:v>145</c:v>
                </c:pt>
                <c:pt idx="12">
                  <c:v>22</c:v>
                </c:pt>
                <c:pt idx="13">
                  <c:v>0</c:v>
                </c:pt>
                <c:pt idx="14">
                  <c:v>28</c:v>
                </c:pt>
                <c:pt idx="15">
                  <c:v>151</c:v>
                </c:pt>
                <c:pt idx="16">
                  <c:v>623</c:v>
                </c:pt>
                <c:pt idx="17">
                  <c:v>830</c:v>
                </c:pt>
                <c:pt idx="18">
                  <c:v>255</c:v>
                </c:pt>
                <c:pt idx="19">
                  <c:v>85</c:v>
                </c:pt>
                <c:pt idx="20">
                  <c:v>94</c:v>
                </c:pt>
                <c:pt idx="21">
                  <c:v>123</c:v>
                </c:pt>
                <c:pt idx="22">
                  <c:v>71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344</c:v>
                </c:pt>
                <c:pt idx="32">
                  <c:v>29</c:v>
                </c:pt>
                <c:pt idx="33">
                  <c:v>268</c:v>
                </c:pt>
                <c:pt idx="34">
                  <c:v>146</c:v>
                </c:pt>
                <c:pt idx="35">
                  <c:v>38</c:v>
                </c:pt>
                <c:pt idx="36">
                  <c:v>104</c:v>
                </c:pt>
                <c:pt idx="37">
                  <c:v>68</c:v>
                </c:pt>
                <c:pt idx="38">
                  <c:v>44</c:v>
                </c:pt>
                <c:pt idx="39">
                  <c:v>276</c:v>
                </c:pt>
                <c:pt idx="40">
                  <c:v>1141</c:v>
                </c:pt>
                <c:pt idx="41">
                  <c:v>1031</c:v>
                </c:pt>
                <c:pt idx="42">
                  <c:v>1345</c:v>
                </c:pt>
                <c:pt idx="43">
                  <c:v>418</c:v>
                </c:pt>
                <c:pt idx="44">
                  <c:v>219</c:v>
                </c:pt>
                <c:pt idx="45">
                  <c:v>128</c:v>
                </c:pt>
                <c:pt idx="46">
                  <c:v>23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436</c:v>
                </c:pt>
                <c:pt idx="56">
                  <c:v>462</c:v>
                </c:pt>
                <c:pt idx="57">
                  <c:v>318</c:v>
                </c:pt>
                <c:pt idx="58">
                  <c:v>643</c:v>
                </c:pt>
                <c:pt idx="59">
                  <c:v>291</c:v>
                </c:pt>
                <c:pt idx="60">
                  <c:v>223</c:v>
                </c:pt>
                <c:pt idx="61">
                  <c:v>316</c:v>
                </c:pt>
                <c:pt idx="62">
                  <c:v>207</c:v>
                </c:pt>
                <c:pt idx="63">
                  <c:v>939</c:v>
                </c:pt>
                <c:pt idx="64">
                  <c:v>1946</c:v>
                </c:pt>
                <c:pt idx="65">
                  <c:v>2117</c:v>
                </c:pt>
                <c:pt idx="66">
                  <c:v>2133</c:v>
                </c:pt>
                <c:pt idx="67">
                  <c:v>1127</c:v>
                </c:pt>
                <c:pt idx="68">
                  <c:v>617</c:v>
                </c:pt>
                <c:pt idx="69">
                  <c:v>19</c:v>
                </c:pt>
                <c:pt idx="70">
                  <c:v>3</c:v>
                </c:pt>
                <c:pt idx="7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4ED-4D0B-88B2-4A71D7D628AE}"/>
            </c:ext>
          </c:extLst>
        </c:ser>
        <c:ser>
          <c:idx val="4"/>
          <c:order val="4"/>
          <c:tx>
            <c:strRef>
              <c:f>power_balancing!$G$1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E8E8E8"/>
            </a:solidFill>
            <a:ln>
              <a:noFill/>
            </a:ln>
            <a:effectLst/>
          </c:spPr>
          <c:val>
            <c:numRef>
              <c:f>power_balancing!$G$2:$G$73</c:f>
              <c:numCache>
                <c:formatCode>General</c:formatCode>
                <c:ptCount val="72"/>
                <c:pt idx="0">
                  <c:v>9765.5</c:v>
                </c:pt>
                <c:pt idx="1">
                  <c:v>9121.5</c:v>
                </c:pt>
                <c:pt idx="2">
                  <c:v>7694.5</c:v>
                </c:pt>
                <c:pt idx="3">
                  <c:v>6373.5</c:v>
                </c:pt>
                <c:pt idx="4">
                  <c:v>5456.5</c:v>
                </c:pt>
                <c:pt idx="5">
                  <c:v>6330</c:v>
                </c:pt>
                <c:pt idx="6">
                  <c:v>10266.5</c:v>
                </c:pt>
                <c:pt idx="7">
                  <c:v>15573</c:v>
                </c:pt>
                <c:pt idx="8">
                  <c:v>17981</c:v>
                </c:pt>
                <c:pt idx="9">
                  <c:v>18322.5</c:v>
                </c:pt>
                <c:pt idx="10">
                  <c:v>17959.5</c:v>
                </c:pt>
                <c:pt idx="11">
                  <c:v>17160</c:v>
                </c:pt>
                <c:pt idx="12">
                  <c:v>16908</c:v>
                </c:pt>
                <c:pt idx="13">
                  <c:v>15929.5</c:v>
                </c:pt>
                <c:pt idx="14">
                  <c:v>15484.5</c:v>
                </c:pt>
                <c:pt idx="15">
                  <c:v>15741.5</c:v>
                </c:pt>
                <c:pt idx="16">
                  <c:v>17896</c:v>
                </c:pt>
                <c:pt idx="17">
                  <c:v>18968.5</c:v>
                </c:pt>
                <c:pt idx="18">
                  <c:v>17860</c:v>
                </c:pt>
                <c:pt idx="19">
                  <c:v>15644.5</c:v>
                </c:pt>
                <c:pt idx="20">
                  <c:v>12803.5</c:v>
                </c:pt>
                <c:pt idx="21">
                  <c:v>9487.5</c:v>
                </c:pt>
                <c:pt idx="22">
                  <c:v>5920.5</c:v>
                </c:pt>
                <c:pt idx="23">
                  <c:v>2595</c:v>
                </c:pt>
                <c:pt idx="24">
                  <c:v>1955.5</c:v>
                </c:pt>
                <c:pt idx="25">
                  <c:v>1690.5</c:v>
                </c:pt>
                <c:pt idx="26">
                  <c:v>742.5</c:v>
                </c:pt>
                <c:pt idx="27">
                  <c:v>106</c:v>
                </c:pt>
                <c:pt idx="28">
                  <c:v>-110.5</c:v>
                </c:pt>
                <c:pt idx="29">
                  <c:v>1419</c:v>
                </c:pt>
                <c:pt idx="30">
                  <c:v>5975.5</c:v>
                </c:pt>
                <c:pt idx="31">
                  <c:v>10790.5</c:v>
                </c:pt>
                <c:pt idx="32">
                  <c:v>13482</c:v>
                </c:pt>
                <c:pt idx="33">
                  <c:v>14508.5</c:v>
                </c:pt>
                <c:pt idx="34">
                  <c:v>15049</c:v>
                </c:pt>
                <c:pt idx="35">
                  <c:v>15384.5</c:v>
                </c:pt>
                <c:pt idx="36">
                  <c:v>15876.5</c:v>
                </c:pt>
                <c:pt idx="37">
                  <c:v>15708.5</c:v>
                </c:pt>
                <c:pt idx="38">
                  <c:v>16451</c:v>
                </c:pt>
                <c:pt idx="39">
                  <c:v>17312</c:v>
                </c:pt>
                <c:pt idx="40">
                  <c:v>20127</c:v>
                </c:pt>
                <c:pt idx="41">
                  <c:v>21235</c:v>
                </c:pt>
                <c:pt idx="42">
                  <c:v>21130</c:v>
                </c:pt>
                <c:pt idx="43">
                  <c:v>20563.5</c:v>
                </c:pt>
                <c:pt idx="44">
                  <c:v>18764.5</c:v>
                </c:pt>
                <c:pt idx="45">
                  <c:v>16177</c:v>
                </c:pt>
                <c:pt idx="46">
                  <c:v>13013</c:v>
                </c:pt>
                <c:pt idx="47">
                  <c:v>10567</c:v>
                </c:pt>
                <c:pt idx="48">
                  <c:v>10333</c:v>
                </c:pt>
                <c:pt idx="49">
                  <c:v>10422</c:v>
                </c:pt>
                <c:pt idx="50">
                  <c:v>9786</c:v>
                </c:pt>
                <c:pt idx="51">
                  <c:v>9091.5</c:v>
                </c:pt>
                <c:pt idx="52">
                  <c:v>8756</c:v>
                </c:pt>
                <c:pt idx="53">
                  <c:v>10261</c:v>
                </c:pt>
                <c:pt idx="54">
                  <c:v>14925</c:v>
                </c:pt>
                <c:pt idx="55">
                  <c:v>19855.5</c:v>
                </c:pt>
                <c:pt idx="56">
                  <c:v>21981.5</c:v>
                </c:pt>
                <c:pt idx="57">
                  <c:v>23188</c:v>
                </c:pt>
                <c:pt idx="58">
                  <c:v>23007.5</c:v>
                </c:pt>
                <c:pt idx="59">
                  <c:v>22571.5</c:v>
                </c:pt>
                <c:pt idx="60">
                  <c:v>23099.5</c:v>
                </c:pt>
                <c:pt idx="61">
                  <c:v>23258.5</c:v>
                </c:pt>
                <c:pt idx="62">
                  <c:v>23195</c:v>
                </c:pt>
                <c:pt idx="63">
                  <c:v>22640.5</c:v>
                </c:pt>
                <c:pt idx="64">
                  <c:v>24460</c:v>
                </c:pt>
                <c:pt idx="65">
                  <c:v>25027.5</c:v>
                </c:pt>
                <c:pt idx="66">
                  <c:v>24740.5</c:v>
                </c:pt>
                <c:pt idx="67">
                  <c:v>23929</c:v>
                </c:pt>
                <c:pt idx="68">
                  <c:v>22176.5</c:v>
                </c:pt>
                <c:pt idx="69">
                  <c:v>19981</c:v>
                </c:pt>
                <c:pt idx="70">
                  <c:v>16464.5</c:v>
                </c:pt>
                <c:pt idx="71">
                  <c:v>13282.5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ED-4D0B-88B2-4A71D7D628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21517519"/>
        <c:axId val="1521517999"/>
      </c:areaChart>
      <c:catAx>
        <c:axId val="1521517519"/>
        <c:scaling>
          <c:orientation val="minMax"/>
        </c:scaling>
        <c:delete val="1"/>
        <c:axPos val="b"/>
        <c:majorTickMark val="out"/>
        <c:minorTickMark val="none"/>
        <c:tickLblPos val="nextTo"/>
        <c:crossAx val="1521517999"/>
        <c:crosses val="autoZero"/>
        <c:auto val="1"/>
        <c:lblAlgn val="ctr"/>
        <c:lblOffset val="100"/>
        <c:noMultiLvlLbl val="0"/>
      </c:catAx>
      <c:valAx>
        <c:axId val="1521517999"/>
        <c:scaling>
          <c:orientation val="minMax"/>
          <c:max val="30000"/>
          <c:min val="-2000"/>
        </c:scaling>
        <c:delete val="1"/>
        <c:axPos val="l"/>
        <c:numFmt formatCode="General" sourceLinked="1"/>
        <c:majorTickMark val="none"/>
        <c:minorTickMark val="none"/>
        <c:tickLblPos val="nextTo"/>
        <c:crossAx val="15215175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555555555555558E-3"/>
          <c:y val="5.8796296296296298E-2"/>
          <c:w val="0.9916666666666667"/>
          <c:h val="0.91805555555555551"/>
        </c:manualLayout>
      </c:layout>
      <c:areaChart>
        <c:grouping val="stacked"/>
        <c:varyColors val="0"/>
        <c:ser>
          <c:idx val="0"/>
          <c:order val="0"/>
          <c:tx>
            <c:strRef>
              <c:f>congestion_management!$C$1</c:f>
              <c:strCache>
                <c:ptCount val="1"/>
                <c:pt idx="0">
                  <c:v>Supply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congestion_management!$C$2:$C$49</c:f>
              <c:numCache>
                <c:formatCode>General</c:formatCode>
                <c:ptCount val="48"/>
                <c:pt idx="0">
                  <c:v>22915</c:v>
                </c:pt>
                <c:pt idx="1">
                  <c:v>23152</c:v>
                </c:pt>
                <c:pt idx="2">
                  <c:v>22550</c:v>
                </c:pt>
                <c:pt idx="3">
                  <c:v>21670</c:v>
                </c:pt>
                <c:pt idx="4">
                  <c:v>20860</c:v>
                </c:pt>
                <c:pt idx="5">
                  <c:v>20288</c:v>
                </c:pt>
                <c:pt idx="6">
                  <c:v>19428</c:v>
                </c:pt>
                <c:pt idx="7">
                  <c:v>18796</c:v>
                </c:pt>
                <c:pt idx="8">
                  <c:v>18333</c:v>
                </c:pt>
                <c:pt idx="9">
                  <c:v>18188</c:v>
                </c:pt>
                <c:pt idx="10">
                  <c:v>18223</c:v>
                </c:pt>
                <c:pt idx="11">
                  <c:v>18351</c:v>
                </c:pt>
                <c:pt idx="12">
                  <c:v>19142</c:v>
                </c:pt>
                <c:pt idx="13">
                  <c:v>19842</c:v>
                </c:pt>
                <c:pt idx="14">
                  <c:v>21355</c:v>
                </c:pt>
                <c:pt idx="15">
                  <c:v>22602</c:v>
                </c:pt>
                <c:pt idx="16">
                  <c:v>24565</c:v>
                </c:pt>
                <c:pt idx="17">
                  <c:v>25000</c:v>
                </c:pt>
                <c:pt idx="18">
                  <c:v>25000</c:v>
                </c:pt>
                <c:pt idx="19">
                  <c:v>25000</c:v>
                </c:pt>
                <c:pt idx="20">
                  <c:v>25000</c:v>
                </c:pt>
                <c:pt idx="21">
                  <c:v>25000</c:v>
                </c:pt>
                <c:pt idx="22">
                  <c:v>25000</c:v>
                </c:pt>
                <c:pt idx="23">
                  <c:v>25000</c:v>
                </c:pt>
                <c:pt idx="24">
                  <c:v>25000</c:v>
                </c:pt>
                <c:pt idx="25">
                  <c:v>25000</c:v>
                </c:pt>
                <c:pt idx="26">
                  <c:v>25000</c:v>
                </c:pt>
                <c:pt idx="27">
                  <c:v>25000</c:v>
                </c:pt>
                <c:pt idx="28">
                  <c:v>25000</c:v>
                </c:pt>
                <c:pt idx="29">
                  <c:v>25000</c:v>
                </c:pt>
                <c:pt idx="30">
                  <c:v>25000</c:v>
                </c:pt>
                <c:pt idx="31">
                  <c:v>25000</c:v>
                </c:pt>
                <c:pt idx="32">
                  <c:v>25000</c:v>
                </c:pt>
                <c:pt idx="33">
                  <c:v>25000</c:v>
                </c:pt>
                <c:pt idx="34">
                  <c:v>25000</c:v>
                </c:pt>
                <c:pt idx="35">
                  <c:v>25000</c:v>
                </c:pt>
                <c:pt idx="36">
                  <c:v>25000</c:v>
                </c:pt>
                <c:pt idx="37">
                  <c:v>25000</c:v>
                </c:pt>
                <c:pt idx="38">
                  <c:v>25000</c:v>
                </c:pt>
                <c:pt idx="39">
                  <c:v>25000</c:v>
                </c:pt>
                <c:pt idx="40">
                  <c:v>25000</c:v>
                </c:pt>
                <c:pt idx="41">
                  <c:v>25000</c:v>
                </c:pt>
                <c:pt idx="42">
                  <c:v>25000</c:v>
                </c:pt>
                <c:pt idx="43">
                  <c:v>24830</c:v>
                </c:pt>
                <c:pt idx="44">
                  <c:v>23972</c:v>
                </c:pt>
                <c:pt idx="45">
                  <c:v>23345</c:v>
                </c:pt>
                <c:pt idx="46">
                  <c:v>22452</c:v>
                </c:pt>
                <c:pt idx="47">
                  <c:v>21775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BF-4F63-8782-697D03168B82}"/>
            </c:ext>
          </c:extLst>
        </c:ser>
        <c:ser>
          <c:idx val="1"/>
          <c:order val="1"/>
          <c:tx>
            <c:strRef>
              <c:f>congestion_management!$D$1</c:f>
              <c:strCache>
                <c:ptCount val="1"/>
                <c:pt idx="0">
                  <c:v>Shaving</c:v>
                </c:pt>
              </c:strCache>
            </c:strRef>
          </c:tx>
          <c:spPr>
            <a:solidFill>
              <a:srgbClr val="156082"/>
            </a:solidFill>
            <a:ln>
              <a:noFill/>
            </a:ln>
            <a:effectLst/>
          </c:spPr>
          <c:val>
            <c:numRef>
              <c:f>congestion_management!$D$2:$D$49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1266</c:v>
                </c:pt>
                <c:pt idx="18">
                  <c:v>2949</c:v>
                </c:pt>
                <c:pt idx="19">
                  <c:v>3948</c:v>
                </c:pt>
                <c:pt idx="20">
                  <c:v>5078</c:v>
                </c:pt>
                <c:pt idx="21">
                  <c:v>5652</c:v>
                </c:pt>
                <c:pt idx="22">
                  <c:v>6352</c:v>
                </c:pt>
                <c:pt idx="23">
                  <c:v>7291</c:v>
                </c:pt>
                <c:pt idx="24">
                  <c:v>8436</c:v>
                </c:pt>
                <c:pt idx="25">
                  <c:v>9189</c:v>
                </c:pt>
                <c:pt idx="26">
                  <c:v>9401</c:v>
                </c:pt>
                <c:pt idx="27">
                  <c:v>9063</c:v>
                </c:pt>
                <c:pt idx="28">
                  <c:v>8487</c:v>
                </c:pt>
                <c:pt idx="29">
                  <c:v>7548</c:v>
                </c:pt>
                <c:pt idx="30">
                  <c:v>6795</c:v>
                </c:pt>
                <c:pt idx="31">
                  <c:v>6064</c:v>
                </c:pt>
                <c:pt idx="32">
                  <c:v>5810</c:v>
                </c:pt>
                <c:pt idx="33">
                  <c:v>5214</c:v>
                </c:pt>
                <c:pt idx="34">
                  <c:v>4478</c:v>
                </c:pt>
                <c:pt idx="35">
                  <c:v>3690</c:v>
                </c:pt>
                <c:pt idx="36">
                  <c:v>3077</c:v>
                </c:pt>
                <c:pt idx="37">
                  <c:v>2591</c:v>
                </c:pt>
                <c:pt idx="38">
                  <c:v>2114</c:v>
                </c:pt>
                <c:pt idx="39">
                  <c:v>1613</c:v>
                </c:pt>
                <c:pt idx="40">
                  <c:v>1279</c:v>
                </c:pt>
                <c:pt idx="41">
                  <c:v>1028</c:v>
                </c:pt>
                <c:pt idx="42">
                  <c:v>500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BF-4F63-8782-697D03168B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4227071"/>
        <c:axId val="57032127"/>
      </c:areaChart>
      <c:catAx>
        <c:axId val="1254227071"/>
        <c:scaling>
          <c:orientation val="minMax"/>
        </c:scaling>
        <c:delete val="1"/>
        <c:axPos val="b"/>
        <c:majorTickMark val="out"/>
        <c:minorTickMark val="none"/>
        <c:tickLblPos val="nextTo"/>
        <c:crossAx val="57032127"/>
        <c:crosses val="autoZero"/>
        <c:auto val="1"/>
        <c:lblAlgn val="ctr"/>
        <c:lblOffset val="100"/>
        <c:noMultiLvlLbl val="0"/>
      </c:catAx>
      <c:valAx>
        <c:axId val="57032127"/>
        <c:scaling>
          <c:orientation val="minMax"/>
          <c:max val="35000"/>
        </c:scaling>
        <c:delete val="1"/>
        <c:axPos val="l"/>
        <c:numFmt formatCode="General" sourceLinked="1"/>
        <c:majorTickMark val="none"/>
        <c:minorTickMark val="none"/>
        <c:tickLblPos val="nextTo"/>
        <c:crossAx val="12542270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5.8796296296296296E-3"/>
          <c:w val="0.99999999999999989"/>
          <c:h val="0.96144027777777774"/>
        </c:manualLayout>
      </c:layout>
      <c:lineChart>
        <c:grouping val="standard"/>
        <c:varyColors val="0"/>
        <c:ser>
          <c:idx val="2"/>
          <c:order val="0"/>
          <c:tx>
            <c:strRef>
              <c:f>load_ramping!$D$1</c:f>
              <c:strCache>
                <c:ptCount val="1"/>
                <c:pt idx="0">
                  <c:v>2015</c:v>
                </c:pt>
              </c:strCache>
            </c:strRef>
          </c:tx>
          <c:spPr>
            <a:ln w="6350" cap="rnd">
              <a:solidFill>
                <a:srgbClr val="156082"/>
              </a:solidFill>
              <a:round/>
            </a:ln>
            <a:effectLst/>
          </c:spPr>
          <c:marker>
            <c:symbol val="none"/>
          </c:marker>
          <c:val>
            <c:numRef>
              <c:f>load_ramping!$D$2:$D$25</c:f>
              <c:numCache>
                <c:formatCode>General</c:formatCode>
                <c:ptCount val="24"/>
                <c:pt idx="0">
                  <c:v>19313</c:v>
                </c:pt>
                <c:pt idx="1">
                  <c:v>18258</c:v>
                </c:pt>
                <c:pt idx="2">
                  <c:v>17822</c:v>
                </c:pt>
                <c:pt idx="3">
                  <c:v>17666</c:v>
                </c:pt>
                <c:pt idx="4">
                  <c:v>17900</c:v>
                </c:pt>
                <c:pt idx="5">
                  <c:v>18576</c:v>
                </c:pt>
                <c:pt idx="6">
                  <c:v>20556</c:v>
                </c:pt>
                <c:pt idx="7">
                  <c:v>21255</c:v>
                </c:pt>
                <c:pt idx="8">
                  <c:v>19828</c:v>
                </c:pt>
                <c:pt idx="9">
                  <c:v>18643</c:v>
                </c:pt>
                <c:pt idx="10">
                  <c:v>18151</c:v>
                </c:pt>
                <c:pt idx="11">
                  <c:v>17571</c:v>
                </c:pt>
                <c:pt idx="12">
                  <c:v>17375</c:v>
                </c:pt>
                <c:pt idx="13">
                  <c:v>17560</c:v>
                </c:pt>
                <c:pt idx="14">
                  <c:v>17714</c:v>
                </c:pt>
                <c:pt idx="15">
                  <c:v>18176</c:v>
                </c:pt>
                <c:pt idx="16">
                  <c:v>19202</c:v>
                </c:pt>
                <c:pt idx="17">
                  <c:v>20934</c:v>
                </c:pt>
                <c:pt idx="18">
                  <c:v>22953</c:v>
                </c:pt>
                <c:pt idx="19">
                  <c:v>24839</c:v>
                </c:pt>
                <c:pt idx="20">
                  <c:v>26129</c:v>
                </c:pt>
                <c:pt idx="21">
                  <c:v>25022</c:v>
                </c:pt>
                <c:pt idx="22">
                  <c:v>22888</c:v>
                </c:pt>
                <c:pt idx="23">
                  <c:v>20759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4D-4A9B-8D26-0FB80E366985}"/>
            </c:ext>
          </c:extLst>
        </c:ser>
        <c:ser>
          <c:idx val="4"/>
          <c:order val="1"/>
          <c:tx>
            <c:strRef>
              <c:f>load_ramping!$F$1</c:f>
              <c:strCache>
                <c:ptCount val="1"/>
                <c:pt idx="0">
                  <c:v>2017</c:v>
                </c:pt>
              </c:strCache>
            </c:strRef>
          </c:tx>
          <c:spPr>
            <a:ln w="6350" cap="rnd">
              <a:solidFill>
                <a:srgbClr val="196B24"/>
              </a:solidFill>
              <a:round/>
            </a:ln>
            <a:effectLst/>
          </c:spPr>
          <c:marker>
            <c:symbol val="none"/>
          </c:marker>
          <c:val>
            <c:numRef>
              <c:f>load_ramping!$F$2:$F$25</c:f>
              <c:numCache>
                <c:formatCode>General</c:formatCode>
                <c:ptCount val="24"/>
                <c:pt idx="0">
                  <c:v>16896</c:v>
                </c:pt>
                <c:pt idx="1">
                  <c:v>15981</c:v>
                </c:pt>
                <c:pt idx="2">
                  <c:v>15791</c:v>
                </c:pt>
                <c:pt idx="3">
                  <c:v>15319</c:v>
                </c:pt>
                <c:pt idx="4">
                  <c:v>15998</c:v>
                </c:pt>
                <c:pt idx="5">
                  <c:v>17155</c:v>
                </c:pt>
                <c:pt idx="6">
                  <c:v>19077</c:v>
                </c:pt>
                <c:pt idx="7">
                  <c:v>18777</c:v>
                </c:pt>
                <c:pt idx="8">
                  <c:v>15229</c:v>
                </c:pt>
                <c:pt idx="9">
                  <c:v>12891</c:v>
                </c:pt>
                <c:pt idx="10">
                  <c:v>11961</c:v>
                </c:pt>
                <c:pt idx="11">
                  <c:v>12319</c:v>
                </c:pt>
                <c:pt idx="12">
                  <c:v>11703</c:v>
                </c:pt>
                <c:pt idx="13">
                  <c:v>11818</c:v>
                </c:pt>
                <c:pt idx="14">
                  <c:v>11981</c:v>
                </c:pt>
                <c:pt idx="15">
                  <c:v>12711</c:v>
                </c:pt>
                <c:pt idx="16">
                  <c:v>13716</c:v>
                </c:pt>
                <c:pt idx="17">
                  <c:v>16148</c:v>
                </c:pt>
                <c:pt idx="18">
                  <c:v>19721</c:v>
                </c:pt>
                <c:pt idx="19">
                  <c:v>22119</c:v>
                </c:pt>
                <c:pt idx="20">
                  <c:v>22389</c:v>
                </c:pt>
                <c:pt idx="21">
                  <c:v>21987</c:v>
                </c:pt>
                <c:pt idx="22">
                  <c:v>21697</c:v>
                </c:pt>
                <c:pt idx="23">
                  <c:v>20387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4D-4A9B-8D26-0FB80E366985}"/>
            </c:ext>
          </c:extLst>
        </c:ser>
        <c:ser>
          <c:idx val="6"/>
          <c:order val="2"/>
          <c:tx>
            <c:strRef>
              <c:f>load_ramping!$H$1</c:f>
              <c:strCache>
                <c:ptCount val="1"/>
                <c:pt idx="0">
                  <c:v>2019</c:v>
                </c:pt>
              </c:strCache>
            </c:strRef>
          </c:tx>
          <c:spPr>
            <a:ln w="63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val>
            <c:numRef>
              <c:f>load_ramping!$H$2:$H$25</c:f>
              <c:numCache>
                <c:formatCode>General</c:formatCode>
                <c:ptCount val="24"/>
                <c:pt idx="0">
                  <c:v>19368</c:v>
                </c:pt>
                <c:pt idx="1">
                  <c:v>18725</c:v>
                </c:pt>
                <c:pt idx="2">
                  <c:v>18121</c:v>
                </c:pt>
                <c:pt idx="3">
                  <c:v>17963</c:v>
                </c:pt>
                <c:pt idx="4">
                  <c:v>18041</c:v>
                </c:pt>
                <c:pt idx="5">
                  <c:v>18465</c:v>
                </c:pt>
                <c:pt idx="6">
                  <c:v>19336</c:v>
                </c:pt>
                <c:pt idx="7">
                  <c:v>17021</c:v>
                </c:pt>
                <c:pt idx="8">
                  <c:v>12414</c:v>
                </c:pt>
                <c:pt idx="9">
                  <c:v>9950</c:v>
                </c:pt>
                <c:pt idx="10">
                  <c:v>8890</c:v>
                </c:pt>
                <c:pt idx="11">
                  <c:v>8822</c:v>
                </c:pt>
                <c:pt idx="12">
                  <c:v>8548</c:v>
                </c:pt>
                <c:pt idx="13">
                  <c:v>8430</c:v>
                </c:pt>
                <c:pt idx="14">
                  <c:v>8301</c:v>
                </c:pt>
                <c:pt idx="15">
                  <c:v>9154</c:v>
                </c:pt>
                <c:pt idx="16">
                  <c:v>11107</c:v>
                </c:pt>
                <c:pt idx="17">
                  <c:v>15943</c:v>
                </c:pt>
                <c:pt idx="18">
                  <c:v>21782</c:v>
                </c:pt>
                <c:pt idx="19">
                  <c:v>24541</c:v>
                </c:pt>
                <c:pt idx="20">
                  <c:v>24349</c:v>
                </c:pt>
                <c:pt idx="21">
                  <c:v>23280</c:v>
                </c:pt>
                <c:pt idx="22">
                  <c:v>21810</c:v>
                </c:pt>
                <c:pt idx="23">
                  <c:v>20391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E4D-4A9B-8D26-0FB80E3669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9266992"/>
        <c:axId val="539265552"/>
      </c:lineChart>
      <c:catAx>
        <c:axId val="539266992"/>
        <c:scaling>
          <c:orientation val="minMax"/>
        </c:scaling>
        <c:delete val="1"/>
        <c:axPos val="b"/>
        <c:majorTickMark val="none"/>
        <c:minorTickMark val="none"/>
        <c:tickLblPos val="nextTo"/>
        <c:crossAx val="539265552"/>
        <c:crosses val="autoZero"/>
        <c:auto val="1"/>
        <c:lblAlgn val="ctr"/>
        <c:lblOffset val="100"/>
        <c:noMultiLvlLbl val="0"/>
      </c:catAx>
      <c:valAx>
        <c:axId val="539265552"/>
        <c:scaling>
          <c:orientation val="minMax"/>
          <c:max val="27000"/>
          <c:min val="8000"/>
        </c:scaling>
        <c:delete val="1"/>
        <c:axPos val="l"/>
        <c:numFmt formatCode="General" sourceLinked="1"/>
        <c:majorTickMark val="none"/>
        <c:minorTickMark val="none"/>
        <c:tickLblPos val="nextTo"/>
        <c:crossAx val="539266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555555555555558E-3"/>
          <c:y val="5.8796296296296298E-2"/>
          <c:w val="0.9916666666666667"/>
          <c:h val="0.91805555555555551"/>
        </c:manualLayout>
      </c:layout>
      <c:areaChart>
        <c:grouping val="stacked"/>
        <c:varyColors val="0"/>
        <c:ser>
          <c:idx val="0"/>
          <c:order val="0"/>
          <c:tx>
            <c:strRef>
              <c:f>congestion_management!$C$1</c:f>
              <c:strCache>
                <c:ptCount val="1"/>
                <c:pt idx="0">
                  <c:v>Supply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congestion_management!$C$2:$C$49</c:f>
              <c:numCache>
                <c:formatCode>General</c:formatCode>
                <c:ptCount val="48"/>
                <c:pt idx="0">
                  <c:v>22915</c:v>
                </c:pt>
                <c:pt idx="1">
                  <c:v>23152</c:v>
                </c:pt>
                <c:pt idx="2">
                  <c:v>22550</c:v>
                </c:pt>
                <c:pt idx="3">
                  <c:v>21670</c:v>
                </c:pt>
                <c:pt idx="4">
                  <c:v>20860</c:v>
                </c:pt>
                <c:pt idx="5">
                  <c:v>20288</c:v>
                </c:pt>
                <c:pt idx="6">
                  <c:v>19428</c:v>
                </c:pt>
                <c:pt idx="7">
                  <c:v>18796</c:v>
                </c:pt>
                <c:pt idx="8">
                  <c:v>18333</c:v>
                </c:pt>
                <c:pt idx="9">
                  <c:v>18188</c:v>
                </c:pt>
                <c:pt idx="10">
                  <c:v>18223</c:v>
                </c:pt>
                <c:pt idx="11">
                  <c:v>18351</c:v>
                </c:pt>
                <c:pt idx="12">
                  <c:v>19142</c:v>
                </c:pt>
                <c:pt idx="13">
                  <c:v>19842</c:v>
                </c:pt>
                <c:pt idx="14">
                  <c:v>21355</c:v>
                </c:pt>
                <c:pt idx="15">
                  <c:v>22602</c:v>
                </c:pt>
                <c:pt idx="16">
                  <c:v>24565</c:v>
                </c:pt>
                <c:pt idx="17">
                  <c:v>25000</c:v>
                </c:pt>
                <c:pt idx="18">
                  <c:v>25000</c:v>
                </c:pt>
                <c:pt idx="19">
                  <c:v>25000</c:v>
                </c:pt>
                <c:pt idx="20">
                  <c:v>25000</c:v>
                </c:pt>
                <c:pt idx="21">
                  <c:v>25000</c:v>
                </c:pt>
                <c:pt idx="22">
                  <c:v>25000</c:v>
                </c:pt>
                <c:pt idx="23">
                  <c:v>25000</c:v>
                </c:pt>
                <c:pt idx="24">
                  <c:v>25000</c:v>
                </c:pt>
                <c:pt idx="25">
                  <c:v>25000</c:v>
                </c:pt>
                <c:pt idx="26">
                  <c:v>25000</c:v>
                </c:pt>
                <c:pt idx="27">
                  <c:v>25000</c:v>
                </c:pt>
                <c:pt idx="28">
                  <c:v>25000</c:v>
                </c:pt>
                <c:pt idx="29">
                  <c:v>25000</c:v>
                </c:pt>
                <c:pt idx="30">
                  <c:v>25000</c:v>
                </c:pt>
                <c:pt idx="31">
                  <c:v>25000</c:v>
                </c:pt>
                <c:pt idx="32">
                  <c:v>25000</c:v>
                </c:pt>
                <c:pt idx="33">
                  <c:v>25000</c:v>
                </c:pt>
                <c:pt idx="34">
                  <c:v>25000</c:v>
                </c:pt>
                <c:pt idx="35">
                  <c:v>25000</c:v>
                </c:pt>
                <c:pt idx="36">
                  <c:v>25000</c:v>
                </c:pt>
                <c:pt idx="37">
                  <c:v>25000</c:v>
                </c:pt>
                <c:pt idx="38">
                  <c:v>25000</c:v>
                </c:pt>
                <c:pt idx="39">
                  <c:v>25000</c:v>
                </c:pt>
                <c:pt idx="40">
                  <c:v>25000</c:v>
                </c:pt>
                <c:pt idx="41">
                  <c:v>25000</c:v>
                </c:pt>
                <c:pt idx="42">
                  <c:v>25000</c:v>
                </c:pt>
                <c:pt idx="43">
                  <c:v>24830</c:v>
                </c:pt>
                <c:pt idx="44">
                  <c:v>23972</c:v>
                </c:pt>
                <c:pt idx="45">
                  <c:v>23345</c:v>
                </c:pt>
                <c:pt idx="46">
                  <c:v>22452</c:v>
                </c:pt>
                <c:pt idx="47">
                  <c:v>21775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26-4611-8FCD-CBB4A234A66B}"/>
            </c:ext>
          </c:extLst>
        </c:ser>
        <c:ser>
          <c:idx val="1"/>
          <c:order val="1"/>
          <c:tx>
            <c:strRef>
              <c:f>congestion_management!$D$1</c:f>
              <c:strCache>
                <c:ptCount val="1"/>
                <c:pt idx="0">
                  <c:v>Shaving</c:v>
                </c:pt>
              </c:strCache>
            </c:strRef>
          </c:tx>
          <c:spPr>
            <a:solidFill>
              <a:srgbClr val="156082"/>
            </a:solidFill>
            <a:ln>
              <a:noFill/>
            </a:ln>
            <a:effectLst/>
          </c:spPr>
          <c:val>
            <c:numRef>
              <c:f>congestion_management!$D$2:$D$49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1266</c:v>
                </c:pt>
                <c:pt idx="18">
                  <c:v>2949</c:v>
                </c:pt>
                <c:pt idx="19">
                  <c:v>3948</c:v>
                </c:pt>
                <c:pt idx="20">
                  <c:v>5078</c:v>
                </c:pt>
                <c:pt idx="21">
                  <c:v>5652</c:v>
                </c:pt>
                <c:pt idx="22">
                  <c:v>6352</c:v>
                </c:pt>
                <c:pt idx="23">
                  <c:v>7291</c:v>
                </c:pt>
                <c:pt idx="24">
                  <c:v>8436</c:v>
                </c:pt>
                <c:pt idx="25">
                  <c:v>9189</c:v>
                </c:pt>
                <c:pt idx="26">
                  <c:v>9401</c:v>
                </c:pt>
                <c:pt idx="27">
                  <c:v>9063</c:v>
                </c:pt>
                <c:pt idx="28">
                  <c:v>8487</c:v>
                </c:pt>
                <c:pt idx="29">
                  <c:v>7548</c:v>
                </c:pt>
                <c:pt idx="30">
                  <c:v>6795</c:v>
                </c:pt>
                <c:pt idx="31">
                  <c:v>6064</c:v>
                </c:pt>
                <c:pt idx="32">
                  <c:v>5810</c:v>
                </c:pt>
                <c:pt idx="33">
                  <c:v>5214</c:v>
                </c:pt>
                <c:pt idx="34">
                  <c:v>4478</c:v>
                </c:pt>
                <c:pt idx="35">
                  <c:v>3690</c:v>
                </c:pt>
                <c:pt idx="36">
                  <c:v>3077</c:v>
                </c:pt>
                <c:pt idx="37">
                  <c:v>2591</c:v>
                </c:pt>
                <c:pt idx="38">
                  <c:v>2114</c:v>
                </c:pt>
                <c:pt idx="39">
                  <c:v>1613</c:v>
                </c:pt>
                <c:pt idx="40">
                  <c:v>1279</c:v>
                </c:pt>
                <c:pt idx="41">
                  <c:v>1028</c:v>
                </c:pt>
                <c:pt idx="42">
                  <c:v>500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26-4611-8FCD-CBB4A234A6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4227071"/>
        <c:axId val="57032127"/>
      </c:areaChart>
      <c:catAx>
        <c:axId val="1254227071"/>
        <c:scaling>
          <c:orientation val="minMax"/>
        </c:scaling>
        <c:delete val="1"/>
        <c:axPos val="b"/>
        <c:majorTickMark val="out"/>
        <c:minorTickMark val="none"/>
        <c:tickLblPos val="nextTo"/>
        <c:crossAx val="57032127"/>
        <c:crosses val="autoZero"/>
        <c:auto val="1"/>
        <c:lblAlgn val="ctr"/>
        <c:lblOffset val="100"/>
        <c:noMultiLvlLbl val="0"/>
      </c:catAx>
      <c:valAx>
        <c:axId val="57032127"/>
        <c:scaling>
          <c:orientation val="minMax"/>
          <c:max val="35000"/>
        </c:scaling>
        <c:delete val="1"/>
        <c:axPos val="l"/>
        <c:numFmt formatCode="General" sourceLinked="1"/>
        <c:majorTickMark val="none"/>
        <c:minorTickMark val="none"/>
        <c:tickLblPos val="nextTo"/>
        <c:crossAx val="12542270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areaChart>
        <c:grouping val="stacked"/>
        <c:varyColors val="0"/>
        <c:ser>
          <c:idx val="0"/>
          <c:order val="0"/>
          <c:tx>
            <c:strRef>
              <c:f>power_balancing!$B$1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val>
            <c:numRef>
              <c:f>power_balancing!$B$2:$B$577</c:f>
              <c:numCache>
                <c:formatCode>General</c:formatCode>
                <c:ptCount val="576"/>
                <c:pt idx="0">
                  <c:v>4117</c:v>
                </c:pt>
                <c:pt idx="1">
                  <c:v>4281</c:v>
                </c:pt>
                <c:pt idx="2">
                  <c:v>4239</c:v>
                </c:pt>
                <c:pt idx="3">
                  <c:v>4259</c:v>
                </c:pt>
                <c:pt idx="4">
                  <c:v>4443</c:v>
                </c:pt>
                <c:pt idx="5">
                  <c:v>4702</c:v>
                </c:pt>
                <c:pt idx="6">
                  <c:v>4873</c:v>
                </c:pt>
                <c:pt idx="7">
                  <c:v>5018</c:v>
                </c:pt>
                <c:pt idx="8">
                  <c:v>5485</c:v>
                </c:pt>
                <c:pt idx="9">
                  <c:v>5216</c:v>
                </c:pt>
                <c:pt idx="10">
                  <c:v>5507</c:v>
                </c:pt>
                <c:pt idx="11">
                  <c:v>6078</c:v>
                </c:pt>
                <c:pt idx="12">
                  <c:v>6384</c:v>
                </c:pt>
                <c:pt idx="13">
                  <c:v>6525</c:v>
                </c:pt>
                <c:pt idx="14">
                  <c:v>6743</c:v>
                </c:pt>
                <c:pt idx="15">
                  <c:v>6784</c:v>
                </c:pt>
                <c:pt idx="16">
                  <c:v>6701</c:v>
                </c:pt>
                <c:pt idx="17">
                  <c:v>6956</c:v>
                </c:pt>
                <c:pt idx="18">
                  <c:v>7028</c:v>
                </c:pt>
                <c:pt idx="19">
                  <c:v>6841</c:v>
                </c:pt>
                <c:pt idx="20">
                  <c:v>7071</c:v>
                </c:pt>
                <c:pt idx="21">
                  <c:v>7022</c:v>
                </c:pt>
                <c:pt idx="22">
                  <c:v>7440</c:v>
                </c:pt>
                <c:pt idx="23">
                  <c:v>8042</c:v>
                </c:pt>
                <c:pt idx="24">
                  <c:v>8210</c:v>
                </c:pt>
                <c:pt idx="25">
                  <c:v>8484</c:v>
                </c:pt>
                <c:pt idx="26">
                  <c:v>8991</c:v>
                </c:pt>
                <c:pt idx="27">
                  <c:v>9232</c:v>
                </c:pt>
                <c:pt idx="28">
                  <c:v>9270</c:v>
                </c:pt>
                <c:pt idx="29">
                  <c:v>9479</c:v>
                </c:pt>
                <c:pt idx="30">
                  <c:v>9654</c:v>
                </c:pt>
                <c:pt idx="31">
                  <c:v>10065</c:v>
                </c:pt>
                <c:pt idx="32">
                  <c:v>10151</c:v>
                </c:pt>
                <c:pt idx="33">
                  <c:v>10123</c:v>
                </c:pt>
                <c:pt idx="34">
                  <c:v>9943</c:v>
                </c:pt>
                <c:pt idx="35">
                  <c:v>9949</c:v>
                </c:pt>
                <c:pt idx="36">
                  <c:v>10196</c:v>
                </c:pt>
                <c:pt idx="37">
                  <c:v>10607</c:v>
                </c:pt>
                <c:pt idx="38">
                  <c:v>10593</c:v>
                </c:pt>
                <c:pt idx="39">
                  <c:v>10486</c:v>
                </c:pt>
                <c:pt idx="40">
                  <c:v>10580</c:v>
                </c:pt>
                <c:pt idx="41">
                  <c:v>10654</c:v>
                </c:pt>
                <c:pt idx="42">
                  <c:v>10384</c:v>
                </c:pt>
                <c:pt idx="43">
                  <c:v>10604</c:v>
                </c:pt>
                <c:pt idx="44">
                  <c:v>10364</c:v>
                </c:pt>
                <c:pt idx="45">
                  <c:v>10386</c:v>
                </c:pt>
                <c:pt idx="46">
                  <c:v>10345</c:v>
                </c:pt>
                <c:pt idx="47">
                  <c:v>10397</c:v>
                </c:pt>
                <c:pt idx="48">
                  <c:v>10336</c:v>
                </c:pt>
                <c:pt idx="49">
                  <c:v>10320</c:v>
                </c:pt>
                <c:pt idx="50">
                  <c:v>10088</c:v>
                </c:pt>
                <c:pt idx="51">
                  <c:v>9944</c:v>
                </c:pt>
                <c:pt idx="52">
                  <c:v>9787</c:v>
                </c:pt>
                <c:pt idx="53">
                  <c:v>9750</c:v>
                </c:pt>
                <c:pt idx="54">
                  <c:v>9724</c:v>
                </c:pt>
                <c:pt idx="55">
                  <c:v>9819</c:v>
                </c:pt>
                <c:pt idx="56">
                  <c:v>9847</c:v>
                </c:pt>
                <c:pt idx="57">
                  <c:v>9774</c:v>
                </c:pt>
                <c:pt idx="58">
                  <c:v>9654</c:v>
                </c:pt>
                <c:pt idx="59">
                  <c:v>9497</c:v>
                </c:pt>
                <c:pt idx="60">
                  <c:v>9595</c:v>
                </c:pt>
                <c:pt idx="61">
                  <c:v>10020</c:v>
                </c:pt>
                <c:pt idx="62">
                  <c:v>9981</c:v>
                </c:pt>
                <c:pt idx="63">
                  <c:v>9983</c:v>
                </c:pt>
                <c:pt idx="64">
                  <c:v>9933</c:v>
                </c:pt>
                <c:pt idx="65">
                  <c:v>9951</c:v>
                </c:pt>
                <c:pt idx="66">
                  <c:v>9669</c:v>
                </c:pt>
                <c:pt idx="67">
                  <c:v>9222</c:v>
                </c:pt>
                <c:pt idx="68">
                  <c:v>8769</c:v>
                </c:pt>
                <c:pt idx="69">
                  <c:v>8696</c:v>
                </c:pt>
                <c:pt idx="70">
                  <c:v>8609</c:v>
                </c:pt>
                <c:pt idx="71">
                  <c:v>8617</c:v>
                </c:pt>
                <c:pt idx="72">
                  <c:v>8485</c:v>
                </c:pt>
                <c:pt idx="73">
                  <c:v>8205</c:v>
                </c:pt>
                <c:pt idx="74">
                  <c:v>8452</c:v>
                </c:pt>
                <c:pt idx="75">
                  <c:v>8575</c:v>
                </c:pt>
                <c:pt idx="76">
                  <c:v>8578</c:v>
                </c:pt>
                <c:pt idx="77">
                  <c:v>8497</c:v>
                </c:pt>
                <c:pt idx="78">
                  <c:v>8278</c:v>
                </c:pt>
                <c:pt idx="79">
                  <c:v>8221</c:v>
                </c:pt>
                <c:pt idx="80">
                  <c:v>7988</c:v>
                </c:pt>
                <c:pt idx="81">
                  <c:v>7513</c:v>
                </c:pt>
                <c:pt idx="82">
                  <c:v>7358</c:v>
                </c:pt>
                <c:pt idx="83">
                  <c:v>6651</c:v>
                </c:pt>
                <c:pt idx="84">
                  <c:v>6286</c:v>
                </c:pt>
                <c:pt idx="85">
                  <c:v>6097</c:v>
                </c:pt>
                <c:pt idx="86">
                  <c:v>5748</c:v>
                </c:pt>
                <c:pt idx="87">
                  <c:v>5569</c:v>
                </c:pt>
                <c:pt idx="88">
                  <c:v>5663</c:v>
                </c:pt>
                <c:pt idx="89">
                  <c:v>5443</c:v>
                </c:pt>
                <c:pt idx="90">
                  <c:v>5134</c:v>
                </c:pt>
                <c:pt idx="91">
                  <c:v>4911</c:v>
                </c:pt>
                <c:pt idx="92">
                  <c:v>4817</c:v>
                </c:pt>
                <c:pt idx="93">
                  <c:v>4521</c:v>
                </c:pt>
                <c:pt idx="94">
                  <c:v>3855</c:v>
                </c:pt>
                <c:pt idx="95">
                  <c:v>3445</c:v>
                </c:pt>
                <c:pt idx="96">
                  <c:v>3187</c:v>
                </c:pt>
                <c:pt idx="97">
                  <c:v>3001</c:v>
                </c:pt>
                <c:pt idx="98">
                  <c:v>2905</c:v>
                </c:pt>
                <c:pt idx="99">
                  <c:v>2686</c:v>
                </c:pt>
                <c:pt idx="100">
                  <c:v>2561</c:v>
                </c:pt>
                <c:pt idx="101">
                  <c:v>2505</c:v>
                </c:pt>
                <c:pt idx="102">
                  <c:v>2436</c:v>
                </c:pt>
                <c:pt idx="103">
                  <c:v>2392</c:v>
                </c:pt>
                <c:pt idx="104">
                  <c:v>2511</c:v>
                </c:pt>
                <c:pt idx="105">
                  <c:v>2353</c:v>
                </c:pt>
                <c:pt idx="106">
                  <c:v>2305</c:v>
                </c:pt>
                <c:pt idx="107">
                  <c:v>2335</c:v>
                </c:pt>
                <c:pt idx="108">
                  <c:v>2323</c:v>
                </c:pt>
                <c:pt idx="109">
                  <c:v>2378</c:v>
                </c:pt>
                <c:pt idx="110">
                  <c:v>2355</c:v>
                </c:pt>
                <c:pt idx="111">
                  <c:v>2461</c:v>
                </c:pt>
                <c:pt idx="112">
                  <c:v>2618</c:v>
                </c:pt>
                <c:pt idx="113">
                  <c:v>2492</c:v>
                </c:pt>
                <c:pt idx="114">
                  <c:v>2429</c:v>
                </c:pt>
                <c:pt idx="115">
                  <c:v>2501</c:v>
                </c:pt>
                <c:pt idx="116">
                  <c:v>2573</c:v>
                </c:pt>
                <c:pt idx="117">
                  <c:v>2655</c:v>
                </c:pt>
                <c:pt idx="118">
                  <c:v>2690</c:v>
                </c:pt>
                <c:pt idx="119">
                  <c:v>2910</c:v>
                </c:pt>
                <c:pt idx="120">
                  <c:v>3071</c:v>
                </c:pt>
                <c:pt idx="121">
                  <c:v>2941</c:v>
                </c:pt>
                <c:pt idx="122">
                  <c:v>2698</c:v>
                </c:pt>
                <c:pt idx="123">
                  <c:v>2600</c:v>
                </c:pt>
                <c:pt idx="124">
                  <c:v>2549</c:v>
                </c:pt>
                <c:pt idx="125">
                  <c:v>2402</c:v>
                </c:pt>
                <c:pt idx="126">
                  <c:v>2494</c:v>
                </c:pt>
                <c:pt idx="127">
                  <c:v>2434</c:v>
                </c:pt>
                <c:pt idx="128">
                  <c:v>2488</c:v>
                </c:pt>
                <c:pt idx="129">
                  <c:v>2517</c:v>
                </c:pt>
                <c:pt idx="130">
                  <c:v>2534</c:v>
                </c:pt>
                <c:pt idx="131">
                  <c:v>2390</c:v>
                </c:pt>
                <c:pt idx="132">
                  <c:v>2327</c:v>
                </c:pt>
                <c:pt idx="133">
                  <c:v>2423</c:v>
                </c:pt>
                <c:pt idx="134">
                  <c:v>2400</c:v>
                </c:pt>
                <c:pt idx="135">
                  <c:v>2421</c:v>
                </c:pt>
                <c:pt idx="136">
                  <c:v>2376</c:v>
                </c:pt>
                <c:pt idx="137">
                  <c:v>2442</c:v>
                </c:pt>
                <c:pt idx="138">
                  <c:v>2383</c:v>
                </c:pt>
                <c:pt idx="139">
                  <c:v>2321</c:v>
                </c:pt>
                <c:pt idx="140">
                  <c:v>2227</c:v>
                </c:pt>
                <c:pt idx="141">
                  <c:v>2174</c:v>
                </c:pt>
                <c:pt idx="142">
                  <c:v>1976</c:v>
                </c:pt>
                <c:pt idx="143">
                  <c:v>1913</c:v>
                </c:pt>
                <c:pt idx="144">
                  <c:v>1977</c:v>
                </c:pt>
                <c:pt idx="145">
                  <c:v>1824</c:v>
                </c:pt>
                <c:pt idx="146">
                  <c:v>1856</c:v>
                </c:pt>
                <c:pt idx="147">
                  <c:v>1737</c:v>
                </c:pt>
                <c:pt idx="148">
                  <c:v>1672</c:v>
                </c:pt>
                <c:pt idx="149">
                  <c:v>1541</c:v>
                </c:pt>
                <c:pt idx="150">
                  <c:v>1218</c:v>
                </c:pt>
                <c:pt idx="151">
                  <c:v>1049</c:v>
                </c:pt>
                <c:pt idx="152">
                  <c:v>957</c:v>
                </c:pt>
                <c:pt idx="153">
                  <c:v>903</c:v>
                </c:pt>
                <c:pt idx="154">
                  <c:v>873</c:v>
                </c:pt>
                <c:pt idx="155">
                  <c:v>838</c:v>
                </c:pt>
                <c:pt idx="156">
                  <c:v>801</c:v>
                </c:pt>
                <c:pt idx="157">
                  <c:v>734</c:v>
                </c:pt>
                <c:pt idx="158">
                  <c:v>715</c:v>
                </c:pt>
                <c:pt idx="159">
                  <c:v>677</c:v>
                </c:pt>
                <c:pt idx="160">
                  <c:v>662</c:v>
                </c:pt>
                <c:pt idx="161">
                  <c:v>631</c:v>
                </c:pt>
                <c:pt idx="162">
                  <c:v>699</c:v>
                </c:pt>
                <c:pt idx="163">
                  <c:v>746</c:v>
                </c:pt>
                <c:pt idx="164">
                  <c:v>716</c:v>
                </c:pt>
                <c:pt idx="165">
                  <c:v>609</c:v>
                </c:pt>
                <c:pt idx="166">
                  <c:v>623</c:v>
                </c:pt>
                <c:pt idx="167">
                  <c:v>676</c:v>
                </c:pt>
                <c:pt idx="168">
                  <c:v>712</c:v>
                </c:pt>
                <c:pt idx="169">
                  <c:v>769</c:v>
                </c:pt>
                <c:pt idx="170">
                  <c:v>785</c:v>
                </c:pt>
                <c:pt idx="171">
                  <c:v>742</c:v>
                </c:pt>
                <c:pt idx="172">
                  <c:v>641</c:v>
                </c:pt>
                <c:pt idx="173">
                  <c:v>748</c:v>
                </c:pt>
                <c:pt idx="174">
                  <c:v>810</c:v>
                </c:pt>
                <c:pt idx="175">
                  <c:v>959</c:v>
                </c:pt>
                <c:pt idx="176">
                  <c:v>1140</c:v>
                </c:pt>
                <c:pt idx="177">
                  <c:v>1312</c:v>
                </c:pt>
                <c:pt idx="178">
                  <c:v>1500</c:v>
                </c:pt>
                <c:pt idx="179">
                  <c:v>1747</c:v>
                </c:pt>
                <c:pt idx="180">
                  <c:v>1965</c:v>
                </c:pt>
                <c:pt idx="181">
                  <c:v>1991</c:v>
                </c:pt>
                <c:pt idx="182">
                  <c:v>1965</c:v>
                </c:pt>
                <c:pt idx="183">
                  <c:v>2029</c:v>
                </c:pt>
                <c:pt idx="184">
                  <c:v>2052</c:v>
                </c:pt>
                <c:pt idx="185">
                  <c:v>2050</c:v>
                </c:pt>
                <c:pt idx="186">
                  <c:v>1948</c:v>
                </c:pt>
                <c:pt idx="187">
                  <c:v>1835</c:v>
                </c:pt>
                <c:pt idx="188">
                  <c:v>1842</c:v>
                </c:pt>
                <c:pt idx="189">
                  <c:v>1860</c:v>
                </c:pt>
                <c:pt idx="190">
                  <c:v>1900</c:v>
                </c:pt>
                <c:pt idx="191">
                  <c:v>1843</c:v>
                </c:pt>
                <c:pt idx="192">
                  <c:v>1748</c:v>
                </c:pt>
                <c:pt idx="193">
                  <c:v>1783</c:v>
                </c:pt>
                <c:pt idx="194">
                  <c:v>1852</c:v>
                </c:pt>
                <c:pt idx="195">
                  <c:v>1887</c:v>
                </c:pt>
                <c:pt idx="196">
                  <c:v>1942</c:v>
                </c:pt>
                <c:pt idx="197">
                  <c:v>1843</c:v>
                </c:pt>
                <c:pt idx="198">
                  <c:v>1662</c:v>
                </c:pt>
                <c:pt idx="199">
                  <c:v>1616</c:v>
                </c:pt>
                <c:pt idx="200">
                  <c:v>1545</c:v>
                </c:pt>
                <c:pt idx="201">
                  <c:v>1546</c:v>
                </c:pt>
                <c:pt idx="202">
                  <c:v>1478</c:v>
                </c:pt>
                <c:pt idx="203">
                  <c:v>1416</c:v>
                </c:pt>
                <c:pt idx="204">
                  <c:v>1481</c:v>
                </c:pt>
                <c:pt idx="205">
                  <c:v>1584</c:v>
                </c:pt>
                <c:pt idx="206">
                  <c:v>1682</c:v>
                </c:pt>
                <c:pt idx="207">
                  <c:v>1704</c:v>
                </c:pt>
                <c:pt idx="208">
                  <c:v>1764</c:v>
                </c:pt>
                <c:pt idx="209">
                  <c:v>1736</c:v>
                </c:pt>
                <c:pt idx="210">
                  <c:v>1613</c:v>
                </c:pt>
                <c:pt idx="211">
                  <c:v>1518</c:v>
                </c:pt>
                <c:pt idx="212">
                  <c:v>1543</c:v>
                </c:pt>
                <c:pt idx="213">
                  <c:v>1506</c:v>
                </c:pt>
                <c:pt idx="214">
                  <c:v>1389</c:v>
                </c:pt>
                <c:pt idx="215">
                  <c:v>1284</c:v>
                </c:pt>
                <c:pt idx="216">
                  <c:v>1196</c:v>
                </c:pt>
                <c:pt idx="217">
                  <c:v>1156</c:v>
                </c:pt>
                <c:pt idx="218">
                  <c:v>1044</c:v>
                </c:pt>
                <c:pt idx="219">
                  <c:v>917</c:v>
                </c:pt>
                <c:pt idx="220">
                  <c:v>951</c:v>
                </c:pt>
                <c:pt idx="221">
                  <c:v>964</c:v>
                </c:pt>
                <c:pt idx="222">
                  <c:v>972</c:v>
                </c:pt>
                <c:pt idx="223">
                  <c:v>998</c:v>
                </c:pt>
                <c:pt idx="224">
                  <c:v>1110</c:v>
                </c:pt>
                <c:pt idx="225">
                  <c:v>1136</c:v>
                </c:pt>
                <c:pt idx="226">
                  <c:v>1167</c:v>
                </c:pt>
                <c:pt idx="227">
                  <c:v>1114</c:v>
                </c:pt>
                <c:pt idx="228">
                  <c:v>1094</c:v>
                </c:pt>
                <c:pt idx="229">
                  <c:v>1102</c:v>
                </c:pt>
                <c:pt idx="230">
                  <c:v>1115</c:v>
                </c:pt>
                <c:pt idx="231">
                  <c:v>1081</c:v>
                </c:pt>
                <c:pt idx="232">
                  <c:v>1045</c:v>
                </c:pt>
                <c:pt idx="233">
                  <c:v>1014</c:v>
                </c:pt>
                <c:pt idx="234">
                  <c:v>908</c:v>
                </c:pt>
                <c:pt idx="235">
                  <c:v>871</c:v>
                </c:pt>
                <c:pt idx="236">
                  <c:v>897</c:v>
                </c:pt>
                <c:pt idx="237">
                  <c:v>803</c:v>
                </c:pt>
                <c:pt idx="238">
                  <c:v>760</c:v>
                </c:pt>
                <c:pt idx="239">
                  <c:v>770</c:v>
                </c:pt>
                <c:pt idx="240">
                  <c:v>826</c:v>
                </c:pt>
                <c:pt idx="241">
                  <c:v>855</c:v>
                </c:pt>
                <c:pt idx="242">
                  <c:v>818</c:v>
                </c:pt>
                <c:pt idx="243">
                  <c:v>742</c:v>
                </c:pt>
                <c:pt idx="244">
                  <c:v>710</c:v>
                </c:pt>
                <c:pt idx="245">
                  <c:v>660</c:v>
                </c:pt>
                <c:pt idx="246">
                  <c:v>674</c:v>
                </c:pt>
                <c:pt idx="247">
                  <c:v>708</c:v>
                </c:pt>
                <c:pt idx="248">
                  <c:v>744</c:v>
                </c:pt>
                <c:pt idx="249">
                  <c:v>829</c:v>
                </c:pt>
                <c:pt idx="250">
                  <c:v>937</c:v>
                </c:pt>
                <c:pt idx="251">
                  <c:v>1080</c:v>
                </c:pt>
                <c:pt idx="252">
                  <c:v>1052</c:v>
                </c:pt>
                <c:pt idx="253">
                  <c:v>1026</c:v>
                </c:pt>
                <c:pt idx="254">
                  <c:v>973</c:v>
                </c:pt>
                <c:pt idx="255">
                  <c:v>955</c:v>
                </c:pt>
                <c:pt idx="256">
                  <c:v>967</c:v>
                </c:pt>
                <c:pt idx="257">
                  <c:v>1045</c:v>
                </c:pt>
                <c:pt idx="258">
                  <c:v>1200</c:v>
                </c:pt>
                <c:pt idx="259">
                  <c:v>1358</c:v>
                </c:pt>
                <c:pt idx="260">
                  <c:v>1356</c:v>
                </c:pt>
                <c:pt idx="261">
                  <c:v>1358</c:v>
                </c:pt>
                <c:pt idx="262">
                  <c:v>1418</c:v>
                </c:pt>
                <c:pt idx="263">
                  <c:v>1499</c:v>
                </c:pt>
                <c:pt idx="264">
                  <c:v>1644</c:v>
                </c:pt>
                <c:pt idx="265">
                  <c:v>1841</c:v>
                </c:pt>
                <c:pt idx="266">
                  <c:v>1877</c:v>
                </c:pt>
                <c:pt idx="267">
                  <c:v>2000</c:v>
                </c:pt>
                <c:pt idx="268">
                  <c:v>2062</c:v>
                </c:pt>
                <c:pt idx="269">
                  <c:v>2225</c:v>
                </c:pt>
                <c:pt idx="270">
                  <c:v>2297</c:v>
                </c:pt>
                <c:pt idx="271">
                  <c:v>2395</c:v>
                </c:pt>
                <c:pt idx="272">
                  <c:v>2763</c:v>
                </c:pt>
                <c:pt idx="273">
                  <c:v>2960</c:v>
                </c:pt>
                <c:pt idx="274">
                  <c:v>3077</c:v>
                </c:pt>
                <c:pt idx="275">
                  <c:v>2841</c:v>
                </c:pt>
                <c:pt idx="276">
                  <c:v>2682</c:v>
                </c:pt>
                <c:pt idx="277">
                  <c:v>2586</c:v>
                </c:pt>
                <c:pt idx="278">
                  <c:v>2659</c:v>
                </c:pt>
                <c:pt idx="279">
                  <c:v>3003</c:v>
                </c:pt>
                <c:pt idx="280">
                  <c:v>3044</c:v>
                </c:pt>
                <c:pt idx="281">
                  <c:v>3063</c:v>
                </c:pt>
                <c:pt idx="282">
                  <c:v>3191</c:v>
                </c:pt>
                <c:pt idx="283">
                  <c:v>3317</c:v>
                </c:pt>
                <c:pt idx="284">
                  <c:v>3238</c:v>
                </c:pt>
                <c:pt idx="285">
                  <c:v>3142</c:v>
                </c:pt>
                <c:pt idx="286">
                  <c:v>3037</c:v>
                </c:pt>
                <c:pt idx="287">
                  <c:v>2902</c:v>
                </c:pt>
                <c:pt idx="288">
                  <c:v>2821</c:v>
                </c:pt>
                <c:pt idx="289">
                  <c:v>2812</c:v>
                </c:pt>
                <c:pt idx="290">
                  <c:v>2692</c:v>
                </c:pt>
                <c:pt idx="291">
                  <c:v>2503</c:v>
                </c:pt>
                <c:pt idx="292">
                  <c:v>2308</c:v>
                </c:pt>
                <c:pt idx="293">
                  <c:v>2107</c:v>
                </c:pt>
                <c:pt idx="294">
                  <c:v>2053</c:v>
                </c:pt>
                <c:pt idx="295">
                  <c:v>1908</c:v>
                </c:pt>
                <c:pt idx="296">
                  <c:v>1788</c:v>
                </c:pt>
                <c:pt idx="297">
                  <c:v>1677</c:v>
                </c:pt>
                <c:pt idx="298">
                  <c:v>1569</c:v>
                </c:pt>
                <c:pt idx="299">
                  <c:v>1647</c:v>
                </c:pt>
                <c:pt idx="300">
                  <c:v>1613</c:v>
                </c:pt>
                <c:pt idx="301">
                  <c:v>1509</c:v>
                </c:pt>
                <c:pt idx="302">
                  <c:v>1475</c:v>
                </c:pt>
                <c:pt idx="303">
                  <c:v>1412</c:v>
                </c:pt>
                <c:pt idx="304">
                  <c:v>1557</c:v>
                </c:pt>
                <c:pt idx="305">
                  <c:v>1522</c:v>
                </c:pt>
                <c:pt idx="306">
                  <c:v>1431</c:v>
                </c:pt>
                <c:pt idx="307">
                  <c:v>1367</c:v>
                </c:pt>
                <c:pt idx="308">
                  <c:v>1356</c:v>
                </c:pt>
                <c:pt idx="309">
                  <c:v>1279</c:v>
                </c:pt>
                <c:pt idx="310">
                  <c:v>1286</c:v>
                </c:pt>
                <c:pt idx="311">
                  <c:v>1242</c:v>
                </c:pt>
                <c:pt idx="312">
                  <c:v>1184</c:v>
                </c:pt>
                <c:pt idx="313">
                  <c:v>1142</c:v>
                </c:pt>
                <c:pt idx="314">
                  <c:v>1151</c:v>
                </c:pt>
                <c:pt idx="315">
                  <c:v>1193</c:v>
                </c:pt>
                <c:pt idx="316">
                  <c:v>1258</c:v>
                </c:pt>
                <c:pt idx="317">
                  <c:v>1243</c:v>
                </c:pt>
                <c:pt idx="318">
                  <c:v>1218</c:v>
                </c:pt>
                <c:pt idx="319">
                  <c:v>1300</c:v>
                </c:pt>
                <c:pt idx="320">
                  <c:v>1323</c:v>
                </c:pt>
                <c:pt idx="321">
                  <c:v>1307</c:v>
                </c:pt>
                <c:pt idx="322">
                  <c:v>1369</c:v>
                </c:pt>
                <c:pt idx="323">
                  <c:v>1360</c:v>
                </c:pt>
                <c:pt idx="324">
                  <c:v>1300</c:v>
                </c:pt>
                <c:pt idx="325">
                  <c:v>1354</c:v>
                </c:pt>
                <c:pt idx="326">
                  <c:v>1369</c:v>
                </c:pt>
                <c:pt idx="327">
                  <c:v>1230</c:v>
                </c:pt>
                <c:pt idx="328">
                  <c:v>1114</c:v>
                </c:pt>
                <c:pt idx="329">
                  <c:v>1087</c:v>
                </c:pt>
                <c:pt idx="330">
                  <c:v>1112</c:v>
                </c:pt>
                <c:pt idx="331">
                  <c:v>1029</c:v>
                </c:pt>
                <c:pt idx="332">
                  <c:v>988</c:v>
                </c:pt>
                <c:pt idx="333">
                  <c:v>967</c:v>
                </c:pt>
                <c:pt idx="334">
                  <c:v>946</c:v>
                </c:pt>
                <c:pt idx="335">
                  <c:v>865</c:v>
                </c:pt>
                <c:pt idx="336">
                  <c:v>826</c:v>
                </c:pt>
                <c:pt idx="337">
                  <c:v>754</c:v>
                </c:pt>
                <c:pt idx="338">
                  <c:v>743</c:v>
                </c:pt>
                <c:pt idx="339">
                  <c:v>746</c:v>
                </c:pt>
                <c:pt idx="340">
                  <c:v>752</c:v>
                </c:pt>
                <c:pt idx="341">
                  <c:v>740</c:v>
                </c:pt>
                <c:pt idx="342">
                  <c:v>718</c:v>
                </c:pt>
                <c:pt idx="343">
                  <c:v>693</c:v>
                </c:pt>
                <c:pt idx="344">
                  <c:v>680</c:v>
                </c:pt>
                <c:pt idx="345">
                  <c:v>647</c:v>
                </c:pt>
                <c:pt idx="346">
                  <c:v>655</c:v>
                </c:pt>
                <c:pt idx="347">
                  <c:v>686</c:v>
                </c:pt>
                <c:pt idx="348">
                  <c:v>684</c:v>
                </c:pt>
                <c:pt idx="349">
                  <c:v>748</c:v>
                </c:pt>
                <c:pt idx="350">
                  <c:v>774</c:v>
                </c:pt>
                <c:pt idx="351">
                  <c:v>765</c:v>
                </c:pt>
                <c:pt idx="352">
                  <c:v>858</c:v>
                </c:pt>
                <c:pt idx="353">
                  <c:v>971</c:v>
                </c:pt>
                <c:pt idx="354">
                  <c:v>1078</c:v>
                </c:pt>
                <c:pt idx="355">
                  <c:v>1078</c:v>
                </c:pt>
                <c:pt idx="356">
                  <c:v>971</c:v>
                </c:pt>
                <c:pt idx="357">
                  <c:v>845</c:v>
                </c:pt>
                <c:pt idx="358">
                  <c:v>795</c:v>
                </c:pt>
                <c:pt idx="359">
                  <c:v>747</c:v>
                </c:pt>
                <c:pt idx="360">
                  <c:v>698</c:v>
                </c:pt>
                <c:pt idx="361">
                  <c:v>753</c:v>
                </c:pt>
                <c:pt idx="362">
                  <c:v>768</c:v>
                </c:pt>
                <c:pt idx="363">
                  <c:v>712</c:v>
                </c:pt>
                <c:pt idx="364">
                  <c:v>710</c:v>
                </c:pt>
                <c:pt idx="365">
                  <c:v>728</c:v>
                </c:pt>
                <c:pt idx="366">
                  <c:v>756</c:v>
                </c:pt>
                <c:pt idx="367">
                  <c:v>884</c:v>
                </c:pt>
                <c:pt idx="368">
                  <c:v>1011</c:v>
                </c:pt>
                <c:pt idx="369">
                  <c:v>1097</c:v>
                </c:pt>
                <c:pt idx="370">
                  <c:v>1190</c:v>
                </c:pt>
                <c:pt idx="371">
                  <c:v>1159</c:v>
                </c:pt>
                <c:pt idx="372">
                  <c:v>1139</c:v>
                </c:pt>
                <c:pt idx="373">
                  <c:v>1260</c:v>
                </c:pt>
                <c:pt idx="374">
                  <c:v>1380</c:v>
                </c:pt>
                <c:pt idx="375">
                  <c:v>1501</c:v>
                </c:pt>
                <c:pt idx="376">
                  <c:v>1631</c:v>
                </c:pt>
                <c:pt idx="377">
                  <c:v>1761</c:v>
                </c:pt>
                <c:pt idx="378">
                  <c:v>1831</c:v>
                </c:pt>
                <c:pt idx="379">
                  <c:v>1807</c:v>
                </c:pt>
                <c:pt idx="380">
                  <c:v>1881</c:v>
                </c:pt>
                <c:pt idx="381">
                  <c:v>2039</c:v>
                </c:pt>
                <c:pt idx="382">
                  <c:v>2179</c:v>
                </c:pt>
                <c:pt idx="383">
                  <c:v>2264</c:v>
                </c:pt>
                <c:pt idx="384">
                  <c:v>2299</c:v>
                </c:pt>
                <c:pt idx="385">
                  <c:v>2279</c:v>
                </c:pt>
                <c:pt idx="386">
                  <c:v>2227</c:v>
                </c:pt>
                <c:pt idx="387">
                  <c:v>2164</c:v>
                </c:pt>
                <c:pt idx="388">
                  <c:v>2436</c:v>
                </c:pt>
                <c:pt idx="389">
                  <c:v>2742</c:v>
                </c:pt>
                <c:pt idx="390">
                  <c:v>2988</c:v>
                </c:pt>
                <c:pt idx="391">
                  <c:v>3223</c:v>
                </c:pt>
                <c:pt idx="392">
                  <c:v>3420</c:v>
                </c:pt>
                <c:pt idx="393">
                  <c:v>3645</c:v>
                </c:pt>
                <c:pt idx="394">
                  <c:v>3817</c:v>
                </c:pt>
                <c:pt idx="395">
                  <c:v>3869</c:v>
                </c:pt>
                <c:pt idx="396">
                  <c:v>4084</c:v>
                </c:pt>
                <c:pt idx="397">
                  <c:v>4119</c:v>
                </c:pt>
                <c:pt idx="398">
                  <c:v>4058</c:v>
                </c:pt>
                <c:pt idx="399">
                  <c:v>4271</c:v>
                </c:pt>
                <c:pt idx="400">
                  <c:v>4339</c:v>
                </c:pt>
                <c:pt idx="401">
                  <c:v>4592</c:v>
                </c:pt>
                <c:pt idx="402">
                  <c:v>4793</c:v>
                </c:pt>
                <c:pt idx="403">
                  <c:v>4880</c:v>
                </c:pt>
                <c:pt idx="404">
                  <c:v>4944</c:v>
                </c:pt>
                <c:pt idx="405">
                  <c:v>4983</c:v>
                </c:pt>
                <c:pt idx="406">
                  <c:v>4847</c:v>
                </c:pt>
                <c:pt idx="407">
                  <c:v>5088</c:v>
                </c:pt>
                <c:pt idx="408">
                  <c:v>4905</c:v>
                </c:pt>
                <c:pt idx="409">
                  <c:v>5025</c:v>
                </c:pt>
                <c:pt idx="410">
                  <c:v>4972</c:v>
                </c:pt>
                <c:pt idx="411">
                  <c:v>4833</c:v>
                </c:pt>
                <c:pt idx="412">
                  <c:v>5074</c:v>
                </c:pt>
                <c:pt idx="413">
                  <c:v>5478</c:v>
                </c:pt>
                <c:pt idx="414">
                  <c:v>5513</c:v>
                </c:pt>
                <c:pt idx="415">
                  <c:v>5617</c:v>
                </c:pt>
                <c:pt idx="416">
                  <c:v>5824</c:v>
                </c:pt>
                <c:pt idx="417">
                  <c:v>6096</c:v>
                </c:pt>
                <c:pt idx="418">
                  <c:v>6240</c:v>
                </c:pt>
                <c:pt idx="419">
                  <c:v>6336</c:v>
                </c:pt>
                <c:pt idx="420">
                  <c:v>6172</c:v>
                </c:pt>
                <c:pt idx="421">
                  <c:v>6075</c:v>
                </c:pt>
                <c:pt idx="422">
                  <c:v>5855</c:v>
                </c:pt>
                <c:pt idx="423">
                  <c:v>5683</c:v>
                </c:pt>
                <c:pt idx="424">
                  <c:v>5590</c:v>
                </c:pt>
                <c:pt idx="425">
                  <c:v>5571</c:v>
                </c:pt>
                <c:pt idx="426">
                  <c:v>5310</c:v>
                </c:pt>
                <c:pt idx="427">
                  <c:v>4943</c:v>
                </c:pt>
                <c:pt idx="428">
                  <c:v>4531</c:v>
                </c:pt>
                <c:pt idx="429">
                  <c:v>4391</c:v>
                </c:pt>
                <c:pt idx="430">
                  <c:v>4279</c:v>
                </c:pt>
                <c:pt idx="431">
                  <c:v>4206</c:v>
                </c:pt>
                <c:pt idx="432">
                  <c:v>4539</c:v>
                </c:pt>
                <c:pt idx="433">
                  <c:v>4855</c:v>
                </c:pt>
                <c:pt idx="434">
                  <c:v>4677</c:v>
                </c:pt>
                <c:pt idx="435">
                  <c:v>4736</c:v>
                </c:pt>
                <c:pt idx="436">
                  <c:v>4726</c:v>
                </c:pt>
                <c:pt idx="437">
                  <c:v>4887</c:v>
                </c:pt>
                <c:pt idx="438">
                  <c:v>4733</c:v>
                </c:pt>
                <c:pt idx="439">
                  <c:v>4454</c:v>
                </c:pt>
                <c:pt idx="440">
                  <c:v>4411</c:v>
                </c:pt>
                <c:pt idx="441">
                  <c:v>4521</c:v>
                </c:pt>
                <c:pt idx="442">
                  <c:v>4575</c:v>
                </c:pt>
                <c:pt idx="443">
                  <c:v>4634</c:v>
                </c:pt>
                <c:pt idx="444">
                  <c:v>4612</c:v>
                </c:pt>
                <c:pt idx="445">
                  <c:v>4777</c:v>
                </c:pt>
                <c:pt idx="446">
                  <c:v>4816</c:v>
                </c:pt>
                <c:pt idx="447">
                  <c:v>5023</c:v>
                </c:pt>
                <c:pt idx="448">
                  <c:v>5656</c:v>
                </c:pt>
                <c:pt idx="449">
                  <c:v>6461</c:v>
                </c:pt>
                <c:pt idx="450">
                  <c:v>7060</c:v>
                </c:pt>
                <c:pt idx="451">
                  <c:v>7201</c:v>
                </c:pt>
                <c:pt idx="452">
                  <c:v>7176</c:v>
                </c:pt>
                <c:pt idx="453">
                  <c:v>7050</c:v>
                </c:pt>
                <c:pt idx="454">
                  <c:v>6901</c:v>
                </c:pt>
                <c:pt idx="455">
                  <c:v>7089</c:v>
                </c:pt>
                <c:pt idx="456">
                  <c:v>6671</c:v>
                </c:pt>
                <c:pt idx="457">
                  <c:v>6758</c:v>
                </c:pt>
                <c:pt idx="458">
                  <c:v>6677</c:v>
                </c:pt>
                <c:pt idx="459">
                  <c:v>6615</c:v>
                </c:pt>
                <c:pt idx="460">
                  <c:v>7032</c:v>
                </c:pt>
                <c:pt idx="461">
                  <c:v>7455</c:v>
                </c:pt>
                <c:pt idx="462">
                  <c:v>7936</c:v>
                </c:pt>
                <c:pt idx="463">
                  <c:v>8420</c:v>
                </c:pt>
                <c:pt idx="464">
                  <c:v>8689</c:v>
                </c:pt>
                <c:pt idx="465">
                  <c:v>8514</c:v>
                </c:pt>
                <c:pt idx="466">
                  <c:v>8078</c:v>
                </c:pt>
                <c:pt idx="467">
                  <c:v>7796</c:v>
                </c:pt>
                <c:pt idx="468">
                  <c:v>7767</c:v>
                </c:pt>
                <c:pt idx="469">
                  <c:v>7753</c:v>
                </c:pt>
                <c:pt idx="470">
                  <c:v>7770</c:v>
                </c:pt>
                <c:pt idx="471">
                  <c:v>7574</c:v>
                </c:pt>
                <c:pt idx="472">
                  <c:v>7259</c:v>
                </c:pt>
                <c:pt idx="473">
                  <c:v>6994</c:v>
                </c:pt>
                <c:pt idx="474">
                  <c:v>6900</c:v>
                </c:pt>
                <c:pt idx="475">
                  <c:v>6883</c:v>
                </c:pt>
                <c:pt idx="476">
                  <c:v>6917</c:v>
                </c:pt>
                <c:pt idx="477">
                  <c:v>6878</c:v>
                </c:pt>
                <c:pt idx="478">
                  <c:v>7360</c:v>
                </c:pt>
                <c:pt idx="479">
                  <c:v>7558</c:v>
                </c:pt>
                <c:pt idx="480">
                  <c:v>7407</c:v>
                </c:pt>
                <c:pt idx="481">
                  <c:v>7271</c:v>
                </c:pt>
                <c:pt idx="482">
                  <c:v>7079</c:v>
                </c:pt>
                <c:pt idx="483">
                  <c:v>6754</c:v>
                </c:pt>
                <c:pt idx="484">
                  <c:v>6596</c:v>
                </c:pt>
                <c:pt idx="485">
                  <c:v>6693</c:v>
                </c:pt>
                <c:pt idx="486">
                  <c:v>6562</c:v>
                </c:pt>
                <c:pt idx="487">
                  <c:v>6680</c:v>
                </c:pt>
                <c:pt idx="488">
                  <c:v>6478</c:v>
                </c:pt>
                <c:pt idx="489">
                  <c:v>6602</c:v>
                </c:pt>
                <c:pt idx="490">
                  <c:v>6680</c:v>
                </c:pt>
                <c:pt idx="491">
                  <c:v>6407</c:v>
                </c:pt>
                <c:pt idx="492">
                  <c:v>6359</c:v>
                </c:pt>
                <c:pt idx="493">
                  <c:v>5587</c:v>
                </c:pt>
                <c:pt idx="494">
                  <c:v>5458</c:v>
                </c:pt>
                <c:pt idx="495">
                  <c:v>5275</c:v>
                </c:pt>
                <c:pt idx="496">
                  <c:v>5269</c:v>
                </c:pt>
                <c:pt idx="497">
                  <c:v>5245</c:v>
                </c:pt>
                <c:pt idx="498">
                  <c:v>5055</c:v>
                </c:pt>
                <c:pt idx="499">
                  <c:v>5060</c:v>
                </c:pt>
                <c:pt idx="500">
                  <c:v>5036</c:v>
                </c:pt>
                <c:pt idx="501">
                  <c:v>4942</c:v>
                </c:pt>
                <c:pt idx="502">
                  <c:v>4963</c:v>
                </c:pt>
                <c:pt idx="503">
                  <c:v>4952</c:v>
                </c:pt>
                <c:pt idx="504">
                  <c:v>4909</c:v>
                </c:pt>
                <c:pt idx="505">
                  <c:v>5072</c:v>
                </c:pt>
                <c:pt idx="506">
                  <c:v>5699</c:v>
                </c:pt>
                <c:pt idx="507">
                  <c:v>6335</c:v>
                </c:pt>
                <c:pt idx="508">
                  <c:v>6807</c:v>
                </c:pt>
                <c:pt idx="509">
                  <c:v>7312</c:v>
                </c:pt>
                <c:pt idx="510">
                  <c:v>7701</c:v>
                </c:pt>
                <c:pt idx="511">
                  <c:v>7841</c:v>
                </c:pt>
                <c:pt idx="512">
                  <c:v>8032</c:v>
                </c:pt>
                <c:pt idx="513">
                  <c:v>8165</c:v>
                </c:pt>
                <c:pt idx="514">
                  <c:v>8389</c:v>
                </c:pt>
                <c:pt idx="515">
                  <c:v>8728</c:v>
                </c:pt>
                <c:pt idx="516">
                  <c:v>9017</c:v>
                </c:pt>
                <c:pt idx="517">
                  <c:v>9586</c:v>
                </c:pt>
                <c:pt idx="518">
                  <c:v>9902</c:v>
                </c:pt>
                <c:pt idx="519">
                  <c:v>10105</c:v>
                </c:pt>
                <c:pt idx="520">
                  <c:v>9975</c:v>
                </c:pt>
                <c:pt idx="521">
                  <c:v>9959</c:v>
                </c:pt>
                <c:pt idx="522">
                  <c:v>10149</c:v>
                </c:pt>
                <c:pt idx="523">
                  <c:v>10263</c:v>
                </c:pt>
                <c:pt idx="524">
                  <c:v>10181</c:v>
                </c:pt>
                <c:pt idx="525">
                  <c:v>10119</c:v>
                </c:pt>
                <c:pt idx="526">
                  <c:v>10180</c:v>
                </c:pt>
                <c:pt idx="527">
                  <c:v>10067</c:v>
                </c:pt>
                <c:pt idx="528">
                  <c:v>10230</c:v>
                </c:pt>
                <c:pt idx="529">
                  <c:v>10475</c:v>
                </c:pt>
                <c:pt idx="530">
                  <c:v>10610</c:v>
                </c:pt>
                <c:pt idx="531">
                  <c:v>10854</c:v>
                </c:pt>
                <c:pt idx="532">
                  <c:v>10986</c:v>
                </c:pt>
                <c:pt idx="533">
                  <c:v>11092</c:v>
                </c:pt>
                <c:pt idx="534">
                  <c:v>11324</c:v>
                </c:pt>
                <c:pt idx="535">
                  <c:v>11152</c:v>
                </c:pt>
                <c:pt idx="536">
                  <c:v>11084</c:v>
                </c:pt>
                <c:pt idx="537">
                  <c:v>11197</c:v>
                </c:pt>
                <c:pt idx="538">
                  <c:v>11296</c:v>
                </c:pt>
                <c:pt idx="539">
                  <c:v>11326</c:v>
                </c:pt>
                <c:pt idx="540">
                  <c:v>11119</c:v>
                </c:pt>
                <c:pt idx="541">
                  <c:v>11544</c:v>
                </c:pt>
                <c:pt idx="542">
                  <c:v>12061</c:v>
                </c:pt>
                <c:pt idx="543">
                  <c:v>12334</c:v>
                </c:pt>
                <c:pt idx="544">
                  <c:v>12474</c:v>
                </c:pt>
                <c:pt idx="545">
                  <c:v>12418</c:v>
                </c:pt>
                <c:pt idx="546">
                  <c:v>12532</c:v>
                </c:pt>
                <c:pt idx="547">
                  <c:v>12645</c:v>
                </c:pt>
                <c:pt idx="548">
                  <c:v>12656</c:v>
                </c:pt>
                <c:pt idx="549">
                  <c:v>12732</c:v>
                </c:pt>
                <c:pt idx="550">
                  <c:v>12954</c:v>
                </c:pt>
                <c:pt idx="551">
                  <c:v>12935</c:v>
                </c:pt>
                <c:pt idx="552">
                  <c:v>12905</c:v>
                </c:pt>
                <c:pt idx="553">
                  <c:v>12930</c:v>
                </c:pt>
                <c:pt idx="554">
                  <c:v>12862</c:v>
                </c:pt>
                <c:pt idx="555">
                  <c:v>12897</c:v>
                </c:pt>
                <c:pt idx="556">
                  <c:v>13033</c:v>
                </c:pt>
                <c:pt idx="557">
                  <c:v>13126</c:v>
                </c:pt>
                <c:pt idx="558">
                  <c:v>13455</c:v>
                </c:pt>
                <c:pt idx="559">
                  <c:v>13391</c:v>
                </c:pt>
                <c:pt idx="560">
                  <c:v>13191</c:v>
                </c:pt>
                <c:pt idx="561">
                  <c:v>12842</c:v>
                </c:pt>
                <c:pt idx="562">
                  <c:v>12612</c:v>
                </c:pt>
                <c:pt idx="563">
                  <c:v>12459</c:v>
                </c:pt>
                <c:pt idx="564">
                  <c:v>12445</c:v>
                </c:pt>
                <c:pt idx="565">
                  <c:v>12414</c:v>
                </c:pt>
                <c:pt idx="566">
                  <c:v>12270</c:v>
                </c:pt>
                <c:pt idx="567">
                  <c:v>12209</c:v>
                </c:pt>
                <c:pt idx="568">
                  <c:v>12210</c:v>
                </c:pt>
                <c:pt idx="569">
                  <c:v>12019</c:v>
                </c:pt>
                <c:pt idx="570">
                  <c:v>11981</c:v>
                </c:pt>
                <c:pt idx="571">
                  <c:v>11848</c:v>
                </c:pt>
                <c:pt idx="572">
                  <c:v>11683</c:v>
                </c:pt>
                <c:pt idx="573">
                  <c:v>11567</c:v>
                </c:pt>
                <c:pt idx="574">
                  <c:v>11536</c:v>
                </c:pt>
                <c:pt idx="575">
                  <c:v>11635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0-47CD-9023-A8086A7F00EC}"/>
            </c:ext>
          </c:extLst>
        </c:ser>
        <c:ser>
          <c:idx val="1"/>
          <c:order val="1"/>
          <c:tx>
            <c:strRef>
              <c:f>power_balancing!$C$1</c:f>
              <c:strCache>
                <c:ptCount val="1"/>
                <c:pt idx="0">
                  <c:v>OtherEnergy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val>
            <c:numRef>
              <c:f>power_balancing!$C$2:$C$577</c:f>
              <c:numCache>
                <c:formatCode>General</c:formatCode>
                <c:ptCount val="576"/>
                <c:pt idx="0">
                  <c:v>21701</c:v>
                </c:pt>
                <c:pt idx="1">
                  <c:v>21831</c:v>
                </c:pt>
                <c:pt idx="2">
                  <c:v>21425</c:v>
                </c:pt>
                <c:pt idx="3">
                  <c:v>20827</c:v>
                </c:pt>
                <c:pt idx="4">
                  <c:v>19976</c:v>
                </c:pt>
                <c:pt idx="5">
                  <c:v>19430</c:v>
                </c:pt>
                <c:pt idx="6">
                  <c:v>18719</c:v>
                </c:pt>
                <c:pt idx="7">
                  <c:v>18053</c:v>
                </c:pt>
                <c:pt idx="8">
                  <c:v>17368</c:v>
                </c:pt>
                <c:pt idx="9">
                  <c:v>17578</c:v>
                </c:pt>
                <c:pt idx="10">
                  <c:v>18132</c:v>
                </c:pt>
                <c:pt idx="11">
                  <c:v>18569</c:v>
                </c:pt>
                <c:pt idx="12">
                  <c:v>21028</c:v>
                </c:pt>
                <c:pt idx="13">
                  <c:v>23554</c:v>
                </c:pt>
                <c:pt idx="14">
                  <c:v>26701</c:v>
                </c:pt>
                <c:pt idx="15">
                  <c:v>28706</c:v>
                </c:pt>
                <c:pt idx="16">
                  <c:v>30093</c:v>
                </c:pt>
                <c:pt idx="17">
                  <c:v>30242</c:v>
                </c:pt>
                <c:pt idx="18">
                  <c:v>30459</c:v>
                </c:pt>
                <c:pt idx="19">
                  <c:v>30603</c:v>
                </c:pt>
                <c:pt idx="20">
                  <c:v>30360</c:v>
                </c:pt>
                <c:pt idx="21">
                  <c:v>30206</c:v>
                </c:pt>
                <c:pt idx="22">
                  <c:v>29704</c:v>
                </c:pt>
                <c:pt idx="23">
                  <c:v>28995</c:v>
                </c:pt>
                <c:pt idx="24">
                  <c:v>29114</c:v>
                </c:pt>
                <c:pt idx="25">
                  <c:v>28843</c:v>
                </c:pt>
                <c:pt idx="26">
                  <c:v>28319</c:v>
                </c:pt>
                <c:pt idx="27">
                  <c:v>27645</c:v>
                </c:pt>
                <c:pt idx="28">
                  <c:v>27677</c:v>
                </c:pt>
                <c:pt idx="29">
                  <c:v>27461</c:v>
                </c:pt>
                <c:pt idx="30">
                  <c:v>27561</c:v>
                </c:pt>
                <c:pt idx="31">
                  <c:v>28345</c:v>
                </c:pt>
                <c:pt idx="32">
                  <c:v>29933</c:v>
                </c:pt>
                <c:pt idx="33">
                  <c:v>31234</c:v>
                </c:pt>
                <c:pt idx="34">
                  <c:v>31935</c:v>
                </c:pt>
                <c:pt idx="35">
                  <c:v>31799</c:v>
                </c:pt>
                <c:pt idx="36">
                  <c:v>30870</c:v>
                </c:pt>
                <c:pt idx="37">
                  <c:v>29505</c:v>
                </c:pt>
                <c:pt idx="38">
                  <c:v>28356</c:v>
                </c:pt>
                <c:pt idx="39">
                  <c:v>27256</c:v>
                </c:pt>
                <c:pt idx="40">
                  <c:v>25744</c:v>
                </c:pt>
                <c:pt idx="41">
                  <c:v>24212</c:v>
                </c:pt>
                <c:pt idx="42">
                  <c:v>22727</c:v>
                </c:pt>
                <c:pt idx="43">
                  <c:v>20663</c:v>
                </c:pt>
                <c:pt idx="44">
                  <c:v>18969</c:v>
                </c:pt>
                <c:pt idx="45">
                  <c:v>17191</c:v>
                </c:pt>
                <c:pt idx="46">
                  <c:v>15372</c:v>
                </c:pt>
                <c:pt idx="47">
                  <c:v>14003</c:v>
                </c:pt>
                <c:pt idx="48">
                  <c:v>13846</c:v>
                </c:pt>
                <c:pt idx="49">
                  <c:v>14258</c:v>
                </c:pt>
                <c:pt idx="50">
                  <c:v>14091</c:v>
                </c:pt>
                <c:pt idx="51">
                  <c:v>13491</c:v>
                </c:pt>
                <c:pt idx="52">
                  <c:v>13017</c:v>
                </c:pt>
                <c:pt idx="53">
                  <c:v>12677</c:v>
                </c:pt>
                <c:pt idx="54">
                  <c:v>12444</c:v>
                </c:pt>
                <c:pt idx="55">
                  <c:v>11985</c:v>
                </c:pt>
                <c:pt idx="56">
                  <c:v>11840</c:v>
                </c:pt>
                <c:pt idx="57">
                  <c:v>12164</c:v>
                </c:pt>
                <c:pt idx="58">
                  <c:v>12840</c:v>
                </c:pt>
                <c:pt idx="59">
                  <c:v>14231</c:v>
                </c:pt>
                <c:pt idx="60">
                  <c:v>16920</c:v>
                </c:pt>
                <c:pt idx="61">
                  <c:v>19272</c:v>
                </c:pt>
                <c:pt idx="62">
                  <c:v>22424</c:v>
                </c:pt>
                <c:pt idx="63">
                  <c:v>24094</c:v>
                </c:pt>
                <c:pt idx="64">
                  <c:v>25641</c:v>
                </c:pt>
                <c:pt idx="65">
                  <c:v>25638</c:v>
                </c:pt>
                <c:pt idx="66">
                  <c:v>26677</c:v>
                </c:pt>
                <c:pt idx="67">
                  <c:v>27141</c:v>
                </c:pt>
                <c:pt idx="68">
                  <c:v>27296</c:v>
                </c:pt>
                <c:pt idx="69">
                  <c:v>27367</c:v>
                </c:pt>
                <c:pt idx="70">
                  <c:v>27490</c:v>
                </c:pt>
                <c:pt idx="71">
                  <c:v>27636</c:v>
                </c:pt>
                <c:pt idx="72">
                  <c:v>28016</c:v>
                </c:pt>
                <c:pt idx="73">
                  <c:v>28234</c:v>
                </c:pt>
                <c:pt idx="74">
                  <c:v>28058</c:v>
                </c:pt>
                <c:pt idx="75">
                  <c:v>27792</c:v>
                </c:pt>
                <c:pt idx="76">
                  <c:v>28526</c:v>
                </c:pt>
                <c:pt idx="77">
                  <c:v>28769</c:v>
                </c:pt>
                <c:pt idx="78">
                  <c:v>29234</c:v>
                </c:pt>
                <c:pt idx="79">
                  <c:v>30255</c:v>
                </c:pt>
                <c:pt idx="80">
                  <c:v>32700</c:v>
                </c:pt>
                <c:pt idx="81">
                  <c:v>34157</c:v>
                </c:pt>
                <c:pt idx="82">
                  <c:v>34105</c:v>
                </c:pt>
                <c:pt idx="83">
                  <c:v>34756</c:v>
                </c:pt>
                <c:pt idx="84">
                  <c:v>34743</c:v>
                </c:pt>
                <c:pt idx="85">
                  <c:v>34544</c:v>
                </c:pt>
                <c:pt idx="86">
                  <c:v>33573</c:v>
                </c:pt>
                <c:pt idx="87">
                  <c:v>32735</c:v>
                </c:pt>
                <c:pt idx="88">
                  <c:v>31790</c:v>
                </c:pt>
                <c:pt idx="89">
                  <c:v>30530</c:v>
                </c:pt>
                <c:pt idx="90">
                  <c:v>29291</c:v>
                </c:pt>
                <c:pt idx="91">
                  <c:v>27680</c:v>
                </c:pt>
                <c:pt idx="92">
                  <c:v>26026</c:v>
                </c:pt>
                <c:pt idx="93">
                  <c:v>24415</c:v>
                </c:pt>
                <c:pt idx="94">
                  <c:v>23129</c:v>
                </c:pt>
                <c:pt idx="95">
                  <c:v>22382</c:v>
                </c:pt>
                <c:pt idx="96">
                  <c:v>22349</c:v>
                </c:pt>
                <c:pt idx="97">
                  <c:v>22702</c:v>
                </c:pt>
                <c:pt idx="98">
                  <c:v>22781</c:v>
                </c:pt>
                <c:pt idx="99">
                  <c:v>22456</c:v>
                </c:pt>
                <c:pt idx="100">
                  <c:v>22080</c:v>
                </c:pt>
                <c:pt idx="101">
                  <c:v>21893</c:v>
                </c:pt>
                <c:pt idx="102">
                  <c:v>21539</c:v>
                </c:pt>
                <c:pt idx="103">
                  <c:v>21053</c:v>
                </c:pt>
                <c:pt idx="104">
                  <c:v>20920</c:v>
                </c:pt>
                <c:pt idx="105">
                  <c:v>21009</c:v>
                </c:pt>
                <c:pt idx="106">
                  <c:v>21711</c:v>
                </c:pt>
                <c:pt idx="107">
                  <c:v>23236</c:v>
                </c:pt>
                <c:pt idx="108">
                  <c:v>25875</c:v>
                </c:pt>
                <c:pt idx="109">
                  <c:v>28408</c:v>
                </c:pt>
                <c:pt idx="110">
                  <c:v>31704</c:v>
                </c:pt>
                <c:pt idx="111">
                  <c:v>33320</c:v>
                </c:pt>
                <c:pt idx="112">
                  <c:v>34451</c:v>
                </c:pt>
                <c:pt idx="113">
                  <c:v>34885</c:v>
                </c:pt>
                <c:pt idx="114">
                  <c:v>35783</c:v>
                </c:pt>
                <c:pt idx="115">
                  <c:v>35686</c:v>
                </c:pt>
                <c:pt idx="116">
                  <c:v>35954</c:v>
                </c:pt>
                <c:pt idx="117">
                  <c:v>35812</c:v>
                </c:pt>
                <c:pt idx="118">
                  <c:v>35117</c:v>
                </c:pt>
                <c:pt idx="119">
                  <c:v>35081</c:v>
                </c:pt>
                <c:pt idx="120">
                  <c:v>35463</c:v>
                </c:pt>
                <c:pt idx="121">
                  <c:v>35663</c:v>
                </c:pt>
                <c:pt idx="122">
                  <c:v>35771</c:v>
                </c:pt>
                <c:pt idx="123">
                  <c:v>35867</c:v>
                </c:pt>
                <c:pt idx="124">
                  <c:v>35778</c:v>
                </c:pt>
                <c:pt idx="125">
                  <c:v>35523</c:v>
                </c:pt>
                <c:pt idx="126">
                  <c:v>35565</c:v>
                </c:pt>
                <c:pt idx="127">
                  <c:v>36099</c:v>
                </c:pt>
                <c:pt idx="128">
                  <c:v>38096</c:v>
                </c:pt>
                <c:pt idx="129">
                  <c:v>39229</c:v>
                </c:pt>
                <c:pt idx="130">
                  <c:v>39277</c:v>
                </c:pt>
                <c:pt idx="131">
                  <c:v>39533</c:v>
                </c:pt>
                <c:pt idx="132">
                  <c:v>39302</c:v>
                </c:pt>
                <c:pt idx="133">
                  <c:v>38974</c:v>
                </c:pt>
                <c:pt idx="134">
                  <c:v>37777</c:v>
                </c:pt>
                <c:pt idx="135">
                  <c:v>36872</c:v>
                </c:pt>
                <c:pt idx="136">
                  <c:v>35654</c:v>
                </c:pt>
                <c:pt idx="137">
                  <c:v>34478</c:v>
                </c:pt>
                <c:pt idx="138">
                  <c:v>33198</c:v>
                </c:pt>
                <c:pt idx="139">
                  <c:v>31355</c:v>
                </c:pt>
                <c:pt idx="140">
                  <c:v>29601</c:v>
                </c:pt>
                <c:pt idx="141">
                  <c:v>27895</c:v>
                </c:pt>
                <c:pt idx="142">
                  <c:v>26157</c:v>
                </c:pt>
                <c:pt idx="143">
                  <c:v>24993</c:v>
                </c:pt>
                <c:pt idx="144">
                  <c:v>24510</c:v>
                </c:pt>
                <c:pt idx="145">
                  <c:v>25068</c:v>
                </c:pt>
                <c:pt idx="146">
                  <c:v>24646</c:v>
                </c:pt>
                <c:pt idx="147">
                  <c:v>24033</c:v>
                </c:pt>
                <c:pt idx="148">
                  <c:v>23447</c:v>
                </c:pt>
                <c:pt idx="149">
                  <c:v>23203</c:v>
                </c:pt>
                <c:pt idx="150">
                  <c:v>23066</c:v>
                </c:pt>
                <c:pt idx="151">
                  <c:v>22961</c:v>
                </c:pt>
                <c:pt idx="152">
                  <c:v>22824</c:v>
                </c:pt>
                <c:pt idx="153">
                  <c:v>22979</c:v>
                </c:pt>
                <c:pt idx="154">
                  <c:v>23696</c:v>
                </c:pt>
                <c:pt idx="155">
                  <c:v>24946</c:v>
                </c:pt>
                <c:pt idx="156">
                  <c:v>27738</c:v>
                </c:pt>
                <c:pt idx="157">
                  <c:v>30187</c:v>
                </c:pt>
                <c:pt idx="158">
                  <c:v>33392</c:v>
                </c:pt>
                <c:pt idx="159">
                  <c:v>35059</c:v>
                </c:pt>
                <c:pt idx="160">
                  <c:v>36824</c:v>
                </c:pt>
                <c:pt idx="161">
                  <c:v>37484</c:v>
                </c:pt>
                <c:pt idx="162">
                  <c:v>37517</c:v>
                </c:pt>
                <c:pt idx="163">
                  <c:v>37842</c:v>
                </c:pt>
                <c:pt idx="164">
                  <c:v>38166</c:v>
                </c:pt>
                <c:pt idx="165">
                  <c:v>38021</c:v>
                </c:pt>
                <c:pt idx="166">
                  <c:v>37750</c:v>
                </c:pt>
                <c:pt idx="167">
                  <c:v>37525</c:v>
                </c:pt>
                <c:pt idx="168">
                  <c:v>38057</c:v>
                </c:pt>
                <c:pt idx="169">
                  <c:v>37825</c:v>
                </c:pt>
                <c:pt idx="170">
                  <c:v>37594</c:v>
                </c:pt>
                <c:pt idx="171">
                  <c:v>37396</c:v>
                </c:pt>
                <c:pt idx="172">
                  <c:v>37631</c:v>
                </c:pt>
                <c:pt idx="173">
                  <c:v>37475</c:v>
                </c:pt>
                <c:pt idx="174">
                  <c:v>37525</c:v>
                </c:pt>
                <c:pt idx="175">
                  <c:v>38190</c:v>
                </c:pt>
                <c:pt idx="176">
                  <c:v>39717</c:v>
                </c:pt>
                <c:pt idx="177">
                  <c:v>40359</c:v>
                </c:pt>
                <c:pt idx="178">
                  <c:v>40481</c:v>
                </c:pt>
                <c:pt idx="179">
                  <c:v>40049</c:v>
                </c:pt>
                <c:pt idx="180">
                  <c:v>39649</c:v>
                </c:pt>
                <c:pt idx="181">
                  <c:v>38861</c:v>
                </c:pt>
                <c:pt idx="182">
                  <c:v>37625</c:v>
                </c:pt>
                <c:pt idx="183">
                  <c:v>36231</c:v>
                </c:pt>
                <c:pt idx="184">
                  <c:v>34955</c:v>
                </c:pt>
                <c:pt idx="185">
                  <c:v>33694</c:v>
                </c:pt>
                <c:pt idx="186">
                  <c:v>32310</c:v>
                </c:pt>
                <c:pt idx="187">
                  <c:v>31143</c:v>
                </c:pt>
                <c:pt idx="188">
                  <c:v>29314</c:v>
                </c:pt>
                <c:pt idx="189">
                  <c:v>27643</c:v>
                </c:pt>
                <c:pt idx="190">
                  <c:v>26032</c:v>
                </c:pt>
                <c:pt idx="191">
                  <c:v>24999</c:v>
                </c:pt>
                <c:pt idx="192">
                  <c:v>24589</c:v>
                </c:pt>
                <c:pt idx="193">
                  <c:v>24993</c:v>
                </c:pt>
                <c:pt idx="194">
                  <c:v>24364</c:v>
                </c:pt>
                <c:pt idx="195">
                  <c:v>23622</c:v>
                </c:pt>
                <c:pt idx="196">
                  <c:v>22823</c:v>
                </c:pt>
                <c:pt idx="197">
                  <c:v>22433</c:v>
                </c:pt>
                <c:pt idx="198">
                  <c:v>22242</c:v>
                </c:pt>
                <c:pt idx="199">
                  <c:v>21907</c:v>
                </c:pt>
                <c:pt idx="200">
                  <c:v>21668</c:v>
                </c:pt>
                <c:pt idx="201">
                  <c:v>21580</c:v>
                </c:pt>
                <c:pt idx="202">
                  <c:v>21836</c:v>
                </c:pt>
                <c:pt idx="203">
                  <c:v>22462</c:v>
                </c:pt>
                <c:pt idx="204">
                  <c:v>23732</c:v>
                </c:pt>
                <c:pt idx="205">
                  <c:v>24699</c:v>
                </c:pt>
                <c:pt idx="206">
                  <c:v>26249</c:v>
                </c:pt>
                <c:pt idx="207">
                  <c:v>27506</c:v>
                </c:pt>
                <c:pt idx="208">
                  <c:v>29281</c:v>
                </c:pt>
                <c:pt idx="209">
                  <c:v>30608</c:v>
                </c:pt>
                <c:pt idx="210">
                  <c:v>32010</c:v>
                </c:pt>
                <c:pt idx="211">
                  <c:v>32764</c:v>
                </c:pt>
                <c:pt idx="212">
                  <c:v>33078</c:v>
                </c:pt>
                <c:pt idx="213">
                  <c:v>33269</c:v>
                </c:pt>
                <c:pt idx="214">
                  <c:v>34131</c:v>
                </c:pt>
                <c:pt idx="215">
                  <c:v>34470</c:v>
                </c:pt>
                <c:pt idx="216">
                  <c:v>34468</c:v>
                </c:pt>
                <c:pt idx="217">
                  <c:v>34313</c:v>
                </c:pt>
                <c:pt idx="218">
                  <c:v>34495</c:v>
                </c:pt>
                <c:pt idx="219">
                  <c:v>34437</c:v>
                </c:pt>
                <c:pt idx="220">
                  <c:v>34419</c:v>
                </c:pt>
                <c:pt idx="221">
                  <c:v>34477</c:v>
                </c:pt>
                <c:pt idx="222">
                  <c:v>35031</c:v>
                </c:pt>
                <c:pt idx="223">
                  <c:v>35602</c:v>
                </c:pt>
                <c:pt idx="224">
                  <c:v>36555</c:v>
                </c:pt>
                <c:pt idx="225">
                  <c:v>37980</c:v>
                </c:pt>
                <c:pt idx="226">
                  <c:v>38929</c:v>
                </c:pt>
                <c:pt idx="227">
                  <c:v>39090</c:v>
                </c:pt>
                <c:pt idx="228">
                  <c:v>38582</c:v>
                </c:pt>
                <c:pt idx="229">
                  <c:v>37430</c:v>
                </c:pt>
                <c:pt idx="230">
                  <c:v>36098</c:v>
                </c:pt>
                <c:pt idx="231">
                  <c:v>34892</c:v>
                </c:pt>
                <c:pt idx="232">
                  <c:v>34359</c:v>
                </c:pt>
                <c:pt idx="233">
                  <c:v>33095</c:v>
                </c:pt>
                <c:pt idx="234">
                  <c:v>32013</c:v>
                </c:pt>
                <c:pt idx="235">
                  <c:v>31031</c:v>
                </c:pt>
                <c:pt idx="236">
                  <c:v>29604</c:v>
                </c:pt>
                <c:pt idx="237">
                  <c:v>28432</c:v>
                </c:pt>
                <c:pt idx="238">
                  <c:v>26881</c:v>
                </c:pt>
                <c:pt idx="239">
                  <c:v>25759</c:v>
                </c:pt>
                <c:pt idx="240">
                  <c:v>25510</c:v>
                </c:pt>
                <c:pt idx="241">
                  <c:v>25767</c:v>
                </c:pt>
                <c:pt idx="242">
                  <c:v>25478</c:v>
                </c:pt>
                <c:pt idx="243">
                  <c:v>24844</c:v>
                </c:pt>
                <c:pt idx="244">
                  <c:v>24215</c:v>
                </c:pt>
                <c:pt idx="245">
                  <c:v>23849</c:v>
                </c:pt>
                <c:pt idx="246">
                  <c:v>23616</c:v>
                </c:pt>
                <c:pt idx="247">
                  <c:v>23098</c:v>
                </c:pt>
                <c:pt idx="248">
                  <c:v>22741</c:v>
                </c:pt>
                <c:pt idx="249">
                  <c:v>22372</c:v>
                </c:pt>
                <c:pt idx="250">
                  <c:v>22459</c:v>
                </c:pt>
                <c:pt idx="251">
                  <c:v>22544</c:v>
                </c:pt>
                <c:pt idx="252">
                  <c:v>23459</c:v>
                </c:pt>
                <c:pt idx="253">
                  <c:v>24365</c:v>
                </c:pt>
                <c:pt idx="254">
                  <c:v>25685</c:v>
                </c:pt>
                <c:pt idx="255">
                  <c:v>26677</c:v>
                </c:pt>
                <c:pt idx="256">
                  <c:v>28386</c:v>
                </c:pt>
                <c:pt idx="257">
                  <c:v>29983</c:v>
                </c:pt>
                <c:pt idx="258">
                  <c:v>31610</c:v>
                </c:pt>
                <c:pt idx="259">
                  <c:v>32513</c:v>
                </c:pt>
                <c:pt idx="260">
                  <c:v>33431</c:v>
                </c:pt>
                <c:pt idx="261">
                  <c:v>33935</c:v>
                </c:pt>
                <c:pt idx="262">
                  <c:v>34324</c:v>
                </c:pt>
                <c:pt idx="263">
                  <c:v>34594</c:v>
                </c:pt>
                <c:pt idx="264">
                  <c:v>34918</c:v>
                </c:pt>
                <c:pt idx="265">
                  <c:v>34987</c:v>
                </c:pt>
                <c:pt idx="266">
                  <c:v>34985</c:v>
                </c:pt>
                <c:pt idx="267">
                  <c:v>34897</c:v>
                </c:pt>
                <c:pt idx="268">
                  <c:v>34915</c:v>
                </c:pt>
                <c:pt idx="269">
                  <c:v>35127</c:v>
                </c:pt>
                <c:pt idx="270">
                  <c:v>35508</c:v>
                </c:pt>
                <c:pt idx="271">
                  <c:v>36049</c:v>
                </c:pt>
                <c:pt idx="272">
                  <c:v>37538</c:v>
                </c:pt>
                <c:pt idx="273">
                  <c:v>38457</c:v>
                </c:pt>
                <c:pt idx="274">
                  <c:v>38801</c:v>
                </c:pt>
                <c:pt idx="275">
                  <c:v>38601</c:v>
                </c:pt>
                <c:pt idx="276">
                  <c:v>37676</c:v>
                </c:pt>
                <c:pt idx="277">
                  <c:v>37081</c:v>
                </c:pt>
                <c:pt idx="278">
                  <c:v>35697</c:v>
                </c:pt>
                <c:pt idx="279">
                  <c:v>34300</c:v>
                </c:pt>
                <c:pt idx="280">
                  <c:v>33201</c:v>
                </c:pt>
                <c:pt idx="281">
                  <c:v>31760</c:v>
                </c:pt>
                <c:pt idx="282">
                  <c:v>30414</c:v>
                </c:pt>
                <c:pt idx="283">
                  <c:v>28891</c:v>
                </c:pt>
                <c:pt idx="284">
                  <c:v>27390</c:v>
                </c:pt>
                <c:pt idx="285">
                  <c:v>25899</c:v>
                </c:pt>
                <c:pt idx="286">
                  <c:v>24249</c:v>
                </c:pt>
                <c:pt idx="287">
                  <c:v>23185</c:v>
                </c:pt>
                <c:pt idx="288">
                  <c:v>22986</c:v>
                </c:pt>
                <c:pt idx="289">
                  <c:v>23434</c:v>
                </c:pt>
                <c:pt idx="290">
                  <c:v>23351</c:v>
                </c:pt>
                <c:pt idx="291">
                  <c:v>23010</c:v>
                </c:pt>
                <c:pt idx="292">
                  <c:v>22707</c:v>
                </c:pt>
                <c:pt idx="293">
                  <c:v>22613</c:v>
                </c:pt>
                <c:pt idx="294">
                  <c:v>22302</c:v>
                </c:pt>
                <c:pt idx="295">
                  <c:v>21998</c:v>
                </c:pt>
                <c:pt idx="296">
                  <c:v>22042</c:v>
                </c:pt>
                <c:pt idx="297">
                  <c:v>22411</c:v>
                </c:pt>
                <c:pt idx="298">
                  <c:v>23284</c:v>
                </c:pt>
                <c:pt idx="299">
                  <c:v>24302</c:v>
                </c:pt>
                <c:pt idx="300">
                  <c:v>26749</c:v>
                </c:pt>
                <c:pt idx="301">
                  <c:v>29056</c:v>
                </c:pt>
                <c:pt idx="302">
                  <c:v>31667</c:v>
                </c:pt>
                <c:pt idx="303">
                  <c:v>33588</c:v>
                </c:pt>
                <c:pt idx="304">
                  <c:v>35681</c:v>
                </c:pt>
                <c:pt idx="305">
                  <c:v>37169</c:v>
                </c:pt>
                <c:pt idx="306">
                  <c:v>38296</c:v>
                </c:pt>
                <c:pt idx="307">
                  <c:v>38706</c:v>
                </c:pt>
                <c:pt idx="308">
                  <c:v>38690</c:v>
                </c:pt>
                <c:pt idx="309">
                  <c:v>38780</c:v>
                </c:pt>
                <c:pt idx="310">
                  <c:v>39423</c:v>
                </c:pt>
                <c:pt idx="311">
                  <c:v>39462</c:v>
                </c:pt>
                <c:pt idx="312">
                  <c:v>39458</c:v>
                </c:pt>
                <c:pt idx="313">
                  <c:v>39548</c:v>
                </c:pt>
                <c:pt idx="314">
                  <c:v>39809</c:v>
                </c:pt>
                <c:pt idx="315">
                  <c:v>39934</c:v>
                </c:pt>
                <c:pt idx="316">
                  <c:v>40252</c:v>
                </c:pt>
                <c:pt idx="317">
                  <c:v>40063</c:v>
                </c:pt>
                <c:pt idx="318">
                  <c:v>40386</c:v>
                </c:pt>
                <c:pt idx="319">
                  <c:v>40097</c:v>
                </c:pt>
                <c:pt idx="320">
                  <c:v>41163</c:v>
                </c:pt>
                <c:pt idx="321">
                  <c:v>41629</c:v>
                </c:pt>
                <c:pt idx="322">
                  <c:v>42279</c:v>
                </c:pt>
                <c:pt idx="323">
                  <c:v>42002</c:v>
                </c:pt>
                <c:pt idx="324">
                  <c:v>41622</c:v>
                </c:pt>
                <c:pt idx="325">
                  <c:v>41097</c:v>
                </c:pt>
                <c:pt idx="326">
                  <c:v>40111</c:v>
                </c:pt>
                <c:pt idx="327">
                  <c:v>39137</c:v>
                </c:pt>
                <c:pt idx="328">
                  <c:v>38037</c:v>
                </c:pt>
                <c:pt idx="329">
                  <c:v>36698</c:v>
                </c:pt>
                <c:pt idx="330">
                  <c:v>35281</c:v>
                </c:pt>
                <c:pt idx="331">
                  <c:v>33602</c:v>
                </c:pt>
                <c:pt idx="332">
                  <c:v>31656</c:v>
                </c:pt>
                <c:pt idx="333">
                  <c:v>30019</c:v>
                </c:pt>
                <c:pt idx="334">
                  <c:v>28074</c:v>
                </c:pt>
                <c:pt idx="335">
                  <c:v>26774</c:v>
                </c:pt>
                <c:pt idx="336">
                  <c:v>26233</c:v>
                </c:pt>
                <c:pt idx="337">
                  <c:v>26623</c:v>
                </c:pt>
                <c:pt idx="338">
                  <c:v>26270</c:v>
                </c:pt>
                <c:pt idx="339">
                  <c:v>25794</c:v>
                </c:pt>
                <c:pt idx="340">
                  <c:v>25218</c:v>
                </c:pt>
                <c:pt idx="341">
                  <c:v>24954</c:v>
                </c:pt>
                <c:pt idx="342">
                  <c:v>24711</c:v>
                </c:pt>
                <c:pt idx="343">
                  <c:v>24323</c:v>
                </c:pt>
                <c:pt idx="344">
                  <c:v>24224</c:v>
                </c:pt>
                <c:pt idx="345">
                  <c:v>24357</c:v>
                </c:pt>
                <c:pt idx="346">
                  <c:v>24862</c:v>
                </c:pt>
                <c:pt idx="347">
                  <c:v>25918</c:v>
                </c:pt>
                <c:pt idx="348">
                  <c:v>28471</c:v>
                </c:pt>
                <c:pt idx="349">
                  <c:v>30450</c:v>
                </c:pt>
                <c:pt idx="350">
                  <c:v>32758</c:v>
                </c:pt>
                <c:pt idx="351">
                  <c:v>34568</c:v>
                </c:pt>
                <c:pt idx="352">
                  <c:v>36621</c:v>
                </c:pt>
                <c:pt idx="353">
                  <c:v>37789</c:v>
                </c:pt>
                <c:pt idx="354">
                  <c:v>38685</c:v>
                </c:pt>
                <c:pt idx="355">
                  <c:v>39170</c:v>
                </c:pt>
                <c:pt idx="356">
                  <c:v>38774</c:v>
                </c:pt>
                <c:pt idx="357">
                  <c:v>39064</c:v>
                </c:pt>
                <c:pt idx="358">
                  <c:v>39923</c:v>
                </c:pt>
                <c:pt idx="359">
                  <c:v>39905</c:v>
                </c:pt>
                <c:pt idx="360">
                  <c:v>39953</c:v>
                </c:pt>
                <c:pt idx="361">
                  <c:v>40027</c:v>
                </c:pt>
                <c:pt idx="362">
                  <c:v>39954</c:v>
                </c:pt>
                <c:pt idx="363">
                  <c:v>39819</c:v>
                </c:pt>
                <c:pt idx="364">
                  <c:v>39757</c:v>
                </c:pt>
                <c:pt idx="365">
                  <c:v>39375</c:v>
                </c:pt>
                <c:pt idx="366">
                  <c:v>39842</c:v>
                </c:pt>
                <c:pt idx="367">
                  <c:v>40515</c:v>
                </c:pt>
                <c:pt idx="368">
                  <c:v>41462</c:v>
                </c:pt>
                <c:pt idx="369">
                  <c:v>42277</c:v>
                </c:pt>
                <c:pt idx="370">
                  <c:v>42579</c:v>
                </c:pt>
                <c:pt idx="371">
                  <c:v>42175</c:v>
                </c:pt>
                <c:pt idx="372">
                  <c:v>41879</c:v>
                </c:pt>
                <c:pt idx="373">
                  <c:v>41509</c:v>
                </c:pt>
                <c:pt idx="374">
                  <c:v>40701</c:v>
                </c:pt>
                <c:pt idx="375">
                  <c:v>39370</c:v>
                </c:pt>
                <c:pt idx="376">
                  <c:v>38147</c:v>
                </c:pt>
                <c:pt idx="377">
                  <c:v>36656</c:v>
                </c:pt>
                <c:pt idx="378">
                  <c:v>34834</c:v>
                </c:pt>
                <c:pt idx="379">
                  <c:v>33253</c:v>
                </c:pt>
                <c:pt idx="380">
                  <c:v>31414</c:v>
                </c:pt>
                <c:pt idx="381">
                  <c:v>29376</c:v>
                </c:pt>
                <c:pt idx="382">
                  <c:v>27403</c:v>
                </c:pt>
                <c:pt idx="383">
                  <c:v>26068</c:v>
                </c:pt>
                <c:pt idx="384">
                  <c:v>25664</c:v>
                </c:pt>
                <c:pt idx="385">
                  <c:v>25877</c:v>
                </c:pt>
                <c:pt idx="386">
                  <c:v>25579</c:v>
                </c:pt>
                <c:pt idx="387">
                  <c:v>25002</c:v>
                </c:pt>
                <c:pt idx="388">
                  <c:v>24293</c:v>
                </c:pt>
                <c:pt idx="389">
                  <c:v>23688</c:v>
                </c:pt>
                <c:pt idx="390">
                  <c:v>22847</c:v>
                </c:pt>
                <c:pt idx="391">
                  <c:v>22275</c:v>
                </c:pt>
                <c:pt idx="392">
                  <c:v>21731</c:v>
                </c:pt>
                <c:pt idx="393">
                  <c:v>21658</c:v>
                </c:pt>
                <c:pt idx="394">
                  <c:v>22122</c:v>
                </c:pt>
                <c:pt idx="395">
                  <c:v>23118</c:v>
                </c:pt>
                <c:pt idx="396">
                  <c:v>25403</c:v>
                </c:pt>
                <c:pt idx="397">
                  <c:v>27262</c:v>
                </c:pt>
                <c:pt idx="398">
                  <c:v>29858</c:v>
                </c:pt>
                <c:pt idx="399">
                  <c:v>31477</c:v>
                </c:pt>
                <c:pt idx="400">
                  <c:v>33295</c:v>
                </c:pt>
                <c:pt idx="401">
                  <c:v>34271</c:v>
                </c:pt>
                <c:pt idx="402">
                  <c:v>35125</c:v>
                </c:pt>
                <c:pt idx="403">
                  <c:v>35352</c:v>
                </c:pt>
                <c:pt idx="404">
                  <c:v>35741</c:v>
                </c:pt>
                <c:pt idx="405">
                  <c:v>35910</c:v>
                </c:pt>
                <c:pt idx="406">
                  <c:v>35990</c:v>
                </c:pt>
                <c:pt idx="407">
                  <c:v>35915</c:v>
                </c:pt>
                <c:pt idx="408">
                  <c:v>36415</c:v>
                </c:pt>
                <c:pt idx="409">
                  <c:v>36383</c:v>
                </c:pt>
                <c:pt idx="410">
                  <c:v>36351</c:v>
                </c:pt>
                <c:pt idx="411">
                  <c:v>36177</c:v>
                </c:pt>
                <c:pt idx="412">
                  <c:v>36064</c:v>
                </c:pt>
                <c:pt idx="413">
                  <c:v>35393</c:v>
                </c:pt>
                <c:pt idx="414">
                  <c:v>35678</c:v>
                </c:pt>
                <c:pt idx="415">
                  <c:v>36113</c:v>
                </c:pt>
                <c:pt idx="416">
                  <c:v>36662</c:v>
                </c:pt>
                <c:pt idx="417">
                  <c:v>37079</c:v>
                </c:pt>
                <c:pt idx="418">
                  <c:v>37264</c:v>
                </c:pt>
                <c:pt idx="419">
                  <c:v>37053</c:v>
                </c:pt>
                <c:pt idx="420">
                  <c:v>36792</c:v>
                </c:pt>
                <c:pt idx="421">
                  <c:v>35981</c:v>
                </c:pt>
                <c:pt idx="422">
                  <c:v>35403</c:v>
                </c:pt>
                <c:pt idx="423">
                  <c:v>34657</c:v>
                </c:pt>
                <c:pt idx="424">
                  <c:v>33126</c:v>
                </c:pt>
                <c:pt idx="425">
                  <c:v>31725</c:v>
                </c:pt>
                <c:pt idx="426">
                  <c:v>31057</c:v>
                </c:pt>
                <c:pt idx="427">
                  <c:v>29493</c:v>
                </c:pt>
                <c:pt idx="428">
                  <c:v>28017</c:v>
                </c:pt>
                <c:pt idx="429">
                  <c:v>26392</c:v>
                </c:pt>
                <c:pt idx="430">
                  <c:v>24823</c:v>
                </c:pt>
                <c:pt idx="431">
                  <c:v>23484</c:v>
                </c:pt>
                <c:pt idx="432">
                  <c:v>22948</c:v>
                </c:pt>
                <c:pt idx="433">
                  <c:v>22911</c:v>
                </c:pt>
                <c:pt idx="434">
                  <c:v>22646</c:v>
                </c:pt>
                <c:pt idx="435">
                  <c:v>21955</c:v>
                </c:pt>
                <c:pt idx="436">
                  <c:v>21306</c:v>
                </c:pt>
                <c:pt idx="437">
                  <c:v>20784</c:v>
                </c:pt>
                <c:pt idx="438">
                  <c:v>20398</c:v>
                </c:pt>
                <c:pt idx="439">
                  <c:v>20187</c:v>
                </c:pt>
                <c:pt idx="440">
                  <c:v>19813</c:v>
                </c:pt>
                <c:pt idx="441">
                  <c:v>19792</c:v>
                </c:pt>
                <c:pt idx="442">
                  <c:v>20351</c:v>
                </c:pt>
                <c:pt idx="443">
                  <c:v>21171</c:v>
                </c:pt>
                <c:pt idx="444">
                  <c:v>23080</c:v>
                </c:pt>
                <c:pt idx="445">
                  <c:v>24536</c:v>
                </c:pt>
                <c:pt idx="446">
                  <c:v>26776</c:v>
                </c:pt>
                <c:pt idx="447">
                  <c:v>28232</c:v>
                </c:pt>
                <c:pt idx="448">
                  <c:v>29244</c:v>
                </c:pt>
                <c:pt idx="449">
                  <c:v>29600</c:v>
                </c:pt>
                <c:pt idx="450">
                  <c:v>30903</c:v>
                </c:pt>
                <c:pt idx="451">
                  <c:v>31311</c:v>
                </c:pt>
                <c:pt idx="452">
                  <c:v>31554</c:v>
                </c:pt>
                <c:pt idx="453">
                  <c:v>31390</c:v>
                </c:pt>
                <c:pt idx="454">
                  <c:v>31544</c:v>
                </c:pt>
                <c:pt idx="455">
                  <c:v>31309</c:v>
                </c:pt>
                <c:pt idx="456">
                  <c:v>32181</c:v>
                </c:pt>
                <c:pt idx="457">
                  <c:v>31873</c:v>
                </c:pt>
                <c:pt idx="458">
                  <c:v>31684</c:v>
                </c:pt>
                <c:pt idx="459">
                  <c:v>31145</c:v>
                </c:pt>
                <c:pt idx="460">
                  <c:v>30719</c:v>
                </c:pt>
                <c:pt idx="461">
                  <c:v>30760</c:v>
                </c:pt>
                <c:pt idx="462">
                  <c:v>30358</c:v>
                </c:pt>
                <c:pt idx="463">
                  <c:v>30165</c:v>
                </c:pt>
                <c:pt idx="464">
                  <c:v>30977</c:v>
                </c:pt>
                <c:pt idx="465">
                  <c:v>31994</c:v>
                </c:pt>
                <c:pt idx="466">
                  <c:v>32985</c:v>
                </c:pt>
                <c:pt idx="467">
                  <c:v>32692</c:v>
                </c:pt>
                <c:pt idx="468">
                  <c:v>32480</c:v>
                </c:pt>
                <c:pt idx="469">
                  <c:v>31857</c:v>
                </c:pt>
                <c:pt idx="470">
                  <c:v>30791</c:v>
                </c:pt>
                <c:pt idx="471">
                  <c:v>29940</c:v>
                </c:pt>
                <c:pt idx="472">
                  <c:v>29000</c:v>
                </c:pt>
                <c:pt idx="473">
                  <c:v>27914</c:v>
                </c:pt>
                <c:pt idx="474">
                  <c:v>26697</c:v>
                </c:pt>
                <c:pt idx="475">
                  <c:v>25223</c:v>
                </c:pt>
                <c:pt idx="476">
                  <c:v>23544</c:v>
                </c:pt>
                <c:pt idx="477">
                  <c:v>21849</c:v>
                </c:pt>
                <c:pt idx="478">
                  <c:v>19805</c:v>
                </c:pt>
                <c:pt idx="479">
                  <c:v>18357</c:v>
                </c:pt>
                <c:pt idx="480">
                  <c:v>18141</c:v>
                </c:pt>
                <c:pt idx="481">
                  <c:v>18678</c:v>
                </c:pt>
                <c:pt idx="482">
                  <c:v>18433</c:v>
                </c:pt>
                <c:pt idx="483">
                  <c:v>17994</c:v>
                </c:pt>
                <c:pt idx="484">
                  <c:v>17506</c:v>
                </c:pt>
                <c:pt idx="485">
                  <c:v>16842</c:v>
                </c:pt>
                <c:pt idx="486">
                  <c:v>16394</c:v>
                </c:pt>
                <c:pt idx="487">
                  <c:v>15967</c:v>
                </c:pt>
                <c:pt idx="488">
                  <c:v>15782</c:v>
                </c:pt>
                <c:pt idx="489">
                  <c:v>15702</c:v>
                </c:pt>
                <c:pt idx="490">
                  <c:v>16124</c:v>
                </c:pt>
                <c:pt idx="491">
                  <c:v>17233</c:v>
                </c:pt>
                <c:pt idx="492">
                  <c:v>18911</c:v>
                </c:pt>
                <c:pt idx="493">
                  <c:v>21014</c:v>
                </c:pt>
                <c:pt idx="494">
                  <c:v>23049</c:v>
                </c:pt>
                <c:pt idx="495">
                  <c:v>24518</c:v>
                </c:pt>
                <c:pt idx="496">
                  <c:v>26275</c:v>
                </c:pt>
                <c:pt idx="497">
                  <c:v>27772</c:v>
                </c:pt>
                <c:pt idx="498">
                  <c:v>29141</c:v>
                </c:pt>
                <c:pt idx="499">
                  <c:v>29946</c:v>
                </c:pt>
                <c:pt idx="500">
                  <c:v>30340</c:v>
                </c:pt>
                <c:pt idx="501">
                  <c:v>30471</c:v>
                </c:pt>
                <c:pt idx="502">
                  <c:v>30561</c:v>
                </c:pt>
                <c:pt idx="503">
                  <c:v>30697</c:v>
                </c:pt>
                <c:pt idx="504">
                  <c:v>30502</c:v>
                </c:pt>
                <c:pt idx="505">
                  <c:v>30177</c:v>
                </c:pt>
                <c:pt idx="506">
                  <c:v>29454</c:v>
                </c:pt>
                <c:pt idx="507">
                  <c:v>28673</c:v>
                </c:pt>
                <c:pt idx="508">
                  <c:v>28078</c:v>
                </c:pt>
                <c:pt idx="509">
                  <c:v>27308</c:v>
                </c:pt>
                <c:pt idx="510">
                  <c:v>27232</c:v>
                </c:pt>
                <c:pt idx="511">
                  <c:v>27545</c:v>
                </c:pt>
                <c:pt idx="512">
                  <c:v>28420</c:v>
                </c:pt>
                <c:pt idx="513">
                  <c:v>28895</c:v>
                </c:pt>
                <c:pt idx="514">
                  <c:v>29241</c:v>
                </c:pt>
                <c:pt idx="515">
                  <c:v>28543</c:v>
                </c:pt>
                <c:pt idx="516">
                  <c:v>27467</c:v>
                </c:pt>
                <c:pt idx="517">
                  <c:v>25794</c:v>
                </c:pt>
                <c:pt idx="518">
                  <c:v>24211</c:v>
                </c:pt>
                <c:pt idx="519">
                  <c:v>22777</c:v>
                </c:pt>
                <c:pt idx="520">
                  <c:v>21762</c:v>
                </c:pt>
                <c:pt idx="521">
                  <c:v>20741</c:v>
                </c:pt>
                <c:pt idx="522">
                  <c:v>19358</c:v>
                </c:pt>
                <c:pt idx="523">
                  <c:v>18297</c:v>
                </c:pt>
                <c:pt idx="524">
                  <c:v>17005</c:v>
                </c:pt>
                <c:pt idx="525">
                  <c:v>15457</c:v>
                </c:pt>
                <c:pt idx="526">
                  <c:v>14153</c:v>
                </c:pt>
                <c:pt idx="527">
                  <c:v>13298</c:v>
                </c:pt>
                <c:pt idx="528">
                  <c:v>12685</c:v>
                </c:pt>
                <c:pt idx="529">
                  <c:v>12677</c:v>
                </c:pt>
                <c:pt idx="530">
                  <c:v>11940</c:v>
                </c:pt>
                <c:pt idx="531">
                  <c:v>10816</c:v>
                </c:pt>
                <c:pt idx="532">
                  <c:v>9874</c:v>
                </c:pt>
                <c:pt idx="533">
                  <c:v>9196</c:v>
                </c:pt>
                <c:pt idx="534">
                  <c:v>8104</c:v>
                </c:pt>
                <c:pt idx="535">
                  <c:v>7644</c:v>
                </c:pt>
                <c:pt idx="536">
                  <c:v>7249</c:v>
                </c:pt>
                <c:pt idx="537">
                  <c:v>6991</c:v>
                </c:pt>
                <c:pt idx="538">
                  <c:v>6927</c:v>
                </c:pt>
                <c:pt idx="539">
                  <c:v>7025</c:v>
                </c:pt>
                <c:pt idx="540">
                  <c:v>8023</c:v>
                </c:pt>
                <c:pt idx="541">
                  <c:v>8298</c:v>
                </c:pt>
                <c:pt idx="542">
                  <c:v>9294</c:v>
                </c:pt>
                <c:pt idx="543">
                  <c:v>10268</c:v>
                </c:pt>
                <c:pt idx="544">
                  <c:v>12091</c:v>
                </c:pt>
                <c:pt idx="545">
                  <c:v>13848</c:v>
                </c:pt>
                <c:pt idx="546">
                  <c:v>15417</c:v>
                </c:pt>
                <c:pt idx="547">
                  <c:v>16303</c:v>
                </c:pt>
                <c:pt idx="548">
                  <c:v>17422</c:v>
                </c:pt>
                <c:pt idx="549">
                  <c:v>17920</c:v>
                </c:pt>
                <c:pt idx="550">
                  <c:v>18398</c:v>
                </c:pt>
                <c:pt idx="551">
                  <c:v>19356</c:v>
                </c:pt>
                <c:pt idx="552">
                  <c:v>20531</c:v>
                </c:pt>
                <c:pt idx="553">
                  <c:v>21259</c:v>
                </c:pt>
                <c:pt idx="554">
                  <c:v>21539</c:v>
                </c:pt>
                <c:pt idx="555">
                  <c:v>21166</c:v>
                </c:pt>
                <c:pt idx="556">
                  <c:v>20454</c:v>
                </c:pt>
                <c:pt idx="557">
                  <c:v>19422</c:v>
                </c:pt>
                <c:pt idx="558">
                  <c:v>18340</c:v>
                </c:pt>
                <c:pt idx="559">
                  <c:v>17673</c:v>
                </c:pt>
                <c:pt idx="560">
                  <c:v>17619</c:v>
                </c:pt>
                <c:pt idx="561">
                  <c:v>17372</c:v>
                </c:pt>
                <c:pt idx="562">
                  <c:v>16866</c:v>
                </c:pt>
                <c:pt idx="563">
                  <c:v>16231</c:v>
                </c:pt>
                <c:pt idx="564">
                  <c:v>15632</c:v>
                </c:pt>
                <c:pt idx="565">
                  <c:v>15177</c:v>
                </c:pt>
                <c:pt idx="566">
                  <c:v>14844</c:v>
                </c:pt>
                <c:pt idx="567">
                  <c:v>14404</c:v>
                </c:pt>
                <c:pt idx="568">
                  <c:v>14069</c:v>
                </c:pt>
                <c:pt idx="569">
                  <c:v>14009</c:v>
                </c:pt>
                <c:pt idx="570">
                  <c:v>13519</c:v>
                </c:pt>
                <c:pt idx="571">
                  <c:v>12982</c:v>
                </c:pt>
                <c:pt idx="572">
                  <c:v>12289</c:v>
                </c:pt>
                <c:pt idx="573">
                  <c:v>11778</c:v>
                </c:pt>
                <c:pt idx="574">
                  <c:v>10916</c:v>
                </c:pt>
                <c:pt idx="575">
                  <c:v>10140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A0-47CD-9023-A8086A7F0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4490576"/>
        <c:axId val="1574491536"/>
      </c:areaChart>
      <c:catAx>
        <c:axId val="1574490576"/>
        <c:scaling>
          <c:orientation val="minMax"/>
        </c:scaling>
        <c:delete val="1"/>
        <c:axPos val="b"/>
        <c:majorTickMark val="out"/>
        <c:minorTickMark val="none"/>
        <c:tickLblPos val="nextTo"/>
        <c:crossAx val="1574491536"/>
        <c:crosses val="autoZero"/>
        <c:auto val="1"/>
        <c:lblAlgn val="ctr"/>
        <c:lblOffset val="100"/>
        <c:noMultiLvlLbl val="0"/>
      </c:catAx>
      <c:valAx>
        <c:axId val="1574491536"/>
        <c:scaling>
          <c:orientation val="minMax"/>
          <c:max val="44000"/>
        </c:scaling>
        <c:delete val="1"/>
        <c:axPos val="l"/>
        <c:numFmt formatCode="General" sourceLinked="1"/>
        <c:majorTickMark val="none"/>
        <c:minorTickMark val="none"/>
        <c:tickLblPos val="nextTo"/>
        <c:crossAx val="15744905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power_balancing!$E$1</c:f>
              <c:strCache>
                <c:ptCount val="1"/>
                <c:pt idx="0">
                  <c:v>Imbalance</c:v>
                </c:pt>
              </c:strCache>
            </c:strRef>
          </c:tx>
          <c:spPr>
            <a:ln w="63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power_balancing!$E$2:$E$577</c:f>
              <c:numCache>
                <c:formatCode>General</c:formatCode>
                <c:ptCount val="576"/>
                <c:pt idx="0">
                  <c:v>-66</c:v>
                </c:pt>
                <c:pt idx="1">
                  <c:v>67</c:v>
                </c:pt>
                <c:pt idx="2">
                  <c:v>-25</c:v>
                </c:pt>
                <c:pt idx="3">
                  <c:v>-74</c:v>
                </c:pt>
                <c:pt idx="4">
                  <c:v>31</c:v>
                </c:pt>
                <c:pt idx="5">
                  <c:v>201</c:v>
                </c:pt>
                <c:pt idx="6">
                  <c:v>283</c:v>
                </c:pt>
                <c:pt idx="7">
                  <c:v>340</c:v>
                </c:pt>
                <c:pt idx="8">
                  <c:v>700</c:v>
                </c:pt>
                <c:pt idx="9">
                  <c:v>305</c:v>
                </c:pt>
                <c:pt idx="10">
                  <c:v>461</c:v>
                </c:pt>
                <c:pt idx="11">
                  <c:v>887</c:v>
                </c:pt>
                <c:pt idx="12">
                  <c:v>1038</c:v>
                </c:pt>
                <c:pt idx="13">
                  <c:v>1012</c:v>
                </c:pt>
                <c:pt idx="14">
                  <c:v>1065</c:v>
                </c:pt>
                <c:pt idx="15">
                  <c:v>943</c:v>
                </c:pt>
                <c:pt idx="16">
                  <c:v>695</c:v>
                </c:pt>
                <c:pt idx="17">
                  <c:v>784</c:v>
                </c:pt>
                <c:pt idx="18">
                  <c:v>723</c:v>
                </c:pt>
                <c:pt idx="19">
                  <c:v>436</c:v>
                </c:pt>
                <c:pt idx="20">
                  <c:v>524</c:v>
                </c:pt>
                <c:pt idx="21">
                  <c:v>291</c:v>
                </c:pt>
                <c:pt idx="22">
                  <c:v>546</c:v>
                </c:pt>
                <c:pt idx="23">
                  <c:v>1006</c:v>
                </c:pt>
                <c:pt idx="24">
                  <c:v>1073</c:v>
                </c:pt>
                <c:pt idx="25">
                  <c:v>1286</c:v>
                </c:pt>
                <c:pt idx="26">
                  <c:v>1734</c:v>
                </c:pt>
                <c:pt idx="27">
                  <c:v>1919</c:v>
                </c:pt>
                <c:pt idx="28">
                  <c:v>1885</c:v>
                </c:pt>
                <c:pt idx="29">
                  <c:v>2008</c:v>
                </c:pt>
                <c:pt idx="30">
                  <c:v>2028</c:v>
                </c:pt>
                <c:pt idx="31">
                  <c:v>2214</c:v>
                </c:pt>
                <c:pt idx="32">
                  <c:v>2169</c:v>
                </c:pt>
                <c:pt idx="33">
                  <c:v>2103</c:v>
                </c:pt>
                <c:pt idx="34">
                  <c:v>1887</c:v>
                </c:pt>
                <c:pt idx="35">
                  <c:v>1859</c:v>
                </c:pt>
                <c:pt idx="36">
                  <c:v>2051</c:v>
                </c:pt>
                <c:pt idx="37">
                  <c:v>2387</c:v>
                </c:pt>
                <c:pt idx="38">
                  <c:v>2300</c:v>
                </c:pt>
                <c:pt idx="39">
                  <c:v>2123</c:v>
                </c:pt>
                <c:pt idx="40">
                  <c:v>2149</c:v>
                </c:pt>
                <c:pt idx="41">
                  <c:v>2157</c:v>
                </c:pt>
                <c:pt idx="42">
                  <c:v>1828</c:v>
                </c:pt>
                <c:pt idx="43">
                  <c:v>1996</c:v>
                </c:pt>
                <c:pt idx="44">
                  <c:v>1706</c:v>
                </c:pt>
                <c:pt idx="45">
                  <c:v>1679</c:v>
                </c:pt>
                <c:pt idx="46">
                  <c:v>1591</c:v>
                </c:pt>
                <c:pt idx="47">
                  <c:v>1598</c:v>
                </c:pt>
                <c:pt idx="48">
                  <c:v>532</c:v>
                </c:pt>
                <c:pt idx="49">
                  <c:v>567</c:v>
                </c:pt>
                <c:pt idx="50">
                  <c:v>379</c:v>
                </c:pt>
                <c:pt idx="51">
                  <c:v>271</c:v>
                </c:pt>
                <c:pt idx="52">
                  <c:v>159</c:v>
                </c:pt>
                <c:pt idx="53">
                  <c:v>175</c:v>
                </c:pt>
                <c:pt idx="54">
                  <c:v>204</c:v>
                </c:pt>
                <c:pt idx="55">
                  <c:v>357</c:v>
                </c:pt>
                <c:pt idx="56">
                  <c:v>482</c:v>
                </c:pt>
                <c:pt idx="57">
                  <c:v>547</c:v>
                </c:pt>
                <c:pt idx="58">
                  <c:v>570</c:v>
                </c:pt>
                <c:pt idx="59">
                  <c:v>562</c:v>
                </c:pt>
                <c:pt idx="60">
                  <c:v>808</c:v>
                </c:pt>
                <c:pt idx="61">
                  <c:v>1380</c:v>
                </c:pt>
                <c:pt idx="62">
                  <c:v>1495</c:v>
                </c:pt>
                <c:pt idx="63">
                  <c:v>1659</c:v>
                </c:pt>
                <c:pt idx="64">
                  <c:v>1742</c:v>
                </c:pt>
                <c:pt idx="65">
                  <c:v>1865</c:v>
                </c:pt>
                <c:pt idx="66">
                  <c:v>1681</c:v>
                </c:pt>
                <c:pt idx="67">
                  <c:v>1325</c:v>
                </c:pt>
                <c:pt idx="68">
                  <c:v>989</c:v>
                </c:pt>
                <c:pt idx="69">
                  <c:v>1059</c:v>
                </c:pt>
                <c:pt idx="70">
                  <c:v>1124</c:v>
                </c:pt>
                <c:pt idx="71">
                  <c:v>1294</c:v>
                </c:pt>
                <c:pt idx="72">
                  <c:v>1394</c:v>
                </c:pt>
                <c:pt idx="73">
                  <c:v>1416</c:v>
                </c:pt>
                <c:pt idx="74">
                  <c:v>1972</c:v>
                </c:pt>
                <c:pt idx="75">
                  <c:v>2409</c:v>
                </c:pt>
                <c:pt idx="76">
                  <c:v>2731</c:v>
                </c:pt>
                <c:pt idx="77">
                  <c:v>2973</c:v>
                </c:pt>
                <c:pt idx="78">
                  <c:v>3024</c:v>
                </c:pt>
                <c:pt idx="79">
                  <c:v>3183</c:v>
                </c:pt>
                <c:pt idx="80">
                  <c:v>3180</c:v>
                </c:pt>
                <c:pt idx="81">
                  <c:v>2949</c:v>
                </c:pt>
                <c:pt idx="82">
                  <c:v>3032</c:v>
                </c:pt>
                <c:pt idx="83">
                  <c:v>2556</c:v>
                </c:pt>
                <c:pt idx="84">
                  <c:v>2394</c:v>
                </c:pt>
                <c:pt idx="85">
                  <c:v>2379</c:v>
                </c:pt>
                <c:pt idx="86">
                  <c:v>2199</c:v>
                </c:pt>
                <c:pt idx="87">
                  <c:v>2185</c:v>
                </c:pt>
                <c:pt idx="88">
                  <c:v>2437</c:v>
                </c:pt>
                <c:pt idx="89">
                  <c:v>2369</c:v>
                </c:pt>
                <c:pt idx="90">
                  <c:v>2188</c:v>
                </c:pt>
                <c:pt idx="91">
                  <c:v>2069</c:v>
                </c:pt>
                <c:pt idx="92">
                  <c:v>2073</c:v>
                </c:pt>
                <c:pt idx="93">
                  <c:v>1871</c:v>
                </c:pt>
                <c:pt idx="94">
                  <c:v>1293</c:v>
                </c:pt>
                <c:pt idx="95">
                  <c:v>967</c:v>
                </c:pt>
                <c:pt idx="96">
                  <c:v>208</c:v>
                </c:pt>
                <c:pt idx="97">
                  <c:v>189</c:v>
                </c:pt>
                <c:pt idx="98">
                  <c:v>263</c:v>
                </c:pt>
                <c:pt idx="99">
                  <c:v>216</c:v>
                </c:pt>
                <c:pt idx="100">
                  <c:v>232</c:v>
                </c:pt>
                <c:pt idx="101">
                  <c:v>288</c:v>
                </c:pt>
                <c:pt idx="102">
                  <c:v>300</c:v>
                </c:pt>
                <c:pt idx="103">
                  <c:v>307</c:v>
                </c:pt>
                <c:pt idx="104">
                  <c:v>473</c:v>
                </c:pt>
                <c:pt idx="105">
                  <c:v>357</c:v>
                </c:pt>
                <c:pt idx="106">
                  <c:v>349</c:v>
                </c:pt>
                <c:pt idx="107">
                  <c:v>415</c:v>
                </c:pt>
                <c:pt idx="108">
                  <c:v>428</c:v>
                </c:pt>
                <c:pt idx="109">
                  <c:v>495</c:v>
                </c:pt>
                <c:pt idx="110">
                  <c:v>455</c:v>
                </c:pt>
                <c:pt idx="111">
                  <c:v>515</c:v>
                </c:pt>
                <c:pt idx="112">
                  <c:v>628</c:v>
                </c:pt>
                <c:pt idx="113">
                  <c:v>460</c:v>
                </c:pt>
                <c:pt idx="114">
                  <c:v>388</c:v>
                </c:pt>
                <c:pt idx="115">
                  <c:v>483</c:v>
                </c:pt>
                <c:pt idx="116">
                  <c:v>567</c:v>
                </c:pt>
                <c:pt idx="117">
                  <c:v>651</c:v>
                </c:pt>
                <c:pt idx="118">
                  <c:v>698</c:v>
                </c:pt>
                <c:pt idx="119">
                  <c:v>940</c:v>
                </c:pt>
                <c:pt idx="120">
                  <c:v>1130</c:v>
                </c:pt>
                <c:pt idx="121">
                  <c:v>1036</c:v>
                </c:pt>
                <c:pt idx="122">
                  <c:v>833</c:v>
                </c:pt>
                <c:pt idx="123">
                  <c:v>779</c:v>
                </c:pt>
                <c:pt idx="124">
                  <c:v>764</c:v>
                </c:pt>
                <c:pt idx="125">
                  <c:v>647</c:v>
                </c:pt>
                <c:pt idx="126">
                  <c:v>839</c:v>
                </c:pt>
                <c:pt idx="127">
                  <c:v>950</c:v>
                </c:pt>
                <c:pt idx="128">
                  <c:v>1112</c:v>
                </c:pt>
                <c:pt idx="129">
                  <c:v>1184</c:v>
                </c:pt>
                <c:pt idx="130">
                  <c:v>1243</c:v>
                </c:pt>
                <c:pt idx="131">
                  <c:v>1138</c:v>
                </c:pt>
                <c:pt idx="132">
                  <c:v>1127</c:v>
                </c:pt>
                <c:pt idx="133">
                  <c:v>1285</c:v>
                </c:pt>
                <c:pt idx="134">
                  <c:v>1322</c:v>
                </c:pt>
                <c:pt idx="135">
                  <c:v>1400</c:v>
                </c:pt>
                <c:pt idx="136">
                  <c:v>1409</c:v>
                </c:pt>
                <c:pt idx="137">
                  <c:v>1526</c:v>
                </c:pt>
                <c:pt idx="138">
                  <c:v>1523</c:v>
                </c:pt>
                <c:pt idx="139">
                  <c:v>1520</c:v>
                </c:pt>
                <c:pt idx="140">
                  <c:v>1482</c:v>
                </c:pt>
                <c:pt idx="141">
                  <c:v>1482</c:v>
                </c:pt>
                <c:pt idx="142">
                  <c:v>1333</c:v>
                </c:pt>
                <c:pt idx="143">
                  <c:v>1315</c:v>
                </c:pt>
                <c:pt idx="144">
                  <c:v>1017</c:v>
                </c:pt>
                <c:pt idx="145">
                  <c:v>939</c:v>
                </c:pt>
                <c:pt idx="146">
                  <c:v>1041</c:v>
                </c:pt>
                <c:pt idx="147">
                  <c:v>986</c:v>
                </c:pt>
                <c:pt idx="148">
                  <c:v>977</c:v>
                </c:pt>
                <c:pt idx="149">
                  <c:v>896</c:v>
                </c:pt>
                <c:pt idx="150">
                  <c:v>614</c:v>
                </c:pt>
                <c:pt idx="151">
                  <c:v>478</c:v>
                </c:pt>
                <c:pt idx="152">
                  <c:v>413</c:v>
                </c:pt>
                <c:pt idx="153">
                  <c:v>382</c:v>
                </c:pt>
                <c:pt idx="154">
                  <c:v>372</c:v>
                </c:pt>
                <c:pt idx="155">
                  <c:v>354</c:v>
                </c:pt>
                <c:pt idx="156">
                  <c:v>330</c:v>
                </c:pt>
                <c:pt idx="157">
                  <c:v>272</c:v>
                </c:pt>
                <c:pt idx="158">
                  <c:v>260</c:v>
                </c:pt>
                <c:pt idx="159">
                  <c:v>228</c:v>
                </c:pt>
                <c:pt idx="160">
                  <c:v>218</c:v>
                </c:pt>
                <c:pt idx="161">
                  <c:v>189</c:v>
                </c:pt>
                <c:pt idx="162">
                  <c:v>263</c:v>
                </c:pt>
                <c:pt idx="163">
                  <c:v>319</c:v>
                </c:pt>
                <c:pt idx="164">
                  <c:v>294</c:v>
                </c:pt>
                <c:pt idx="165">
                  <c:v>188</c:v>
                </c:pt>
                <c:pt idx="166">
                  <c:v>201</c:v>
                </c:pt>
                <c:pt idx="167">
                  <c:v>250</c:v>
                </c:pt>
                <c:pt idx="168">
                  <c:v>278</c:v>
                </c:pt>
                <c:pt idx="169">
                  <c:v>322</c:v>
                </c:pt>
                <c:pt idx="170">
                  <c:v>322</c:v>
                </c:pt>
                <c:pt idx="171">
                  <c:v>260</c:v>
                </c:pt>
                <c:pt idx="172">
                  <c:v>142</c:v>
                </c:pt>
                <c:pt idx="173">
                  <c:v>232</c:v>
                </c:pt>
                <c:pt idx="174">
                  <c:v>297</c:v>
                </c:pt>
                <c:pt idx="175">
                  <c:v>469</c:v>
                </c:pt>
                <c:pt idx="176">
                  <c:v>654</c:v>
                </c:pt>
                <c:pt idx="177">
                  <c:v>812</c:v>
                </c:pt>
                <c:pt idx="178">
                  <c:v>985</c:v>
                </c:pt>
                <c:pt idx="179">
                  <c:v>1216</c:v>
                </c:pt>
                <c:pt idx="180">
                  <c:v>1420</c:v>
                </c:pt>
                <c:pt idx="181">
                  <c:v>1432</c:v>
                </c:pt>
                <c:pt idx="182">
                  <c:v>1392</c:v>
                </c:pt>
                <c:pt idx="183">
                  <c:v>1442</c:v>
                </c:pt>
                <c:pt idx="184">
                  <c:v>1450</c:v>
                </c:pt>
                <c:pt idx="185">
                  <c:v>1432</c:v>
                </c:pt>
                <c:pt idx="186">
                  <c:v>1322</c:v>
                </c:pt>
                <c:pt idx="187">
                  <c:v>1209</c:v>
                </c:pt>
                <c:pt idx="188">
                  <c:v>1216</c:v>
                </c:pt>
                <c:pt idx="189">
                  <c:v>1233</c:v>
                </c:pt>
                <c:pt idx="190">
                  <c:v>1271</c:v>
                </c:pt>
                <c:pt idx="191">
                  <c:v>1213</c:v>
                </c:pt>
                <c:pt idx="192">
                  <c:v>764</c:v>
                </c:pt>
                <c:pt idx="193">
                  <c:v>788</c:v>
                </c:pt>
                <c:pt idx="194">
                  <c:v>848</c:v>
                </c:pt>
                <c:pt idx="195">
                  <c:v>876</c:v>
                </c:pt>
                <c:pt idx="196">
                  <c:v>927</c:v>
                </c:pt>
                <c:pt idx="197">
                  <c:v>825</c:v>
                </c:pt>
                <c:pt idx="198">
                  <c:v>649</c:v>
                </c:pt>
                <c:pt idx="199">
                  <c:v>615</c:v>
                </c:pt>
                <c:pt idx="200">
                  <c:v>554</c:v>
                </c:pt>
                <c:pt idx="201">
                  <c:v>565</c:v>
                </c:pt>
                <c:pt idx="202">
                  <c:v>509</c:v>
                </c:pt>
                <c:pt idx="203">
                  <c:v>460</c:v>
                </c:pt>
                <c:pt idx="204">
                  <c:v>538</c:v>
                </c:pt>
                <c:pt idx="205">
                  <c:v>653</c:v>
                </c:pt>
                <c:pt idx="206">
                  <c:v>762</c:v>
                </c:pt>
                <c:pt idx="207">
                  <c:v>793</c:v>
                </c:pt>
                <c:pt idx="208">
                  <c:v>863</c:v>
                </c:pt>
                <c:pt idx="209">
                  <c:v>844</c:v>
                </c:pt>
                <c:pt idx="210">
                  <c:v>737</c:v>
                </c:pt>
                <c:pt idx="211">
                  <c:v>663</c:v>
                </c:pt>
                <c:pt idx="212">
                  <c:v>718</c:v>
                </c:pt>
                <c:pt idx="213">
                  <c:v>720</c:v>
                </c:pt>
                <c:pt idx="214">
                  <c:v>641</c:v>
                </c:pt>
                <c:pt idx="215">
                  <c:v>572</c:v>
                </c:pt>
                <c:pt idx="216">
                  <c:v>512</c:v>
                </c:pt>
                <c:pt idx="217">
                  <c:v>491</c:v>
                </c:pt>
                <c:pt idx="218">
                  <c:v>393</c:v>
                </c:pt>
                <c:pt idx="219">
                  <c:v>274</c:v>
                </c:pt>
                <c:pt idx="220">
                  <c:v>316</c:v>
                </c:pt>
                <c:pt idx="221">
                  <c:v>336</c:v>
                </c:pt>
                <c:pt idx="222">
                  <c:v>355</c:v>
                </c:pt>
                <c:pt idx="223">
                  <c:v>395</c:v>
                </c:pt>
                <c:pt idx="224">
                  <c:v>518</c:v>
                </c:pt>
                <c:pt idx="225">
                  <c:v>552</c:v>
                </c:pt>
                <c:pt idx="226">
                  <c:v>589</c:v>
                </c:pt>
                <c:pt idx="227">
                  <c:v>541</c:v>
                </c:pt>
                <c:pt idx="228">
                  <c:v>531</c:v>
                </c:pt>
                <c:pt idx="229">
                  <c:v>554</c:v>
                </c:pt>
                <c:pt idx="230">
                  <c:v>577</c:v>
                </c:pt>
                <c:pt idx="231">
                  <c:v>549</c:v>
                </c:pt>
                <c:pt idx="232">
                  <c:v>513</c:v>
                </c:pt>
                <c:pt idx="233">
                  <c:v>477</c:v>
                </c:pt>
                <c:pt idx="234">
                  <c:v>369</c:v>
                </c:pt>
                <c:pt idx="235">
                  <c:v>333</c:v>
                </c:pt>
                <c:pt idx="236">
                  <c:v>354</c:v>
                </c:pt>
                <c:pt idx="237">
                  <c:v>250</c:v>
                </c:pt>
                <c:pt idx="238">
                  <c:v>192</c:v>
                </c:pt>
                <c:pt idx="239">
                  <c:v>181</c:v>
                </c:pt>
                <c:pt idx="240">
                  <c:v>131</c:v>
                </c:pt>
                <c:pt idx="241">
                  <c:v>170</c:v>
                </c:pt>
                <c:pt idx="242">
                  <c:v>144</c:v>
                </c:pt>
                <c:pt idx="243">
                  <c:v>81</c:v>
                </c:pt>
                <c:pt idx="244">
                  <c:v>62</c:v>
                </c:pt>
                <c:pt idx="245">
                  <c:v>24</c:v>
                </c:pt>
                <c:pt idx="246">
                  <c:v>46</c:v>
                </c:pt>
                <c:pt idx="247">
                  <c:v>86</c:v>
                </c:pt>
                <c:pt idx="248">
                  <c:v>125</c:v>
                </c:pt>
                <c:pt idx="249">
                  <c:v>211</c:v>
                </c:pt>
                <c:pt idx="250">
                  <c:v>321</c:v>
                </c:pt>
                <c:pt idx="251">
                  <c:v>467</c:v>
                </c:pt>
                <c:pt idx="252">
                  <c:v>444</c:v>
                </c:pt>
                <c:pt idx="253">
                  <c:v>425</c:v>
                </c:pt>
                <c:pt idx="254">
                  <c:v>378</c:v>
                </c:pt>
                <c:pt idx="255">
                  <c:v>366</c:v>
                </c:pt>
                <c:pt idx="256">
                  <c:v>378</c:v>
                </c:pt>
                <c:pt idx="257">
                  <c:v>452</c:v>
                </c:pt>
                <c:pt idx="258">
                  <c:v>600</c:v>
                </c:pt>
                <c:pt idx="259">
                  <c:v>749</c:v>
                </c:pt>
                <c:pt idx="260">
                  <c:v>732</c:v>
                </c:pt>
                <c:pt idx="261">
                  <c:v>712</c:v>
                </c:pt>
                <c:pt idx="262">
                  <c:v>747</c:v>
                </c:pt>
                <c:pt idx="263">
                  <c:v>802</c:v>
                </c:pt>
                <c:pt idx="264">
                  <c:v>909</c:v>
                </c:pt>
                <c:pt idx="265">
                  <c:v>1055</c:v>
                </c:pt>
                <c:pt idx="266">
                  <c:v>1036</c:v>
                </c:pt>
                <c:pt idx="267">
                  <c:v>1099</c:v>
                </c:pt>
                <c:pt idx="268">
                  <c:v>1093</c:v>
                </c:pt>
                <c:pt idx="269">
                  <c:v>1181</c:v>
                </c:pt>
                <c:pt idx="270">
                  <c:v>1164</c:v>
                </c:pt>
                <c:pt idx="271">
                  <c:v>1158</c:v>
                </c:pt>
                <c:pt idx="272">
                  <c:v>1440</c:v>
                </c:pt>
                <c:pt idx="273">
                  <c:v>1569</c:v>
                </c:pt>
                <c:pt idx="274">
                  <c:v>1609</c:v>
                </c:pt>
                <c:pt idx="275">
                  <c:v>1289</c:v>
                </c:pt>
                <c:pt idx="276">
                  <c:v>1081</c:v>
                </c:pt>
                <c:pt idx="277">
                  <c:v>970</c:v>
                </c:pt>
                <c:pt idx="278">
                  <c:v>1021</c:v>
                </c:pt>
                <c:pt idx="279">
                  <c:v>1336</c:v>
                </c:pt>
                <c:pt idx="280">
                  <c:v>1338</c:v>
                </c:pt>
                <c:pt idx="281">
                  <c:v>1306</c:v>
                </c:pt>
                <c:pt idx="282">
                  <c:v>1415</c:v>
                </c:pt>
                <c:pt idx="283">
                  <c:v>1551</c:v>
                </c:pt>
                <c:pt idx="284">
                  <c:v>1474</c:v>
                </c:pt>
                <c:pt idx="285">
                  <c:v>1373</c:v>
                </c:pt>
                <c:pt idx="286">
                  <c:v>1254</c:v>
                </c:pt>
                <c:pt idx="287">
                  <c:v>1098</c:v>
                </c:pt>
                <c:pt idx="288">
                  <c:v>1317</c:v>
                </c:pt>
                <c:pt idx="289">
                  <c:v>1336</c:v>
                </c:pt>
                <c:pt idx="290">
                  <c:v>1246</c:v>
                </c:pt>
                <c:pt idx="291">
                  <c:v>1091</c:v>
                </c:pt>
                <c:pt idx="292">
                  <c:v>926</c:v>
                </c:pt>
                <c:pt idx="293">
                  <c:v>753</c:v>
                </c:pt>
                <c:pt idx="294">
                  <c:v>719</c:v>
                </c:pt>
                <c:pt idx="295">
                  <c:v>587</c:v>
                </c:pt>
                <c:pt idx="296">
                  <c:v>484</c:v>
                </c:pt>
                <c:pt idx="297">
                  <c:v>394</c:v>
                </c:pt>
                <c:pt idx="298">
                  <c:v>297</c:v>
                </c:pt>
                <c:pt idx="299">
                  <c:v>377</c:v>
                </c:pt>
                <c:pt idx="300">
                  <c:v>330</c:v>
                </c:pt>
                <c:pt idx="301">
                  <c:v>196</c:v>
                </c:pt>
                <c:pt idx="302">
                  <c:v>149</c:v>
                </c:pt>
                <c:pt idx="303">
                  <c:v>89</c:v>
                </c:pt>
                <c:pt idx="304">
                  <c:v>232</c:v>
                </c:pt>
                <c:pt idx="305">
                  <c:v>192</c:v>
                </c:pt>
                <c:pt idx="306">
                  <c:v>86</c:v>
                </c:pt>
                <c:pt idx="307">
                  <c:v>-3</c:v>
                </c:pt>
                <c:pt idx="308">
                  <c:v>2</c:v>
                </c:pt>
                <c:pt idx="309">
                  <c:v>-20</c:v>
                </c:pt>
                <c:pt idx="310">
                  <c:v>40</c:v>
                </c:pt>
                <c:pt idx="311">
                  <c:v>45</c:v>
                </c:pt>
                <c:pt idx="312">
                  <c:v>30</c:v>
                </c:pt>
                <c:pt idx="313">
                  <c:v>26</c:v>
                </c:pt>
                <c:pt idx="314">
                  <c:v>72</c:v>
                </c:pt>
                <c:pt idx="315">
                  <c:v>149</c:v>
                </c:pt>
                <c:pt idx="316">
                  <c:v>248</c:v>
                </c:pt>
                <c:pt idx="317">
                  <c:v>266</c:v>
                </c:pt>
                <c:pt idx="318">
                  <c:v>257</c:v>
                </c:pt>
                <c:pt idx="319">
                  <c:v>337</c:v>
                </c:pt>
                <c:pt idx="320">
                  <c:v>357</c:v>
                </c:pt>
                <c:pt idx="321">
                  <c:v>337</c:v>
                </c:pt>
                <c:pt idx="322">
                  <c:v>394</c:v>
                </c:pt>
                <c:pt idx="323">
                  <c:v>379</c:v>
                </c:pt>
                <c:pt idx="324">
                  <c:v>317</c:v>
                </c:pt>
                <c:pt idx="325">
                  <c:v>372</c:v>
                </c:pt>
                <c:pt idx="326">
                  <c:v>388</c:v>
                </c:pt>
                <c:pt idx="327">
                  <c:v>250</c:v>
                </c:pt>
                <c:pt idx="328">
                  <c:v>134</c:v>
                </c:pt>
                <c:pt idx="329">
                  <c:v>107</c:v>
                </c:pt>
                <c:pt idx="330">
                  <c:v>143</c:v>
                </c:pt>
                <c:pt idx="331">
                  <c:v>82</c:v>
                </c:pt>
                <c:pt idx="332">
                  <c:v>62</c:v>
                </c:pt>
                <c:pt idx="333">
                  <c:v>60</c:v>
                </c:pt>
                <c:pt idx="334">
                  <c:v>58</c:v>
                </c:pt>
                <c:pt idx="335">
                  <c:v>-6</c:v>
                </c:pt>
                <c:pt idx="336">
                  <c:v>232</c:v>
                </c:pt>
                <c:pt idx="337">
                  <c:v>173</c:v>
                </c:pt>
                <c:pt idx="338">
                  <c:v>174</c:v>
                </c:pt>
                <c:pt idx="339">
                  <c:v>190</c:v>
                </c:pt>
                <c:pt idx="340">
                  <c:v>207</c:v>
                </c:pt>
                <c:pt idx="341">
                  <c:v>203</c:v>
                </c:pt>
                <c:pt idx="342">
                  <c:v>185</c:v>
                </c:pt>
                <c:pt idx="343">
                  <c:v>160</c:v>
                </c:pt>
                <c:pt idx="344">
                  <c:v>147</c:v>
                </c:pt>
                <c:pt idx="345">
                  <c:v>114</c:v>
                </c:pt>
                <c:pt idx="346">
                  <c:v>124</c:v>
                </c:pt>
                <c:pt idx="347">
                  <c:v>158</c:v>
                </c:pt>
                <c:pt idx="348">
                  <c:v>153</c:v>
                </c:pt>
                <c:pt idx="349">
                  <c:v>209</c:v>
                </c:pt>
                <c:pt idx="350">
                  <c:v>225</c:v>
                </c:pt>
                <c:pt idx="351">
                  <c:v>205</c:v>
                </c:pt>
                <c:pt idx="352">
                  <c:v>284</c:v>
                </c:pt>
                <c:pt idx="353">
                  <c:v>379</c:v>
                </c:pt>
                <c:pt idx="354">
                  <c:v>472</c:v>
                </c:pt>
                <c:pt idx="355">
                  <c:v>462</c:v>
                </c:pt>
                <c:pt idx="356">
                  <c:v>348</c:v>
                </c:pt>
                <c:pt idx="357">
                  <c:v>218</c:v>
                </c:pt>
                <c:pt idx="358">
                  <c:v>168</c:v>
                </c:pt>
                <c:pt idx="359">
                  <c:v>123</c:v>
                </c:pt>
                <c:pt idx="360">
                  <c:v>81</c:v>
                </c:pt>
                <c:pt idx="361">
                  <c:v>146</c:v>
                </c:pt>
                <c:pt idx="362">
                  <c:v>169</c:v>
                </c:pt>
                <c:pt idx="363">
                  <c:v>119</c:v>
                </c:pt>
                <c:pt idx="364">
                  <c:v>122</c:v>
                </c:pt>
                <c:pt idx="365">
                  <c:v>144</c:v>
                </c:pt>
                <c:pt idx="366">
                  <c:v>135</c:v>
                </c:pt>
                <c:pt idx="367">
                  <c:v>185</c:v>
                </c:pt>
                <c:pt idx="368">
                  <c:v>250</c:v>
                </c:pt>
                <c:pt idx="369">
                  <c:v>291</c:v>
                </c:pt>
                <c:pt idx="370">
                  <c:v>335</c:v>
                </c:pt>
                <c:pt idx="371">
                  <c:v>252</c:v>
                </c:pt>
                <c:pt idx="372">
                  <c:v>178</c:v>
                </c:pt>
                <c:pt idx="373">
                  <c:v>244</c:v>
                </c:pt>
                <c:pt idx="374">
                  <c:v>305</c:v>
                </c:pt>
                <c:pt idx="375">
                  <c:v>364</c:v>
                </c:pt>
                <c:pt idx="376">
                  <c:v>427</c:v>
                </c:pt>
                <c:pt idx="377">
                  <c:v>487</c:v>
                </c:pt>
                <c:pt idx="378">
                  <c:v>502</c:v>
                </c:pt>
                <c:pt idx="379">
                  <c:v>439</c:v>
                </c:pt>
                <c:pt idx="380">
                  <c:v>472</c:v>
                </c:pt>
                <c:pt idx="381">
                  <c:v>587</c:v>
                </c:pt>
                <c:pt idx="382">
                  <c:v>682</c:v>
                </c:pt>
                <c:pt idx="383">
                  <c:v>720</c:v>
                </c:pt>
                <c:pt idx="384">
                  <c:v>561</c:v>
                </c:pt>
                <c:pt idx="385">
                  <c:v>449</c:v>
                </c:pt>
                <c:pt idx="386">
                  <c:v>305</c:v>
                </c:pt>
                <c:pt idx="387">
                  <c:v>149</c:v>
                </c:pt>
                <c:pt idx="388">
                  <c:v>328</c:v>
                </c:pt>
                <c:pt idx="389">
                  <c:v>540</c:v>
                </c:pt>
                <c:pt idx="390">
                  <c:v>689</c:v>
                </c:pt>
                <c:pt idx="391">
                  <c:v>824</c:v>
                </c:pt>
                <c:pt idx="392">
                  <c:v>923</c:v>
                </c:pt>
                <c:pt idx="393">
                  <c:v>1055</c:v>
                </c:pt>
                <c:pt idx="394">
                  <c:v>1119</c:v>
                </c:pt>
                <c:pt idx="395">
                  <c:v>1048</c:v>
                </c:pt>
                <c:pt idx="396">
                  <c:v>1125</c:v>
                </c:pt>
                <c:pt idx="397">
                  <c:v>1009</c:v>
                </c:pt>
                <c:pt idx="398">
                  <c:v>776</c:v>
                </c:pt>
                <c:pt idx="399">
                  <c:v>795</c:v>
                </c:pt>
                <c:pt idx="400">
                  <c:v>658</c:v>
                </c:pt>
                <c:pt idx="401">
                  <c:v>695</c:v>
                </c:pt>
                <c:pt idx="402">
                  <c:v>714</c:v>
                </c:pt>
                <c:pt idx="403">
                  <c:v>653</c:v>
                </c:pt>
                <c:pt idx="404">
                  <c:v>597</c:v>
                </c:pt>
                <c:pt idx="405">
                  <c:v>543</c:v>
                </c:pt>
                <c:pt idx="406">
                  <c:v>342</c:v>
                </c:pt>
                <c:pt idx="407">
                  <c:v>545</c:v>
                </c:pt>
                <c:pt idx="408">
                  <c:v>319</c:v>
                </c:pt>
                <c:pt idx="409">
                  <c:v>390</c:v>
                </c:pt>
                <c:pt idx="410">
                  <c:v>259</c:v>
                </c:pt>
                <c:pt idx="411">
                  <c:v>11</c:v>
                </c:pt>
                <c:pt idx="412">
                  <c:v>132</c:v>
                </c:pt>
                <c:pt idx="413">
                  <c:v>404</c:v>
                </c:pt>
                <c:pt idx="414">
                  <c:v>328</c:v>
                </c:pt>
                <c:pt idx="415">
                  <c:v>344</c:v>
                </c:pt>
                <c:pt idx="416">
                  <c:v>398</c:v>
                </c:pt>
                <c:pt idx="417">
                  <c:v>450</c:v>
                </c:pt>
                <c:pt idx="418">
                  <c:v>377</c:v>
                </c:pt>
                <c:pt idx="419">
                  <c:v>257</c:v>
                </c:pt>
                <c:pt idx="420">
                  <c:v>14</c:v>
                </c:pt>
                <c:pt idx="421">
                  <c:v>-23</c:v>
                </c:pt>
                <c:pt idx="422">
                  <c:v>-183</c:v>
                </c:pt>
                <c:pt idx="423">
                  <c:v>-295</c:v>
                </c:pt>
                <c:pt idx="424">
                  <c:v>-327</c:v>
                </c:pt>
                <c:pt idx="425">
                  <c:v>-286</c:v>
                </c:pt>
                <c:pt idx="426">
                  <c:v>-452</c:v>
                </c:pt>
                <c:pt idx="427">
                  <c:v>-688</c:v>
                </c:pt>
                <c:pt idx="428">
                  <c:v>-967</c:v>
                </c:pt>
                <c:pt idx="429">
                  <c:v>-971</c:v>
                </c:pt>
                <c:pt idx="430">
                  <c:v>-946</c:v>
                </c:pt>
                <c:pt idx="431">
                  <c:v>-880</c:v>
                </c:pt>
                <c:pt idx="432">
                  <c:v>416</c:v>
                </c:pt>
                <c:pt idx="433">
                  <c:v>823</c:v>
                </c:pt>
                <c:pt idx="434">
                  <c:v>726</c:v>
                </c:pt>
                <c:pt idx="435">
                  <c:v>854</c:v>
                </c:pt>
                <c:pt idx="436">
                  <c:v>879</c:v>
                </c:pt>
                <c:pt idx="437">
                  <c:v>1040</c:v>
                </c:pt>
                <c:pt idx="438">
                  <c:v>884</c:v>
                </c:pt>
                <c:pt idx="439">
                  <c:v>603</c:v>
                </c:pt>
                <c:pt idx="440">
                  <c:v>555</c:v>
                </c:pt>
                <c:pt idx="441">
                  <c:v>658</c:v>
                </c:pt>
                <c:pt idx="442">
                  <c:v>692</c:v>
                </c:pt>
                <c:pt idx="443">
                  <c:v>716</c:v>
                </c:pt>
                <c:pt idx="444">
                  <c:v>618</c:v>
                </c:pt>
                <c:pt idx="445">
                  <c:v>664</c:v>
                </c:pt>
                <c:pt idx="446">
                  <c:v>564</c:v>
                </c:pt>
                <c:pt idx="447">
                  <c:v>612</c:v>
                </c:pt>
                <c:pt idx="448">
                  <c:v>1096</c:v>
                </c:pt>
                <c:pt idx="449">
                  <c:v>1761</c:v>
                </c:pt>
                <c:pt idx="450">
                  <c:v>2249</c:v>
                </c:pt>
                <c:pt idx="451">
                  <c:v>2307</c:v>
                </c:pt>
                <c:pt idx="452">
                  <c:v>2207</c:v>
                </c:pt>
                <c:pt idx="453">
                  <c:v>2013</c:v>
                </c:pt>
                <c:pt idx="454">
                  <c:v>1794</c:v>
                </c:pt>
                <c:pt idx="455">
                  <c:v>1910</c:v>
                </c:pt>
                <c:pt idx="456">
                  <c:v>1412</c:v>
                </c:pt>
                <c:pt idx="457">
                  <c:v>1409</c:v>
                </c:pt>
                <c:pt idx="458">
                  <c:v>1213</c:v>
                </c:pt>
                <c:pt idx="459">
                  <c:v>1012</c:v>
                </c:pt>
                <c:pt idx="460">
                  <c:v>1262</c:v>
                </c:pt>
                <c:pt idx="461">
                  <c:v>1490</c:v>
                </c:pt>
                <c:pt idx="462">
                  <c:v>1767</c:v>
                </c:pt>
                <c:pt idx="463">
                  <c:v>2038</c:v>
                </c:pt>
                <c:pt idx="464">
                  <c:v>2126</c:v>
                </c:pt>
                <c:pt idx="465">
                  <c:v>1804</c:v>
                </c:pt>
                <c:pt idx="466">
                  <c:v>1229</c:v>
                </c:pt>
                <c:pt idx="467">
                  <c:v>814</c:v>
                </c:pt>
                <c:pt idx="468">
                  <c:v>685</c:v>
                </c:pt>
                <c:pt idx="469">
                  <c:v>602</c:v>
                </c:pt>
                <c:pt idx="470">
                  <c:v>554</c:v>
                </c:pt>
                <c:pt idx="471">
                  <c:v>297</c:v>
                </c:pt>
                <c:pt idx="472">
                  <c:v>-70</c:v>
                </c:pt>
                <c:pt idx="473">
                  <c:v>-380</c:v>
                </c:pt>
                <c:pt idx="474">
                  <c:v>-448</c:v>
                </c:pt>
                <c:pt idx="475">
                  <c:v>-366</c:v>
                </c:pt>
                <c:pt idx="476">
                  <c:v>-229</c:v>
                </c:pt>
                <c:pt idx="477">
                  <c:v>-159</c:v>
                </c:pt>
                <c:pt idx="478">
                  <c:v>433</c:v>
                </c:pt>
                <c:pt idx="479">
                  <c:v>741</c:v>
                </c:pt>
                <c:pt idx="480">
                  <c:v>991</c:v>
                </c:pt>
                <c:pt idx="481">
                  <c:v>1095</c:v>
                </c:pt>
                <c:pt idx="482">
                  <c:v>1099</c:v>
                </c:pt>
                <c:pt idx="483">
                  <c:v>928</c:v>
                </c:pt>
                <c:pt idx="484">
                  <c:v>896</c:v>
                </c:pt>
                <c:pt idx="485">
                  <c:v>1092</c:v>
                </c:pt>
                <c:pt idx="486">
                  <c:v>1097</c:v>
                </c:pt>
                <c:pt idx="487">
                  <c:v>1389</c:v>
                </c:pt>
                <c:pt idx="488">
                  <c:v>1378</c:v>
                </c:pt>
                <c:pt idx="489">
                  <c:v>1711</c:v>
                </c:pt>
                <c:pt idx="490">
                  <c:v>2028</c:v>
                </c:pt>
                <c:pt idx="491">
                  <c:v>2024</c:v>
                </c:pt>
                <c:pt idx="492">
                  <c:v>2233</c:v>
                </c:pt>
                <c:pt idx="493">
                  <c:v>1706</c:v>
                </c:pt>
                <c:pt idx="494">
                  <c:v>1796</c:v>
                </c:pt>
                <c:pt idx="495">
                  <c:v>1805</c:v>
                </c:pt>
                <c:pt idx="496">
                  <c:v>1930</c:v>
                </c:pt>
                <c:pt idx="497">
                  <c:v>1974</c:v>
                </c:pt>
                <c:pt idx="498">
                  <c:v>1804</c:v>
                </c:pt>
                <c:pt idx="499">
                  <c:v>1781</c:v>
                </c:pt>
                <c:pt idx="500">
                  <c:v>1684</c:v>
                </c:pt>
                <c:pt idx="501">
                  <c:v>1473</c:v>
                </c:pt>
                <c:pt idx="502">
                  <c:v>1343</c:v>
                </c:pt>
                <c:pt idx="503">
                  <c:v>1146</c:v>
                </c:pt>
                <c:pt idx="504">
                  <c:v>871</c:v>
                </c:pt>
                <c:pt idx="505">
                  <c:v>756</c:v>
                </c:pt>
                <c:pt idx="506">
                  <c:v>1073</c:v>
                </c:pt>
                <c:pt idx="507">
                  <c:v>1367</c:v>
                </c:pt>
                <c:pt idx="508">
                  <c:v>1514</c:v>
                </c:pt>
                <c:pt idx="509">
                  <c:v>1708</c:v>
                </c:pt>
                <c:pt idx="510">
                  <c:v>1832</c:v>
                </c:pt>
                <c:pt idx="511">
                  <c:v>1753</c:v>
                </c:pt>
                <c:pt idx="512">
                  <c:v>1663</c:v>
                </c:pt>
                <c:pt idx="513">
                  <c:v>1453</c:v>
                </c:pt>
                <c:pt idx="514">
                  <c:v>1327</c:v>
                </c:pt>
                <c:pt idx="515">
                  <c:v>1308</c:v>
                </c:pt>
                <c:pt idx="516">
                  <c:v>1304</c:v>
                </c:pt>
                <c:pt idx="517">
                  <c:v>1644</c:v>
                </c:pt>
                <c:pt idx="518">
                  <c:v>1721</c:v>
                </c:pt>
                <c:pt idx="519">
                  <c:v>1674</c:v>
                </c:pt>
                <c:pt idx="520">
                  <c:v>1293</c:v>
                </c:pt>
                <c:pt idx="521">
                  <c:v>1026</c:v>
                </c:pt>
                <c:pt idx="522">
                  <c:v>1006</c:v>
                </c:pt>
                <c:pt idx="523">
                  <c:v>952</c:v>
                </c:pt>
                <c:pt idx="524">
                  <c:v>718</c:v>
                </c:pt>
                <c:pt idx="525">
                  <c:v>520</c:v>
                </c:pt>
                <c:pt idx="526">
                  <c:v>459</c:v>
                </c:pt>
                <c:pt idx="527">
                  <c:v>239</c:v>
                </c:pt>
                <c:pt idx="528">
                  <c:v>786</c:v>
                </c:pt>
                <c:pt idx="529">
                  <c:v>810</c:v>
                </c:pt>
                <c:pt idx="530">
                  <c:v>744</c:v>
                </c:pt>
                <c:pt idx="531">
                  <c:v>805</c:v>
                </c:pt>
                <c:pt idx="532">
                  <c:v>778</c:v>
                </c:pt>
                <c:pt idx="533">
                  <c:v>749</c:v>
                </c:pt>
                <c:pt idx="534">
                  <c:v>849</c:v>
                </c:pt>
                <c:pt idx="535">
                  <c:v>550</c:v>
                </c:pt>
                <c:pt idx="536">
                  <c:v>354</c:v>
                </c:pt>
                <c:pt idx="537">
                  <c:v>339</c:v>
                </c:pt>
                <c:pt idx="538">
                  <c:v>302</c:v>
                </c:pt>
                <c:pt idx="539">
                  <c:v>187</c:v>
                </c:pt>
                <c:pt idx="540">
                  <c:v>-137</c:v>
                </c:pt>
                <c:pt idx="541">
                  <c:v>199</c:v>
                </c:pt>
                <c:pt idx="542">
                  <c:v>630</c:v>
                </c:pt>
                <c:pt idx="543">
                  <c:v>819</c:v>
                </c:pt>
                <c:pt idx="544">
                  <c:v>882</c:v>
                </c:pt>
                <c:pt idx="545">
                  <c:v>755</c:v>
                </c:pt>
                <c:pt idx="546">
                  <c:v>820</c:v>
                </c:pt>
                <c:pt idx="547">
                  <c:v>904</c:v>
                </c:pt>
                <c:pt idx="548">
                  <c:v>913</c:v>
                </c:pt>
                <c:pt idx="549">
                  <c:v>1013</c:v>
                </c:pt>
                <c:pt idx="550">
                  <c:v>1270</c:v>
                </c:pt>
                <c:pt idx="551">
                  <c:v>1298</c:v>
                </c:pt>
                <c:pt idx="552">
                  <c:v>1274</c:v>
                </c:pt>
                <c:pt idx="553">
                  <c:v>1262</c:v>
                </c:pt>
                <c:pt idx="554">
                  <c:v>1155</c:v>
                </c:pt>
                <c:pt idx="555">
                  <c:v>1149</c:v>
                </c:pt>
                <c:pt idx="556">
                  <c:v>1246</c:v>
                </c:pt>
                <c:pt idx="557">
                  <c:v>1303</c:v>
                </c:pt>
                <c:pt idx="558">
                  <c:v>1492</c:v>
                </c:pt>
                <c:pt idx="559">
                  <c:v>1182</c:v>
                </c:pt>
                <c:pt idx="560">
                  <c:v>831</c:v>
                </c:pt>
                <c:pt idx="561">
                  <c:v>427</c:v>
                </c:pt>
                <c:pt idx="562">
                  <c:v>142</c:v>
                </c:pt>
                <c:pt idx="563">
                  <c:v>-63</c:v>
                </c:pt>
                <c:pt idx="564">
                  <c:v>-119</c:v>
                </c:pt>
                <c:pt idx="565">
                  <c:v>-180</c:v>
                </c:pt>
                <c:pt idx="566">
                  <c:v>-353</c:v>
                </c:pt>
                <c:pt idx="567">
                  <c:v>-442</c:v>
                </c:pt>
                <c:pt idx="568">
                  <c:v>-469</c:v>
                </c:pt>
                <c:pt idx="569">
                  <c:v>-686</c:v>
                </c:pt>
                <c:pt idx="570">
                  <c:v>-735</c:v>
                </c:pt>
                <c:pt idx="571">
                  <c:v>-863</c:v>
                </c:pt>
                <c:pt idx="572">
                  <c:v>-1022</c:v>
                </c:pt>
                <c:pt idx="573">
                  <c:v>-1131</c:v>
                </c:pt>
                <c:pt idx="574">
                  <c:v>-1153</c:v>
                </c:pt>
                <c:pt idx="575">
                  <c:v>-1044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0B-4D8A-8A09-4C0C2D2E0A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92574191"/>
        <c:axId val="1392575151"/>
      </c:lineChart>
      <c:catAx>
        <c:axId val="1392574191"/>
        <c:scaling>
          <c:orientation val="minMax"/>
        </c:scaling>
        <c:delete val="1"/>
        <c:axPos val="b"/>
        <c:majorTickMark val="none"/>
        <c:minorTickMark val="none"/>
        <c:tickLblPos val="nextTo"/>
        <c:crossAx val="1392575151"/>
        <c:crosses val="autoZero"/>
        <c:auto val="1"/>
        <c:lblAlgn val="ctr"/>
        <c:lblOffset val="100"/>
        <c:noMultiLvlLbl val="0"/>
      </c:catAx>
      <c:valAx>
        <c:axId val="1392575151"/>
        <c:scaling>
          <c:orientation val="minMax"/>
          <c:max val="3200"/>
          <c:min val="-1000"/>
        </c:scaling>
        <c:delete val="1"/>
        <c:axPos val="l"/>
        <c:numFmt formatCode="General" sourceLinked="1"/>
        <c:majorTickMark val="none"/>
        <c:minorTickMark val="none"/>
        <c:tickLblPos val="nextTo"/>
        <c:crossAx val="1392574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5.8796296296296296E-3"/>
          <c:w val="0.99999999999999989"/>
          <c:h val="0.96144027777777774"/>
        </c:manualLayout>
      </c:layout>
      <c:lineChart>
        <c:grouping val="standard"/>
        <c:varyColors val="0"/>
        <c:ser>
          <c:idx val="2"/>
          <c:order val="0"/>
          <c:tx>
            <c:strRef>
              <c:f>load_ramping!$D$1</c:f>
              <c:strCache>
                <c:ptCount val="1"/>
                <c:pt idx="0">
                  <c:v>2015</c:v>
                </c:pt>
              </c:strCache>
            </c:strRef>
          </c:tx>
          <c:spPr>
            <a:ln w="6350" cap="rnd">
              <a:solidFill>
                <a:srgbClr val="156082"/>
              </a:solidFill>
              <a:round/>
            </a:ln>
            <a:effectLst/>
          </c:spPr>
          <c:marker>
            <c:symbol val="none"/>
          </c:marker>
          <c:val>
            <c:numRef>
              <c:f>load_ramping!$D$2:$D$25</c:f>
              <c:numCache>
                <c:formatCode>General</c:formatCode>
                <c:ptCount val="24"/>
                <c:pt idx="0">
                  <c:v>19313</c:v>
                </c:pt>
                <c:pt idx="1">
                  <c:v>18258</c:v>
                </c:pt>
                <c:pt idx="2">
                  <c:v>17822</c:v>
                </c:pt>
                <c:pt idx="3">
                  <c:v>17666</c:v>
                </c:pt>
                <c:pt idx="4">
                  <c:v>17900</c:v>
                </c:pt>
                <c:pt idx="5">
                  <c:v>18576</c:v>
                </c:pt>
                <c:pt idx="6">
                  <c:v>20556</c:v>
                </c:pt>
                <c:pt idx="7">
                  <c:v>21255</c:v>
                </c:pt>
                <c:pt idx="8">
                  <c:v>19828</c:v>
                </c:pt>
                <c:pt idx="9">
                  <c:v>18643</c:v>
                </c:pt>
                <c:pt idx="10">
                  <c:v>18151</c:v>
                </c:pt>
                <c:pt idx="11">
                  <c:v>17571</c:v>
                </c:pt>
                <c:pt idx="12">
                  <c:v>17375</c:v>
                </c:pt>
                <c:pt idx="13">
                  <c:v>17560</c:v>
                </c:pt>
                <c:pt idx="14">
                  <c:v>17714</c:v>
                </c:pt>
                <c:pt idx="15">
                  <c:v>18176</c:v>
                </c:pt>
                <c:pt idx="16">
                  <c:v>19202</c:v>
                </c:pt>
                <c:pt idx="17">
                  <c:v>20934</c:v>
                </c:pt>
                <c:pt idx="18">
                  <c:v>22953</c:v>
                </c:pt>
                <c:pt idx="19">
                  <c:v>24839</c:v>
                </c:pt>
                <c:pt idx="20">
                  <c:v>26129</c:v>
                </c:pt>
                <c:pt idx="21">
                  <c:v>25022</c:v>
                </c:pt>
                <c:pt idx="22">
                  <c:v>22888</c:v>
                </c:pt>
                <c:pt idx="23">
                  <c:v>20759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D4-4285-BBEE-A4DDD0A1C569}"/>
            </c:ext>
          </c:extLst>
        </c:ser>
        <c:ser>
          <c:idx val="4"/>
          <c:order val="1"/>
          <c:tx>
            <c:strRef>
              <c:f>load_ramping!$F$1</c:f>
              <c:strCache>
                <c:ptCount val="1"/>
                <c:pt idx="0">
                  <c:v>2017</c:v>
                </c:pt>
              </c:strCache>
            </c:strRef>
          </c:tx>
          <c:spPr>
            <a:ln w="6350" cap="rnd">
              <a:solidFill>
                <a:srgbClr val="196B24"/>
              </a:solidFill>
              <a:round/>
            </a:ln>
            <a:effectLst/>
          </c:spPr>
          <c:marker>
            <c:symbol val="none"/>
          </c:marker>
          <c:val>
            <c:numRef>
              <c:f>load_ramping!$F$2:$F$25</c:f>
              <c:numCache>
                <c:formatCode>General</c:formatCode>
                <c:ptCount val="24"/>
                <c:pt idx="0">
                  <c:v>16896</c:v>
                </c:pt>
                <c:pt idx="1">
                  <c:v>15981</c:v>
                </c:pt>
                <c:pt idx="2">
                  <c:v>15791</c:v>
                </c:pt>
                <c:pt idx="3">
                  <c:v>15319</c:v>
                </c:pt>
                <c:pt idx="4">
                  <c:v>15998</c:v>
                </c:pt>
                <c:pt idx="5">
                  <c:v>17155</c:v>
                </c:pt>
                <c:pt idx="6">
                  <c:v>19077</c:v>
                </c:pt>
                <c:pt idx="7">
                  <c:v>18777</c:v>
                </c:pt>
                <c:pt idx="8">
                  <c:v>15229</c:v>
                </c:pt>
                <c:pt idx="9">
                  <c:v>12891</c:v>
                </c:pt>
                <c:pt idx="10">
                  <c:v>11961</c:v>
                </c:pt>
                <c:pt idx="11">
                  <c:v>12319</c:v>
                </c:pt>
                <c:pt idx="12">
                  <c:v>11703</c:v>
                </c:pt>
                <c:pt idx="13">
                  <c:v>11818</c:v>
                </c:pt>
                <c:pt idx="14">
                  <c:v>11981</c:v>
                </c:pt>
                <c:pt idx="15">
                  <c:v>12711</c:v>
                </c:pt>
                <c:pt idx="16">
                  <c:v>13716</c:v>
                </c:pt>
                <c:pt idx="17">
                  <c:v>16148</c:v>
                </c:pt>
                <c:pt idx="18">
                  <c:v>19721</c:v>
                </c:pt>
                <c:pt idx="19">
                  <c:v>22119</c:v>
                </c:pt>
                <c:pt idx="20">
                  <c:v>22389</c:v>
                </c:pt>
                <c:pt idx="21">
                  <c:v>21987</c:v>
                </c:pt>
                <c:pt idx="22">
                  <c:v>21697</c:v>
                </c:pt>
                <c:pt idx="23">
                  <c:v>20387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D4-4285-BBEE-A4DDD0A1C569}"/>
            </c:ext>
          </c:extLst>
        </c:ser>
        <c:ser>
          <c:idx val="6"/>
          <c:order val="2"/>
          <c:tx>
            <c:strRef>
              <c:f>load_ramping!$H$1</c:f>
              <c:strCache>
                <c:ptCount val="1"/>
                <c:pt idx="0">
                  <c:v>2019</c:v>
                </c:pt>
              </c:strCache>
            </c:strRef>
          </c:tx>
          <c:spPr>
            <a:ln w="63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val>
            <c:numRef>
              <c:f>load_ramping!$H$2:$H$25</c:f>
              <c:numCache>
                <c:formatCode>General</c:formatCode>
                <c:ptCount val="24"/>
                <c:pt idx="0">
                  <c:v>19368</c:v>
                </c:pt>
                <c:pt idx="1">
                  <c:v>18725</c:v>
                </c:pt>
                <c:pt idx="2">
                  <c:v>18121</c:v>
                </c:pt>
                <c:pt idx="3">
                  <c:v>17963</c:v>
                </c:pt>
                <c:pt idx="4">
                  <c:v>18041</c:v>
                </c:pt>
                <c:pt idx="5">
                  <c:v>18465</c:v>
                </c:pt>
                <c:pt idx="6">
                  <c:v>19336</c:v>
                </c:pt>
                <c:pt idx="7">
                  <c:v>17021</c:v>
                </c:pt>
                <c:pt idx="8">
                  <c:v>12414</c:v>
                </c:pt>
                <c:pt idx="9">
                  <c:v>9950</c:v>
                </c:pt>
                <c:pt idx="10">
                  <c:v>8890</c:v>
                </c:pt>
                <c:pt idx="11">
                  <c:v>8822</c:v>
                </c:pt>
                <c:pt idx="12">
                  <c:v>8548</c:v>
                </c:pt>
                <c:pt idx="13">
                  <c:v>8430</c:v>
                </c:pt>
                <c:pt idx="14">
                  <c:v>8301</c:v>
                </c:pt>
                <c:pt idx="15">
                  <c:v>9154</c:v>
                </c:pt>
                <c:pt idx="16">
                  <c:v>11107</c:v>
                </c:pt>
                <c:pt idx="17">
                  <c:v>15943</c:v>
                </c:pt>
                <c:pt idx="18">
                  <c:v>21782</c:v>
                </c:pt>
                <c:pt idx="19">
                  <c:v>24541</c:v>
                </c:pt>
                <c:pt idx="20">
                  <c:v>24349</c:v>
                </c:pt>
                <c:pt idx="21">
                  <c:v>23280</c:v>
                </c:pt>
                <c:pt idx="22">
                  <c:v>21810</c:v>
                </c:pt>
                <c:pt idx="23">
                  <c:v>20391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8D4-4285-BBEE-A4DDD0A1C5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9266992"/>
        <c:axId val="539265552"/>
      </c:lineChart>
      <c:catAx>
        <c:axId val="539266992"/>
        <c:scaling>
          <c:orientation val="minMax"/>
        </c:scaling>
        <c:delete val="1"/>
        <c:axPos val="b"/>
        <c:majorTickMark val="none"/>
        <c:minorTickMark val="none"/>
        <c:tickLblPos val="nextTo"/>
        <c:crossAx val="539265552"/>
        <c:crosses val="autoZero"/>
        <c:auto val="1"/>
        <c:lblAlgn val="ctr"/>
        <c:lblOffset val="100"/>
        <c:noMultiLvlLbl val="0"/>
      </c:catAx>
      <c:valAx>
        <c:axId val="539265552"/>
        <c:scaling>
          <c:orientation val="minMax"/>
          <c:max val="27000"/>
          <c:min val="8000"/>
        </c:scaling>
        <c:delete val="1"/>
        <c:axPos val="l"/>
        <c:numFmt formatCode="General" sourceLinked="1"/>
        <c:majorTickMark val="none"/>
        <c:minorTickMark val="none"/>
        <c:tickLblPos val="nextTo"/>
        <c:crossAx val="539266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Firm</c:v>
                </c:pt>
              </c:strCache>
            </c:strRef>
          </c:tx>
          <c:spPr>
            <a:solidFill>
              <a:srgbClr val="E8E8E8"/>
            </a:solidFill>
            <a:ln>
              <a:noFill/>
            </a:ln>
            <a:effectLst/>
          </c:spPr>
          <c:val>
            <c:numRef>
              <c:f>Sheet1!$C$2:$C$121</c:f>
              <c:numCache>
                <c:formatCode>General</c:formatCode>
                <c:ptCount val="120"/>
                <c:pt idx="0">
                  <c:v>5574.8899999999994</c:v>
                </c:pt>
                <c:pt idx="1">
                  <c:v>5278.09</c:v>
                </c:pt>
                <c:pt idx="2">
                  <c:v>5302.18</c:v>
                </c:pt>
                <c:pt idx="3">
                  <c:v>5650.9699999999993</c:v>
                </c:pt>
                <c:pt idx="4">
                  <c:v>5563.45</c:v>
                </c:pt>
                <c:pt idx="5">
                  <c:v>5300.67</c:v>
                </c:pt>
                <c:pt idx="6">
                  <c:v>5379.4599999999991</c:v>
                </c:pt>
                <c:pt idx="7">
                  <c:v>5502.18</c:v>
                </c:pt>
                <c:pt idx="8">
                  <c:v>5274.12</c:v>
                </c:pt>
                <c:pt idx="9">
                  <c:v>5499.9699999999993</c:v>
                </c:pt>
                <c:pt idx="10">
                  <c:v>5772.55</c:v>
                </c:pt>
                <c:pt idx="11">
                  <c:v>5679.72</c:v>
                </c:pt>
                <c:pt idx="12">
                  <c:v>5683.14</c:v>
                </c:pt>
                <c:pt idx="13">
                  <c:v>5600.65</c:v>
                </c:pt>
                <c:pt idx="14">
                  <c:v>5633.16</c:v>
                </c:pt>
                <c:pt idx="15">
                  <c:v>5636.3899999999994</c:v>
                </c:pt>
                <c:pt idx="16">
                  <c:v>5781.7999999999993</c:v>
                </c:pt>
                <c:pt idx="17">
                  <c:v>5731.47</c:v>
                </c:pt>
                <c:pt idx="18">
                  <c:v>5700.94</c:v>
                </c:pt>
                <c:pt idx="19">
                  <c:v>5636.3899999999994</c:v>
                </c:pt>
                <c:pt idx="20">
                  <c:v>5636.3899999999994</c:v>
                </c:pt>
                <c:pt idx="21">
                  <c:v>5636.3899999999994</c:v>
                </c:pt>
                <c:pt idx="22">
                  <c:v>5797.76</c:v>
                </c:pt>
                <c:pt idx="23">
                  <c:v>5733.21</c:v>
                </c:pt>
                <c:pt idx="24">
                  <c:v>5700.94</c:v>
                </c:pt>
                <c:pt idx="25">
                  <c:v>5000</c:v>
                </c:pt>
                <c:pt idx="26">
                  <c:v>5000</c:v>
                </c:pt>
                <c:pt idx="27">
                  <c:v>5000</c:v>
                </c:pt>
                <c:pt idx="28">
                  <c:v>5000</c:v>
                </c:pt>
                <c:pt idx="29">
                  <c:v>5000</c:v>
                </c:pt>
                <c:pt idx="30">
                  <c:v>5000</c:v>
                </c:pt>
                <c:pt idx="31">
                  <c:v>5000</c:v>
                </c:pt>
                <c:pt idx="32">
                  <c:v>5000</c:v>
                </c:pt>
                <c:pt idx="33">
                  <c:v>5000</c:v>
                </c:pt>
                <c:pt idx="34">
                  <c:v>5000</c:v>
                </c:pt>
                <c:pt idx="35">
                  <c:v>5000</c:v>
                </c:pt>
                <c:pt idx="36">
                  <c:v>5000</c:v>
                </c:pt>
                <c:pt idx="37">
                  <c:v>5000</c:v>
                </c:pt>
                <c:pt idx="38">
                  <c:v>5000</c:v>
                </c:pt>
                <c:pt idx="39">
                  <c:v>5000</c:v>
                </c:pt>
                <c:pt idx="40">
                  <c:v>5000</c:v>
                </c:pt>
                <c:pt idx="41">
                  <c:v>5000</c:v>
                </c:pt>
                <c:pt idx="42">
                  <c:v>5000</c:v>
                </c:pt>
                <c:pt idx="43">
                  <c:v>5000</c:v>
                </c:pt>
                <c:pt idx="44">
                  <c:v>5000</c:v>
                </c:pt>
                <c:pt idx="45">
                  <c:v>5000</c:v>
                </c:pt>
                <c:pt idx="46">
                  <c:v>5000</c:v>
                </c:pt>
                <c:pt idx="47">
                  <c:v>5000</c:v>
                </c:pt>
                <c:pt idx="48">
                  <c:v>5000</c:v>
                </c:pt>
                <c:pt idx="49">
                  <c:v>5000</c:v>
                </c:pt>
                <c:pt idx="50">
                  <c:v>5000</c:v>
                </c:pt>
                <c:pt idx="51">
                  <c:v>5000</c:v>
                </c:pt>
                <c:pt idx="52">
                  <c:v>5000</c:v>
                </c:pt>
                <c:pt idx="53">
                  <c:v>5000</c:v>
                </c:pt>
                <c:pt idx="54">
                  <c:v>5000</c:v>
                </c:pt>
                <c:pt idx="55">
                  <c:v>5000</c:v>
                </c:pt>
                <c:pt idx="56">
                  <c:v>5000</c:v>
                </c:pt>
                <c:pt idx="57">
                  <c:v>5000</c:v>
                </c:pt>
                <c:pt idx="58">
                  <c:v>5000</c:v>
                </c:pt>
                <c:pt idx="59">
                  <c:v>5000</c:v>
                </c:pt>
                <c:pt idx="60">
                  <c:v>5000</c:v>
                </c:pt>
                <c:pt idx="61">
                  <c:v>5000</c:v>
                </c:pt>
                <c:pt idx="62">
                  <c:v>5000</c:v>
                </c:pt>
                <c:pt idx="63">
                  <c:v>5000</c:v>
                </c:pt>
                <c:pt idx="64">
                  <c:v>5000</c:v>
                </c:pt>
                <c:pt idx="65">
                  <c:v>5000</c:v>
                </c:pt>
                <c:pt idx="66">
                  <c:v>5000</c:v>
                </c:pt>
                <c:pt idx="67">
                  <c:v>5000</c:v>
                </c:pt>
                <c:pt idx="68">
                  <c:v>5000</c:v>
                </c:pt>
                <c:pt idx="69">
                  <c:v>5000</c:v>
                </c:pt>
                <c:pt idx="70">
                  <c:v>5000</c:v>
                </c:pt>
                <c:pt idx="71">
                  <c:v>5000</c:v>
                </c:pt>
                <c:pt idx="72">
                  <c:v>5000</c:v>
                </c:pt>
                <c:pt idx="73">
                  <c:v>5000</c:v>
                </c:pt>
                <c:pt idx="74">
                  <c:v>5000</c:v>
                </c:pt>
                <c:pt idx="75">
                  <c:v>5000</c:v>
                </c:pt>
                <c:pt idx="76">
                  <c:v>5000</c:v>
                </c:pt>
                <c:pt idx="77">
                  <c:v>5000</c:v>
                </c:pt>
                <c:pt idx="78">
                  <c:v>5000</c:v>
                </c:pt>
                <c:pt idx="79">
                  <c:v>5000</c:v>
                </c:pt>
                <c:pt idx="80">
                  <c:v>5000</c:v>
                </c:pt>
                <c:pt idx="81">
                  <c:v>5000</c:v>
                </c:pt>
                <c:pt idx="82">
                  <c:v>5000</c:v>
                </c:pt>
                <c:pt idx="83">
                  <c:v>5000</c:v>
                </c:pt>
                <c:pt idx="84">
                  <c:v>5000</c:v>
                </c:pt>
                <c:pt idx="85">
                  <c:v>5000</c:v>
                </c:pt>
                <c:pt idx="86">
                  <c:v>5000</c:v>
                </c:pt>
                <c:pt idx="87">
                  <c:v>5000</c:v>
                </c:pt>
                <c:pt idx="88">
                  <c:v>5000</c:v>
                </c:pt>
                <c:pt idx="89">
                  <c:v>5000</c:v>
                </c:pt>
                <c:pt idx="90">
                  <c:v>5000</c:v>
                </c:pt>
                <c:pt idx="91">
                  <c:v>5000</c:v>
                </c:pt>
                <c:pt idx="92">
                  <c:v>5000</c:v>
                </c:pt>
                <c:pt idx="93">
                  <c:v>5000</c:v>
                </c:pt>
                <c:pt idx="94">
                  <c:v>5000</c:v>
                </c:pt>
                <c:pt idx="95">
                  <c:v>5000</c:v>
                </c:pt>
                <c:pt idx="96">
                  <c:v>5000</c:v>
                </c:pt>
                <c:pt idx="97">
                  <c:v>5000</c:v>
                </c:pt>
                <c:pt idx="98">
                  <c:v>5000</c:v>
                </c:pt>
                <c:pt idx="99">
                  <c:v>5000</c:v>
                </c:pt>
                <c:pt idx="100">
                  <c:v>5000</c:v>
                </c:pt>
                <c:pt idx="101">
                  <c:v>5000</c:v>
                </c:pt>
                <c:pt idx="102">
                  <c:v>5000</c:v>
                </c:pt>
                <c:pt idx="103">
                  <c:v>5000</c:v>
                </c:pt>
                <c:pt idx="104">
                  <c:v>5328.74</c:v>
                </c:pt>
                <c:pt idx="105">
                  <c:v>5219.7999999999993</c:v>
                </c:pt>
                <c:pt idx="106">
                  <c:v>5339.26</c:v>
                </c:pt>
                <c:pt idx="107">
                  <c:v>5208.57</c:v>
                </c:pt>
                <c:pt idx="108">
                  <c:v>5413.66</c:v>
                </c:pt>
                <c:pt idx="109">
                  <c:v>5318.94</c:v>
                </c:pt>
                <c:pt idx="110">
                  <c:v>5283.91</c:v>
                </c:pt>
                <c:pt idx="111">
                  <c:v>5285.7</c:v>
                </c:pt>
                <c:pt idx="112">
                  <c:v>5237.9400000000005</c:v>
                </c:pt>
                <c:pt idx="113">
                  <c:v>5209.8599999999997</c:v>
                </c:pt>
                <c:pt idx="114">
                  <c:v>5179.4699999999993</c:v>
                </c:pt>
                <c:pt idx="115">
                  <c:v>5463.75</c:v>
                </c:pt>
                <c:pt idx="116">
                  <c:v>5374.93</c:v>
                </c:pt>
                <c:pt idx="117">
                  <c:v>5306.67</c:v>
                </c:pt>
                <c:pt idx="118">
                  <c:v>5220.04</c:v>
                </c:pt>
                <c:pt idx="119">
                  <c:v>5194.96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3E-4BF7-9C81-58B98AD58BC1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Nuclear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val>
            <c:numRef>
              <c:f>Sheet1!$D$2:$D$121</c:f>
              <c:numCache>
                <c:formatCode>0</c:formatCode>
                <c:ptCount val="1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2691.0699999999997</c:v>
                </c:pt>
                <c:pt idx="26">
                  <c:v>3358.7799999999988</c:v>
                </c:pt>
                <c:pt idx="27">
                  <c:v>3666.7099999999991</c:v>
                </c:pt>
                <c:pt idx="28">
                  <c:v>4000.7700000000004</c:v>
                </c:pt>
                <c:pt idx="29">
                  <c:v>4020.26</c:v>
                </c:pt>
                <c:pt idx="30">
                  <c:v>4039.74</c:v>
                </c:pt>
                <c:pt idx="31">
                  <c:v>4036.3700000000008</c:v>
                </c:pt>
                <c:pt idx="32">
                  <c:v>3995.8600000000006</c:v>
                </c:pt>
                <c:pt idx="33">
                  <c:v>3995.8600000000006</c:v>
                </c:pt>
                <c:pt idx="34">
                  <c:v>3995.8600000000006</c:v>
                </c:pt>
                <c:pt idx="35">
                  <c:v>4200.7299999999996</c:v>
                </c:pt>
                <c:pt idx="36">
                  <c:v>4118.7800000000007</c:v>
                </c:pt>
                <c:pt idx="37">
                  <c:v>4077.8099999999995</c:v>
                </c:pt>
                <c:pt idx="38">
                  <c:v>3995.8600000000006</c:v>
                </c:pt>
                <c:pt idx="39">
                  <c:v>3995.8600000000006</c:v>
                </c:pt>
                <c:pt idx="40">
                  <c:v>3995.8600000000006</c:v>
                </c:pt>
                <c:pt idx="41">
                  <c:v>4200.7299999999996</c:v>
                </c:pt>
                <c:pt idx="42">
                  <c:v>4118.7800000000007</c:v>
                </c:pt>
                <c:pt idx="43">
                  <c:v>4152.8099999999995</c:v>
                </c:pt>
                <c:pt idx="44">
                  <c:v>3995.8600000000006</c:v>
                </c:pt>
                <c:pt idx="45">
                  <c:v>4006.5</c:v>
                </c:pt>
                <c:pt idx="46">
                  <c:v>3995.8600000000006</c:v>
                </c:pt>
                <c:pt idx="47">
                  <c:v>4195.6399999999994</c:v>
                </c:pt>
                <c:pt idx="48">
                  <c:v>4115.7299999999996</c:v>
                </c:pt>
                <c:pt idx="49">
                  <c:v>4150.7700000000004</c:v>
                </c:pt>
                <c:pt idx="50">
                  <c:v>4070.8600000000006</c:v>
                </c:pt>
                <c:pt idx="51">
                  <c:v>3995.8600000000006</c:v>
                </c:pt>
                <c:pt idx="52">
                  <c:v>3995.8600000000006</c:v>
                </c:pt>
                <c:pt idx="53">
                  <c:v>4197.5300000000007</c:v>
                </c:pt>
                <c:pt idx="54">
                  <c:v>4084.7999999999993</c:v>
                </c:pt>
                <c:pt idx="55">
                  <c:v>4093.5300000000007</c:v>
                </c:pt>
                <c:pt idx="56">
                  <c:v>3952.3600000000006</c:v>
                </c:pt>
                <c:pt idx="57">
                  <c:v>4008.3999999999996</c:v>
                </c:pt>
                <c:pt idx="58">
                  <c:v>4083.3999999999996</c:v>
                </c:pt>
                <c:pt idx="59">
                  <c:v>4331.2999999999993</c:v>
                </c:pt>
                <c:pt idx="60">
                  <c:v>4207.1399999999994</c:v>
                </c:pt>
                <c:pt idx="61">
                  <c:v>4107.5599999999995</c:v>
                </c:pt>
                <c:pt idx="62">
                  <c:v>4083.3999999999996</c:v>
                </c:pt>
                <c:pt idx="63">
                  <c:v>4083.3999999999996</c:v>
                </c:pt>
                <c:pt idx="64">
                  <c:v>4083.3999999999996</c:v>
                </c:pt>
                <c:pt idx="65">
                  <c:v>4274.2099999999991</c:v>
                </c:pt>
                <c:pt idx="66">
                  <c:v>4219.6900000000005</c:v>
                </c:pt>
                <c:pt idx="67">
                  <c:v>4165.17</c:v>
                </c:pt>
                <c:pt idx="68">
                  <c:v>4137.92</c:v>
                </c:pt>
                <c:pt idx="69">
                  <c:v>4083.3999999999996</c:v>
                </c:pt>
                <c:pt idx="70">
                  <c:v>4083.3999999999996</c:v>
                </c:pt>
                <c:pt idx="71">
                  <c:v>4108.3999999999996</c:v>
                </c:pt>
                <c:pt idx="72">
                  <c:v>4339.68</c:v>
                </c:pt>
                <c:pt idx="73">
                  <c:v>4247.17</c:v>
                </c:pt>
                <c:pt idx="74">
                  <c:v>4200.91</c:v>
                </c:pt>
                <c:pt idx="75">
                  <c:v>4075.76</c:v>
                </c:pt>
                <c:pt idx="76">
                  <c:v>4047.3799999999992</c:v>
                </c:pt>
                <c:pt idx="77">
                  <c:v>3733.0399999999991</c:v>
                </c:pt>
                <c:pt idx="78">
                  <c:v>4356.2999999999993</c:v>
                </c:pt>
                <c:pt idx="79">
                  <c:v>4257.1399999999994</c:v>
                </c:pt>
                <c:pt idx="80">
                  <c:v>4207.5599999999995</c:v>
                </c:pt>
                <c:pt idx="81">
                  <c:v>4108.3999999999996</c:v>
                </c:pt>
                <c:pt idx="82">
                  <c:v>4108.3999999999996</c:v>
                </c:pt>
                <c:pt idx="83">
                  <c:v>4108.3999999999996</c:v>
                </c:pt>
                <c:pt idx="84">
                  <c:v>4318.25</c:v>
                </c:pt>
                <c:pt idx="85">
                  <c:v>4270.9700000000012</c:v>
                </c:pt>
                <c:pt idx="86">
                  <c:v>4119.82</c:v>
                </c:pt>
                <c:pt idx="87">
                  <c:v>4011.4400000000005</c:v>
                </c:pt>
                <c:pt idx="88">
                  <c:v>4788.43</c:v>
                </c:pt>
                <c:pt idx="89">
                  <c:v>7193.33</c:v>
                </c:pt>
                <c:pt idx="90">
                  <c:v>7598.619999999999</c:v>
                </c:pt>
                <c:pt idx="91">
                  <c:v>7348.9</c:v>
                </c:pt>
                <c:pt idx="92">
                  <c:v>6469.07</c:v>
                </c:pt>
                <c:pt idx="93">
                  <c:v>4011.4400000000005</c:v>
                </c:pt>
                <c:pt idx="94">
                  <c:v>4011.4400000000005</c:v>
                </c:pt>
                <c:pt idx="95">
                  <c:v>4011.4400000000005</c:v>
                </c:pt>
                <c:pt idx="96">
                  <c:v>3734.3999999999996</c:v>
                </c:pt>
                <c:pt idx="97">
                  <c:v>4060.1800000000003</c:v>
                </c:pt>
                <c:pt idx="98">
                  <c:v>4010.6000000000004</c:v>
                </c:pt>
                <c:pt idx="99">
                  <c:v>3911.4400000000005</c:v>
                </c:pt>
                <c:pt idx="100">
                  <c:v>3895.4400000000005</c:v>
                </c:pt>
                <c:pt idx="101">
                  <c:v>3895.4400000000005</c:v>
                </c:pt>
                <c:pt idx="102">
                  <c:v>4083.6399999999994</c:v>
                </c:pt>
                <c:pt idx="103">
                  <c:v>2539.1100000000006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3E-4BF7-9C81-58B98AD58BC1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Wind_Solar</c:v>
                </c:pt>
              </c:strCache>
            </c:strRef>
          </c:tx>
          <c:spPr>
            <a:solidFill>
              <a:srgbClr val="0E2841">
                <a:lumMod val="10000"/>
                <a:lumOff val="90000"/>
              </a:srgbClr>
            </a:solidFill>
            <a:ln>
              <a:noFill/>
            </a:ln>
            <a:effectLst/>
          </c:spPr>
          <c:val>
            <c:numRef>
              <c:f>Sheet1!$E$2:$E$121</c:f>
              <c:numCache>
                <c:formatCode>General</c:formatCode>
                <c:ptCount val="120"/>
                <c:pt idx="0">
                  <c:v>49305.08</c:v>
                </c:pt>
                <c:pt idx="1">
                  <c:v>48784.81</c:v>
                </c:pt>
                <c:pt idx="2">
                  <c:v>49294.86</c:v>
                </c:pt>
                <c:pt idx="3">
                  <c:v>50495.85</c:v>
                </c:pt>
                <c:pt idx="4">
                  <c:v>52306.36</c:v>
                </c:pt>
                <c:pt idx="5">
                  <c:v>52956.23</c:v>
                </c:pt>
                <c:pt idx="6">
                  <c:v>54273.78</c:v>
                </c:pt>
                <c:pt idx="7">
                  <c:v>53748.69</c:v>
                </c:pt>
                <c:pt idx="8">
                  <c:v>52999.539999999994</c:v>
                </c:pt>
                <c:pt idx="9">
                  <c:v>55608.1</c:v>
                </c:pt>
                <c:pt idx="10">
                  <c:v>56931.65</c:v>
                </c:pt>
                <c:pt idx="11">
                  <c:v>61856.58</c:v>
                </c:pt>
                <c:pt idx="12">
                  <c:v>64158.8</c:v>
                </c:pt>
                <c:pt idx="13">
                  <c:v>61099.660000000011</c:v>
                </c:pt>
                <c:pt idx="14">
                  <c:v>60220.14</c:v>
                </c:pt>
                <c:pt idx="15">
                  <c:v>59046.509999999995</c:v>
                </c:pt>
                <c:pt idx="16">
                  <c:v>57558.630000000005</c:v>
                </c:pt>
                <c:pt idx="17">
                  <c:v>56032.27</c:v>
                </c:pt>
                <c:pt idx="18">
                  <c:v>55154.39</c:v>
                </c:pt>
                <c:pt idx="19">
                  <c:v>54236.91</c:v>
                </c:pt>
                <c:pt idx="20">
                  <c:v>53246.84</c:v>
                </c:pt>
                <c:pt idx="21">
                  <c:v>52019.630000000005</c:v>
                </c:pt>
                <c:pt idx="22">
                  <c:v>50868.030000000006</c:v>
                </c:pt>
                <c:pt idx="23">
                  <c:v>49870.43</c:v>
                </c:pt>
                <c:pt idx="24">
                  <c:v>48544.24</c:v>
                </c:pt>
                <c:pt idx="25">
                  <c:v>50868.400000000009</c:v>
                </c:pt>
                <c:pt idx="26">
                  <c:v>49019.78</c:v>
                </c:pt>
                <c:pt idx="27">
                  <c:v>47265.159999999996</c:v>
                </c:pt>
                <c:pt idx="28">
                  <c:v>45385.520000000004</c:v>
                </c:pt>
                <c:pt idx="29">
                  <c:v>43422.090000000004</c:v>
                </c:pt>
                <c:pt idx="30">
                  <c:v>41162.339999999997</c:v>
                </c:pt>
                <c:pt idx="31">
                  <c:v>38265.810000000005</c:v>
                </c:pt>
                <c:pt idx="32">
                  <c:v>35508.080000000002</c:v>
                </c:pt>
                <c:pt idx="33">
                  <c:v>34947.589999999997</c:v>
                </c:pt>
                <c:pt idx="34">
                  <c:v>34558.93</c:v>
                </c:pt>
                <c:pt idx="35">
                  <c:v>33775.770000000004</c:v>
                </c:pt>
                <c:pt idx="36">
                  <c:v>31667.409999999996</c:v>
                </c:pt>
                <c:pt idx="37">
                  <c:v>28924.870000000003</c:v>
                </c:pt>
                <c:pt idx="38">
                  <c:v>25900.15</c:v>
                </c:pt>
                <c:pt idx="39">
                  <c:v>22510.579999999998</c:v>
                </c:pt>
                <c:pt idx="40">
                  <c:v>19848.23</c:v>
                </c:pt>
                <c:pt idx="41">
                  <c:v>18858.27</c:v>
                </c:pt>
                <c:pt idx="42">
                  <c:v>19129.46</c:v>
                </c:pt>
                <c:pt idx="43">
                  <c:v>19116.11</c:v>
                </c:pt>
                <c:pt idx="44">
                  <c:v>18931.010000000002</c:v>
                </c:pt>
                <c:pt idx="45">
                  <c:v>18730.079999999998</c:v>
                </c:pt>
                <c:pt idx="46">
                  <c:v>17960.830000000002</c:v>
                </c:pt>
                <c:pt idx="47">
                  <c:v>17535.489999999998</c:v>
                </c:pt>
                <c:pt idx="48">
                  <c:v>18036.440000000002</c:v>
                </c:pt>
                <c:pt idx="49">
                  <c:v>19269.939999999999</c:v>
                </c:pt>
                <c:pt idx="50">
                  <c:v>20692.39</c:v>
                </c:pt>
                <c:pt idx="51">
                  <c:v>22532.76</c:v>
                </c:pt>
                <c:pt idx="52">
                  <c:v>25103.910000000003</c:v>
                </c:pt>
                <c:pt idx="53">
                  <c:v>28144.35</c:v>
                </c:pt>
                <c:pt idx="54">
                  <c:v>28275.159999999996</c:v>
                </c:pt>
                <c:pt idx="55">
                  <c:v>27572.38</c:v>
                </c:pt>
                <c:pt idx="56">
                  <c:v>26503.899999999998</c:v>
                </c:pt>
                <c:pt idx="57">
                  <c:v>27403.159999999996</c:v>
                </c:pt>
                <c:pt idx="58">
                  <c:v>28778.42</c:v>
                </c:pt>
                <c:pt idx="59">
                  <c:v>30259.71</c:v>
                </c:pt>
                <c:pt idx="60">
                  <c:v>31567.370000000003</c:v>
                </c:pt>
                <c:pt idx="61">
                  <c:v>31721.679999999997</c:v>
                </c:pt>
                <c:pt idx="62">
                  <c:v>29126.22</c:v>
                </c:pt>
                <c:pt idx="63">
                  <c:v>24143.360000000001</c:v>
                </c:pt>
                <c:pt idx="64">
                  <c:v>19208.29</c:v>
                </c:pt>
                <c:pt idx="65">
                  <c:v>15204.99</c:v>
                </c:pt>
                <c:pt idx="66">
                  <c:v>13946.619999999999</c:v>
                </c:pt>
                <c:pt idx="67">
                  <c:v>12621.96</c:v>
                </c:pt>
                <c:pt idx="68">
                  <c:v>10920.58</c:v>
                </c:pt>
                <c:pt idx="69">
                  <c:v>9486.34</c:v>
                </c:pt>
                <c:pt idx="70">
                  <c:v>7938.66</c:v>
                </c:pt>
                <c:pt idx="71">
                  <c:v>6498.2699999999995</c:v>
                </c:pt>
                <c:pt idx="72">
                  <c:v>5486.49</c:v>
                </c:pt>
                <c:pt idx="73">
                  <c:v>4874.4799999999996</c:v>
                </c:pt>
                <c:pt idx="74">
                  <c:v>4552.05</c:v>
                </c:pt>
                <c:pt idx="75">
                  <c:v>4544.12</c:v>
                </c:pt>
                <c:pt idx="76">
                  <c:v>4414.6100000000006</c:v>
                </c:pt>
                <c:pt idx="77">
                  <c:v>3975.66</c:v>
                </c:pt>
                <c:pt idx="78">
                  <c:v>3800.88</c:v>
                </c:pt>
                <c:pt idx="79">
                  <c:v>3784.95</c:v>
                </c:pt>
                <c:pt idx="80">
                  <c:v>3782.87</c:v>
                </c:pt>
                <c:pt idx="81">
                  <c:v>5381.35</c:v>
                </c:pt>
                <c:pt idx="82">
                  <c:v>7819.67</c:v>
                </c:pt>
                <c:pt idx="83">
                  <c:v>10936.26</c:v>
                </c:pt>
                <c:pt idx="84">
                  <c:v>12604.75</c:v>
                </c:pt>
                <c:pt idx="85">
                  <c:v>12708.630000000001</c:v>
                </c:pt>
                <c:pt idx="86">
                  <c:v>10816.970000000001</c:v>
                </c:pt>
                <c:pt idx="87">
                  <c:v>8425.369999999999</c:v>
                </c:pt>
                <c:pt idx="88">
                  <c:v>5613.47</c:v>
                </c:pt>
                <c:pt idx="89">
                  <c:v>4628.3599999999997</c:v>
                </c:pt>
                <c:pt idx="90">
                  <c:v>5811.39</c:v>
                </c:pt>
                <c:pt idx="91">
                  <c:v>7367.5199999999995</c:v>
                </c:pt>
                <c:pt idx="92">
                  <c:v>9266.8100000000013</c:v>
                </c:pt>
                <c:pt idx="93">
                  <c:v>11318.289999999999</c:v>
                </c:pt>
                <c:pt idx="94">
                  <c:v>13069.61</c:v>
                </c:pt>
                <c:pt idx="95">
                  <c:v>14784.55</c:v>
                </c:pt>
                <c:pt idx="96">
                  <c:v>16583.650000000001</c:v>
                </c:pt>
                <c:pt idx="97">
                  <c:v>18306.879999999997</c:v>
                </c:pt>
                <c:pt idx="98">
                  <c:v>20234.79</c:v>
                </c:pt>
                <c:pt idx="99">
                  <c:v>22249.93</c:v>
                </c:pt>
                <c:pt idx="100">
                  <c:v>24946.190000000002</c:v>
                </c:pt>
                <c:pt idx="101">
                  <c:v>28693.07</c:v>
                </c:pt>
                <c:pt idx="102">
                  <c:v>33283.26</c:v>
                </c:pt>
                <c:pt idx="103">
                  <c:v>38431.39</c:v>
                </c:pt>
                <c:pt idx="104">
                  <c:v>40997.86</c:v>
                </c:pt>
                <c:pt idx="105">
                  <c:v>45603.56</c:v>
                </c:pt>
                <c:pt idx="106">
                  <c:v>51098.879999999997</c:v>
                </c:pt>
                <c:pt idx="107">
                  <c:v>53823.89</c:v>
                </c:pt>
                <c:pt idx="108">
                  <c:v>57123.67</c:v>
                </c:pt>
                <c:pt idx="109">
                  <c:v>55844.17</c:v>
                </c:pt>
                <c:pt idx="110">
                  <c:v>55838.81</c:v>
                </c:pt>
                <c:pt idx="111">
                  <c:v>56368.51</c:v>
                </c:pt>
                <c:pt idx="112">
                  <c:v>55181.07</c:v>
                </c:pt>
                <c:pt idx="113">
                  <c:v>57197.11</c:v>
                </c:pt>
                <c:pt idx="114">
                  <c:v>56265.97</c:v>
                </c:pt>
                <c:pt idx="115">
                  <c:v>56670.18</c:v>
                </c:pt>
                <c:pt idx="116">
                  <c:v>56614.06</c:v>
                </c:pt>
                <c:pt idx="117">
                  <c:v>57966.14</c:v>
                </c:pt>
                <c:pt idx="118">
                  <c:v>56204.97</c:v>
                </c:pt>
                <c:pt idx="119">
                  <c:v>55061.920000000006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3E-4BF7-9C81-58B98AD58BC1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Dispatchable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c:spPr>
          <c:val>
            <c:numRef>
              <c:f>Sheet1!$F$2:$F$121</c:f>
              <c:numCache>
                <c:formatCode>General</c:formatCode>
                <c:ptCount val="120"/>
                <c:pt idx="0">
                  <c:v>4130.93</c:v>
                </c:pt>
                <c:pt idx="1">
                  <c:v>3439.43</c:v>
                </c:pt>
                <c:pt idx="2">
                  <c:v>585.32000000000005</c:v>
                </c:pt>
                <c:pt idx="3">
                  <c:v>2172.65</c:v>
                </c:pt>
                <c:pt idx="4">
                  <c:v>1040.95</c:v>
                </c:pt>
                <c:pt idx="5">
                  <c:v>688.91000000000008</c:v>
                </c:pt>
                <c:pt idx="6">
                  <c:v>1063.43</c:v>
                </c:pt>
                <c:pt idx="7">
                  <c:v>1572.3600000000001</c:v>
                </c:pt>
                <c:pt idx="8">
                  <c:v>1132.6100000000001</c:v>
                </c:pt>
                <c:pt idx="9">
                  <c:v>1746.17</c:v>
                </c:pt>
                <c:pt idx="10">
                  <c:v>1029.9100000000001</c:v>
                </c:pt>
                <c:pt idx="11">
                  <c:v>2072.0299999999997</c:v>
                </c:pt>
                <c:pt idx="12">
                  <c:v>1881.8500000000001</c:v>
                </c:pt>
                <c:pt idx="13">
                  <c:v>1682.75</c:v>
                </c:pt>
                <c:pt idx="14">
                  <c:v>2028.29</c:v>
                </c:pt>
                <c:pt idx="15">
                  <c:v>1756.38</c:v>
                </c:pt>
                <c:pt idx="16">
                  <c:v>3401.98</c:v>
                </c:pt>
                <c:pt idx="17">
                  <c:v>3901.2400000000002</c:v>
                </c:pt>
                <c:pt idx="18">
                  <c:v>4163.63</c:v>
                </c:pt>
                <c:pt idx="19">
                  <c:v>4491.43</c:v>
                </c:pt>
                <c:pt idx="20">
                  <c:v>4497.37</c:v>
                </c:pt>
                <c:pt idx="21">
                  <c:v>4870.47</c:v>
                </c:pt>
                <c:pt idx="22">
                  <c:v>5391.09</c:v>
                </c:pt>
                <c:pt idx="23">
                  <c:v>4788.29</c:v>
                </c:pt>
                <c:pt idx="24">
                  <c:v>5090.97</c:v>
                </c:pt>
                <c:pt idx="25">
                  <c:v>4041.5499999999997</c:v>
                </c:pt>
                <c:pt idx="26">
                  <c:v>4171.37</c:v>
                </c:pt>
                <c:pt idx="27">
                  <c:v>4212.1099999999997</c:v>
                </c:pt>
                <c:pt idx="28">
                  <c:v>4212.1099999999997</c:v>
                </c:pt>
                <c:pt idx="29">
                  <c:v>4212.1099999999997</c:v>
                </c:pt>
                <c:pt idx="30">
                  <c:v>4212.1099999999997</c:v>
                </c:pt>
                <c:pt idx="31">
                  <c:v>4212.1099999999997</c:v>
                </c:pt>
                <c:pt idx="32">
                  <c:v>4212.1099999999997</c:v>
                </c:pt>
                <c:pt idx="33">
                  <c:v>4344.1099999999997</c:v>
                </c:pt>
                <c:pt idx="34">
                  <c:v>4344.1099999999997</c:v>
                </c:pt>
                <c:pt idx="35">
                  <c:v>4344.1099999999997</c:v>
                </c:pt>
                <c:pt idx="36">
                  <c:v>4344.1099999999997</c:v>
                </c:pt>
                <c:pt idx="37">
                  <c:v>4344.1099999999997</c:v>
                </c:pt>
                <c:pt idx="38">
                  <c:v>4344.1099999999997</c:v>
                </c:pt>
                <c:pt idx="39">
                  <c:v>7159.9699999999993</c:v>
                </c:pt>
                <c:pt idx="40">
                  <c:v>6459.6399999999994</c:v>
                </c:pt>
                <c:pt idx="41">
                  <c:v>7250.8899999999994</c:v>
                </c:pt>
                <c:pt idx="42">
                  <c:v>4644.1099999999997</c:v>
                </c:pt>
                <c:pt idx="43">
                  <c:v>6285.6399999999994</c:v>
                </c:pt>
                <c:pt idx="44">
                  <c:v>8410.65</c:v>
                </c:pt>
                <c:pt idx="45">
                  <c:v>5712.01</c:v>
                </c:pt>
                <c:pt idx="46">
                  <c:v>8466.73</c:v>
                </c:pt>
                <c:pt idx="47">
                  <c:v>5406.1299999999992</c:v>
                </c:pt>
                <c:pt idx="48">
                  <c:v>4869.1499999999996</c:v>
                </c:pt>
                <c:pt idx="49">
                  <c:v>4344.1099999999997</c:v>
                </c:pt>
                <c:pt idx="50">
                  <c:v>4344.1099999999997</c:v>
                </c:pt>
                <c:pt idx="51">
                  <c:v>4344.1099999999997</c:v>
                </c:pt>
                <c:pt idx="52">
                  <c:v>4344.1099999999997</c:v>
                </c:pt>
                <c:pt idx="53">
                  <c:v>4344.1099999999997</c:v>
                </c:pt>
                <c:pt idx="54">
                  <c:v>4344.1099999999997</c:v>
                </c:pt>
                <c:pt idx="55">
                  <c:v>4344.1099999999997</c:v>
                </c:pt>
                <c:pt idx="56">
                  <c:v>4344.1099999999997</c:v>
                </c:pt>
                <c:pt idx="57">
                  <c:v>4344.1099999999997</c:v>
                </c:pt>
                <c:pt idx="58">
                  <c:v>4382.1099999999997</c:v>
                </c:pt>
                <c:pt idx="59">
                  <c:v>3747.1099999999997</c:v>
                </c:pt>
                <c:pt idx="60">
                  <c:v>3747.1099999999997</c:v>
                </c:pt>
                <c:pt idx="61">
                  <c:v>3747.1099999999997</c:v>
                </c:pt>
                <c:pt idx="62">
                  <c:v>3747.1099999999997</c:v>
                </c:pt>
                <c:pt idx="63">
                  <c:v>3747.1099999999997</c:v>
                </c:pt>
                <c:pt idx="64">
                  <c:v>3747.1099999999997</c:v>
                </c:pt>
                <c:pt idx="65">
                  <c:v>3747.1099999999997</c:v>
                </c:pt>
                <c:pt idx="66">
                  <c:v>3747.1099999999997</c:v>
                </c:pt>
                <c:pt idx="67">
                  <c:v>3747.1099999999997</c:v>
                </c:pt>
                <c:pt idx="68">
                  <c:v>3747.1099999999997</c:v>
                </c:pt>
                <c:pt idx="69">
                  <c:v>3747.1099999999997</c:v>
                </c:pt>
                <c:pt idx="70">
                  <c:v>3747.1099999999997</c:v>
                </c:pt>
                <c:pt idx="71">
                  <c:v>3747.1099999999997</c:v>
                </c:pt>
                <c:pt idx="72">
                  <c:v>3747.1099999999997</c:v>
                </c:pt>
                <c:pt idx="73">
                  <c:v>3747.1099999999997</c:v>
                </c:pt>
                <c:pt idx="74">
                  <c:v>3747.1099999999997</c:v>
                </c:pt>
                <c:pt idx="75">
                  <c:v>3747.1099999999997</c:v>
                </c:pt>
                <c:pt idx="76">
                  <c:v>3747.1099999999997</c:v>
                </c:pt>
                <c:pt idx="77">
                  <c:v>3747.1099999999997</c:v>
                </c:pt>
                <c:pt idx="78">
                  <c:v>3747.1099999999997</c:v>
                </c:pt>
                <c:pt idx="79">
                  <c:v>3747.1099999999997</c:v>
                </c:pt>
                <c:pt idx="80">
                  <c:v>3747.1099999999997</c:v>
                </c:pt>
                <c:pt idx="81">
                  <c:v>3747.1099999999997</c:v>
                </c:pt>
                <c:pt idx="82">
                  <c:v>3747.1099999999997</c:v>
                </c:pt>
                <c:pt idx="83">
                  <c:v>3747.1099999999997</c:v>
                </c:pt>
                <c:pt idx="84">
                  <c:v>3747.1099999999997</c:v>
                </c:pt>
                <c:pt idx="85">
                  <c:v>3715.83</c:v>
                </c:pt>
                <c:pt idx="86">
                  <c:v>3715.83</c:v>
                </c:pt>
                <c:pt idx="87">
                  <c:v>3716.1</c:v>
                </c:pt>
                <c:pt idx="88">
                  <c:v>3081.1</c:v>
                </c:pt>
                <c:pt idx="89">
                  <c:v>3081.1</c:v>
                </c:pt>
                <c:pt idx="90">
                  <c:v>3081.1</c:v>
                </c:pt>
                <c:pt idx="91">
                  <c:v>3081.1</c:v>
                </c:pt>
                <c:pt idx="92">
                  <c:v>3081.1</c:v>
                </c:pt>
                <c:pt idx="93">
                  <c:v>3081.1</c:v>
                </c:pt>
                <c:pt idx="94">
                  <c:v>3081.1</c:v>
                </c:pt>
                <c:pt idx="95">
                  <c:v>3081.1</c:v>
                </c:pt>
                <c:pt idx="96">
                  <c:v>3081.1</c:v>
                </c:pt>
                <c:pt idx="97">
                  <c:v>7089</c:v>
                </c:pt>
                <c:pt idx="98">
                  <c:v>7089</c:v>
                </c:pt>
                <c:pt idx="99">
                  <c:v>6935.7199999999993</c:v>
                </c:pt>
                <c:pt idx="100">
                  <c:v>5719.4699999999993</c:v>
                </c:pt>
                <c:pt idx="101">
                  <c:v>5465.1</c:v>
                </c:pt>
                <c:pt idx="102">
                  <c:v>5465.1</c:v>
                </c:pt>
                <c:pt idx="103">
                  <c:v>3340.67</c:v>
                </c:pt>
                <c:pt idx="104">
                  <c:v>2361.7399999999998</c:v>
                </c:pt>
                <c:pt idx="105">
                  <c:v>3025.06</c:v>
                </c:pt>
                <c:pt idx="106">
                  <c:v>742.44</c:v>
                </c:pt>
                <c:pt idx="107">
                  <c:v>543.36</c:v>
                </c:pt>
                <c:pt idx="108">
                  <c:v>542.46</c:v>
                </c:pt>
                <c:pt idx="109">
                  <c:v>1154.46</c:v>
                </c:pt>
                <c:pt idx="110">
                  <c:v>675.22</c:v>
                </c:pt>
                <c:pt idx="111">
                  <c:v>921.47</c:v>
                </c:pt>
                <c:pt idx="112">
                  <c:v>985.58</c:v>
                </c:pt>
                <c:pt idx="113">
                  <c:v>591.87</c:v>
                </c:pt>
                <c:pt idx="114">
                  <c:v>833.6400000000001</c:v>
                </c:pt>
                <c:pt idx="115">
                  <c:v>1675.77</c:v>
                </c:pt>
                <c:pt idx="116">
                  <c:v>1598.8600000000001</c:v>
                </c:pt>
                <c:pt idx="117">
                  <c:v>1107.18</c:v>
                </c:pt>
                <c:pt idx="118">
                  <c:v>662.46</c:v>
                </c:pt>
                <c:pt idx="119">
                  <c:v>872.46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73E-4BF7-9C81-58B98AD58BC1}"/>
            </c:ext>
          </c:extLst>
        </c:ser>
        <c:ser>
          <c:idx val="4"/>
          <c:order val="4"/>
          <c:tx>
            <c:strRef>
              <c:f>Sheet1!$G$1</c:f>
              <c:strCache>
                <c:ptCount val="1"/>
                <c:pt idx="0">
                  <c:v>Gas</c:v>
                </c:pt>
              </c:strCache>
            </c:strRef>
          </c:tx>
          <c:spPr>
            <a:solidFill>
              <a:srgbClr val="0E2841">
                <a:lumMod val="25000"/>
                <a:lumOff val="75000"/>
              </a:srgbClr>
            </a:solidFill>
            <a:ln>
              <a:noFill/>
            </a:ln>
            <a:effectLst/>
          </c:spPr>
          <c:val>
            <c:numRef>
              <c:f>Sheet1!$G$2:$G$121</c:f>
              <c:numCache>
                <c:formatCode>General</c:formatCode>
                <c:ptCount val="1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3345.9</c:v>
                </c:pt>
                <c:pt idx="34">
                  <c:v>2783.91</c:v>
                </c:pt>
                <c:pt idx="35">
                  <c:v>1005.79</c:v>
                </c:pt>
                <c:pt idx="36">
                  <c:v>2985.31</c:v>
                </c:pt>
                <c:pt idx="37">
                  <c:v>5223.1099999999997</c:v>
                </c:pt>
                <c:pt idx="38">
                  <c:v>11091</c:v>
                </c:pt>
                <c:pt idx="39">
                  <c:v>9638.26</c:v>
                </c:pt>
                <c:pt idx="40">
                  <c:v>12091.4</c:v>
                </c:pt>
                <c:pt idx="41">
                  <c:v>13713</c:v>
                </c:pt>
                <c:pt idx="42">
                  <c:v>13713</c:v>
                </c:pt>
                <c:pt idx="43">
                  <c:v>15975</c:v>
                </c:pt>
                <c:pt idx="44">
                  <c:v>15152.51</c:v>
                </c:pt>
                <c:pt idx="45">
                  <c:v>15250</c:v>
                </c:pt>
                <c:pt idx="46">
                  <c:v>14525</c:v>
                </c:pt>
                <c:pt idx="47">
                  <c:v>13319.97</c:v>
                </c:pt>
                <c:pt idx="48">
                  <c:v>12024.61</c:v>
                </c:pt>
                <c:pt idx="49">
                  <c:v>20596</c:v>
                </c:pt>
                <c:pt idx="50">
                  <c:v>18019</c:v>
                </c:pt>
                <c:pt idx="51">
                  <c:v>15442.62</c:v>
                </c:pt>
                <c:pt idx="52">
                  <c:v>12863.18</c:v>
                </c:pt>
                <c:pt idx="53">
                  <c:v>8781.44</c:v>
                </c:pt>
                <c:pt idx="54">
                  <c:v>8459</c:v>
                </c:pt>
                <c:pt idx="55">
                  <c:v>8611.5300000000007</c:v>
                </c:pt>
                <c:pt idx="56">
                  <c:v>6960.95</c:v>
                </c:pt>
                <c:pt idx="57">
                  <c:v>11969.21</c:v>
                </c:pt>
                <c:pt idx="58">
                  <c:v>15687.76</c:v>
                </c:pt>
                <c:pt idx="59">
                  <c:v>15537</c:v>
                </c:pt>
                <c:pt idx="60">
                  <c:v>14489.51</c:v>
                </c:pt>
                <c:pt idx="61">
                  <c:v>12444.22</c:v>
                </c:pt>
                <c:pt idx="62">
                  <c:v>15852.96</c:v>
                </c:pt>
                <c:pt idx="63">
                  <c:v>20158</c:v>
                </c:pt>
                <c:pt idx="64">
                  <c:v>20158</c:v>
                </c:pt>
                <c:pt idx="65">
                  <c:v>24839.759999999998</c:v>
                </c:pt>
                <c:pt idx="66">
                  <c:v>25661</c:v>
                </c:pt>
                <c:pt idx="67">
                  <c:v>25661</c:v>
                </c:pt>
                <c:pt idx="68">
                  <c:v>25661</c:v>
                </c:pt>
                <c:pt idx="69">
                  <c:v>25661</c:v>
                </c:pt>
                <c:pt idx="70">
                  <c:v>25661</c:v>
                </c:pt>
                <c:pt idx="71">
                  <c:v>25661</c:v>
                </c:pt>
                <c:pt idx="72">
                  <c:v>20636.95</c:v>
                </c:pt>
                <c:pt idx="73">
                  <c:v>25650</c:v>
                </c:pt>
                <c:pt idx="74">
                  <c:v>25661</c:v>
                </c:pt>
                <c:pt idx="75">
                  <c:v>25661</c:v>
                </c:pt>
                <c:pt idx="76">
                  <c:v>25661</c:v>
                </c:pt>
                <c:pt idx="77">
                  <c:v>25661</c:v>
                </c:pt>
                <c:pt idx="78">
                  <c:v>25661</c:v>
                </c:pt>
                <c:pt idx="79">
                  <c:v>25661</c:v>
                </c:pt>
                <c:pt idx="80">
                  <c:v>25661</c:v>
                </c:pt>
                <c:pt idx="81">
                  <c:v>26006</c:v>
                </c:pt>
                <c:pt idx="82">
                  <c:v>26006</c:v>
                </c:pt>
                <c:pt idx="83">
                  <c:v>26006</c:v>
                </c:pt>
                <c:pt idx="84">
                  <c:v>26006</c:v>
                </c:pt>
                <c:pt idx="85">
                  <c:v>26006</c:v>
                </c:pt>
                <c:pt idx="86">
                  <c:v>26006</c:v>
                </c:pt>
                <c:pt idx="87">
                  <c:v>26006</c:v>
                </c:pt>
                <c:pt idx="88">
                  <c:v>26006</c:v>
                </c:pt>
                <c:pt idx="89">
                  <c:v>27186</c:v>
                </c:pt>
                <c:pt idx="90">
                  <c:v>27186</c:v>
                </c:pt>
                <c:pt idx="91">
                  <c:v>27186</c:v>
                </c:pt>
                <c:pt idx="92">
                  <c:v>25196</c:v>
                </c:pt>
                <c:pt idx="93">
                  <c:v>25196</c:v>
                </c:pt>
                <c:pt idx="94">
                  <c:v>25196</c:v>
                </c:pt>
                <c:pt idx="95">
                  <c:v>25196</c:v>
                </c:pt>
                <c:pt idx="96">
                  <c:v>23716.79</c:v>
                </c:pt>
                <c:pt idx="97">
                  <c:v>8459</c:v>
                </c:pt>
                <c:pt idx="98">
                  <c:v>3871.52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3E-4BF7-9C81-58B98AD58BC1}"/>
            </c:ext>
          </c:extLst>
        </c:ser>
        <c:ser>
          <c:idx val="5"/>
          <c:order val="5"/>
          <c:tx>
            <c:strRef>
              <c:f>Sheet1!$H$1</c:f>
              <c:strCache>
                <c:ptCount val="1"/>
                <c:pt idx="0">
                  <c:v>Demand Flexibility</c:v>
                </c:pt>
              </c:strCache>
            </c:strRef>
          </c:tx>
          <c:spPr>
            <a:solidFill>
              <a:srgbClr val="4EA72E">
                <a:lumMod val="20000"/>
                <a:lumOff val="80000"/>
              </a:srgbClr>
            </a:solidFill>
            <a:ln>
              <a:noFill/>
            </a:ln>
            <a:effectLst/>
          </c:spPr>
          <c:val>
            <c:numRef>
              <c:f>Sheet1!$H$2:$H$121</c:f>
              <c:numCache>
                <c:formatCode>General</c:formatCode>
                <c:ptCount val="120"/>
                <c:pt idx="0">
                  <c:v>0</c:v>
                </c:pt>
                <c:pt idx="1">
                  <c:v>863.37000000000012</c:v>
                </c:pt>
                <c:pt idx="2">
                  <c:v>2021.26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229.09000000000006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1354.4299999999998</c:v>
                </c:pt>
                <c:pt idx="20">
                  <c:v>4381.37</c:v>
                </c:pt>
                <c:pt idx="21">
                  <c:v>5142.25</c:v>
                </c:pt>
                <c:pt idx="22">
                  <c:v>3300.8199999999997</c:v>
                </c:pt>
                <c:pt idx="23">
                  <c:v>959.15999999999985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959.36</c:v>
                </c:pt>
                <c:pt idx="33">
                  <c:v>1298.4499999999998</c:v>
                </c:pt>
                <c:pt idx="34">
                  <c:v>251.77999999999997</c:v>
                </c:pt>
                <c:pt idx="35">
                  <c:v>0</c:v>
                </c:pt>
                <c:pt idx="36">
                  <c:v>167.97999999999996</c:v>
                </c:pt>
                <c:pt idx="37">
                  <c:v>65.389999999999986</c:v>
                </c:pt>
                <c:pt idx="38">
                  <c:v>822.16000000000008</c:v>
                </c:pt>
                <c:pt idx="39">
                  <c:v>3752.0299999999997</c:v>
                </c:pt>
                <c:pt idx="40">
                  <c:v>4198.3</c:v>
                </c:pt>
                <c:pt idx="41">
                  <c:v>6758.9699999999993</c:v>
                </c:pt>
                <c:pt idx="42">
                  <c:v>10814.33</c:v>
                </c:pt>
                <c:pt idx="43">
                  <c:v>9501.130000000001</c:v>
                </c:pt>
                <c:pt idx="44">
                  <c:v>10071.9</c:v>
                </c:pt>
                <c:pt idx="45">
                  <c:v>10774.58</c:v>
                </c:pt>
                <c:pt idx="46">
                  <c:v>6900.11</c:v>
                </c:pt>
                <c:pt idx="47">
                  <c:v>5993.85</c:v>
                </c:pt>
                <c:pt idx="48">
                  <c:v>4225.8900000000003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200.53999999999994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1274.45</c:v>
                </c:pt>
                <c:pt idx="65">
                  <c:v>2116.44</c:v>
                </c:pt>
                <c:pt idx="66">
                  <c:v>2427.2600000000002</c:v>
                </c:pt>
                <c:pt idx="67">
                  <c:v>2848.67</c:v>
                </c:pt>
                <c:pt idx="68">
                  <c:v>6281.9699999999993</c:v>
                </c:pt>
                <c:pt idx="69">
                  <c:v>6605.26</c:v>
                </c:pt>
                <c:pt idx="70">
                  <c:v>5898.2999999999993</c:v>
                </c:pt>
                <c:pt idx="71">
                  <c:v>2446</c:v>
                </c:pt>
                <c:pt idx="72">
                  <c:v>2157.8000000000002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1204.56</c:v>
                </c:pt>
                <c:pt idx="81">
                  <c:v>1062.8599999999999</c:v>
                </c:pt>
                <c:pt idx="82">
                  <c:v>1542.2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1058.53</c:v>
                </c:pt>
                <c:pt idx="88">
                  <c:v>1196.1600000000001</c:v>
                </c:pt>
                <c:pt idx="89">
                  <c:v>3149.2599999999998</c:v>
                </c:pt>
                <c:pt idx="90">
                  <c:v>6510.44</c:v>
                </c:pt>
                <c:pt idx="91">
                  <c:v>6598.24</c:v>
                </c:pt>
                <c:pt idx="92">
                  <c:v>1617</c:v>
                </c:pt>
                <c:pt idx="93">
                  <c:v>1383.08</c:v>
                </c:pt>
                <c:pt idx="94">
                  <c:v>0</c:v>
                </c:pt>
                <c:pt idx="95">
                  <c:v>0.76</c:v>
                </c:pt>
                <c:pt idx="96">
                  <c:v>0</c:v>
                </c:pt>
                <c:pt idx="97">
                  <c:v>1347.74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1259.7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73E-4BF7-9C81-58B98AD58B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3594303"/>
        <c:axId val="993568383"/>
      </c:areaChart>
      <c:catAx>
        <c:axId val="993594303"/>
        <c:scaling>
          <c:orientation val="minMax"/>
        </c:scaling>
        <c:delete val="1"/>
        <c:axPos val="b"/>
        <c:majorTickMark val="out"/>
        <c:minorTickMark val="none"/>
        <c:tickLblPos val="nextTo"/>
        <c:crossAx val="993568383"/>
        <c:crosses val="autoZero"/>
        <c:auto val="1"/>
        <c:lblAlgn val="ctr"/>
        <c:lblOffset val="100"/>
        <c:noMultiLvlLbl val="0"/>
      </c:catAx>
      <c:valAx>
        <c:axId val="993568383"/>
        <c:scaling>
          <c:orientation val="minMax"/>
          <c:max val="72000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9935943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9444444444444E-3"/>
          <c:y val="0"/>
          <c:w val="0.98236111111111113"/>
          <c:h val="0.96472222222222226"/>
        </c:manualLayout>
      </c:layout>
      <c:area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Elec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val>
            <c:numRef>
              <c:f>Sheet1!$C$2:$C$13</c:f>
              <c:numCache>
                <c:formatCode>General</c:formatCode>
                <c:ptCount val="12"/>
                <c:pt idx="0">
                  <c:v>-26.25</c:v>
                </c:pt>
                <c:pt idx="1">
                  <c:v>-26.25</c:v>
                </c:pt>
                <c:pt idx="2">
                  <c:v>-26.25</c:v>
                </c:pt>
                <c:pt idx="3">
                  <c:v>-26.25</c:v>
                </c:pt>
                <c:pt idx="4">
                  <c:v>-26.25</c:v>
                </c:pt>
                <c:pt idx="5">
                  <c:v>-24.75</c:v>
                </c:pt>
                <c:pt idx="6">
                  <c:v>-22.5</c:v>
                </c:pt>
                <c:pt idx="7">
                  <c:v>-21</c:v>
                </c:pt>
                <c:pt idx="8">
                  <c:v>-20.25</c:v>
                </c:pt>
                <c:pt idx="9">
                  <c:v>-18.75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B5-4495-8DED-B1F3E47174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Elec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Sheet1!$D$2:$D$13</c:f>
              <c:numCache>
                <c:formatCode>General</c:formatCode>
                <c:ptCount val="12"/>
                <c:pt idx="0">
                  <c:v>26.25</c:v>
                </c:pt>
                <c:pt idx="1">
                  <c:v>26.25</c:v>
                </c:pt>
                <c:pt idx="2">
                  <c:v>26.25</c:v>
                </c:pt>
                <c:pt idx="3">
                  <c:v>26.25</c:v>
                </c:pt>
                <c:pt idx="4">
                  <c:v>26.25</c:v>
                </c:pt>
                <c:pt idx="5">
                  <c:v>24.75</c:v>
                </c:pt>
                <c:pt idx="6">
                  <c:v>22.5</c:v>
                </c:pt>
                <c:pt idx="7">
                  <c:v>21</c:v>
                </c:pt>
                <c:pt idx="8">
                  <c:v>20.25</c:v>
                </c:pt>
                <c:pt idx="9">
                  <c:v>18.75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B5-4495-8DED-B1F3E47174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Sheet1!$E$2:$E$13</c:f>
              <c:numCache>
                <c:formatCode>General</c:formatCode>
                <c:ptCount val="12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  <c:pt idx="5">
                  <c:v>33</c:v>
                </c:pt>
                <c:pt idx="6">
                  <c:v>30</c:v>
                </c:pt>
                <c:pt idx="7">
                  <c:v>28</c:v>
                </c:pt>
                <c:pt idx="8">
                  <c:v>27</c:v>
                </c:pt>
                <c:pt idx="9">
                  <c:v>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B5-4495-8DED-B1F3E471740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Peak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Sheet1!$F$2:$F$13</c:f>
              <c:numCache>
                <c:formatCode>General</c:formatCode>
                <c:ptCount val="12"/>
                <c:pt idx="0">
                  <c:v>25</c:v>
                </c:pt>
                <c:pt idx="1">
                  <c:v>15</c:v>
                </c:pt>
                <c:pt idx="2">
                  <c:v>9</c:v>
                </c:pt>
                <c:pt idx="3">
                  <c:v>5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8B5-4495-8DED-B1F3E471740A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Peak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22</c:v>
                </c:pt>
                <c:pt idx="1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B5-4495-8DED-B1F3E47174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09241119"/>
        <c:axId val="90924783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</c:v>
                </c:pt>
              </c:strCache>
            </c:strRef>
          </c:tx>
          <c:spPr>
            <a:ln w="63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Sheet1!$B$2:$B$13</c:f>
              <c:numCache>
                <c:formatCode>General</c:formatCode>
                <c:ptCount val="12"/>
                <c:pt idx="0">
                  <c:v>60</c:v>
                </c:pt>
                <c:pt idx="1">
                  <c:v>50</c:v>
                </c:pt>
                <c:pt idx="2">
                  <c:v>44</c:v>
                </c:pt>
                <c:pt idx="3">
                  <c:v>40</c:v>
                </c:pt>
                <c:pt idx="4">
                  <c:v>36</c:v>
                </c:pt>
                <c:pt idx="5">
                  <c:v>33</c:v>
                </c:pt>
                <c:pt idx="6">
                  <c:v>30</c:v>
                </c:pt>
                <c:pt idx="7">
                  <c:v>28</c:v>
                </c:pt>
                <c:pt idx="8">
                  <c:v>27</c:v>
                </c:pt>
                <c:pt idx="9">
                  <c:v>25</c:v>
                </c:pt>
                <c:pt idx="10">
                  <c:v>22</c:v>
                </c:pt>
                <c:pt idx="11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8B5-4495-8DED-B1F3E47174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9241119"/>
        <c:axId val="909247839"/>
      </c:lineChart>
      <c:catAx>
        <c:axId val="909241119"/>
        <c:scaling>
          <c:orientation val="minMax"/>
        </c:scaling>
        <c:delete val="1"/>
        <c:axPos val="b"/>
        <c:majorTickMark val="out"/>
        <c:minorTickMark val="none"/>
        <c:tickLblPos val="nextTo"/>
        <c:crossAx val="909247839"/>
        <c:crosses val="autoZero"/>
        <c:auto val="1"/>
        <c:lblAlgn val="ctr"/>
        <c:lblOffset val="100"/>
        <c:noMultiLvlLbl val="0"/>
      </c:catAx>
      <c:valAx>
        <c:axId val="909247839"/>
        <c:scaling>
          <c:orientation val="minMax"/>
          <c:max val="60"/>
          <c:min val="-27"/>
        </c:scaling>
        <c:delete val="1"/>
        <c:axPos val="l"/>
        <c:numFmt formatCode="General" sourceLinked="1"/>
        <c:majorTickMark val="none"/>
        <c:minorTickMark val="none"/>
        <c:tickLblPos val="nextTo"/>
        <c:crossAx val="909241119"/>
        <c:crosses val="autoZero"/>
        <c:crossBetween val="between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 flow (MW)</c:v>
                </c:pt>
              </c:strCache>
            </c:strRef>
          </c:tx>
          <c:spPr>
            <a:solidFill>
              <a:srgbClr val="E8E8E8"/>
            </a:solidFill>
            <a:ln>
              <a:noFill/>
            </a:ln>
            <a:effectLst/>
          </c:spPr>
          <c:val>
            <c:numRef>
              <c:f>Sheet1!$B$2:$B$25</c:f>
              <c:numCache>
                <c:formatCode>General</c:formatCode>
                <c:ptCount val="24"/>
                <c:pt idx="0">
                  <c:v>1100</c:v>
                </c:pt>
                <c:pt idx="1">
                  <c:v>1300</c:v>
                </c:pt>
                <c:pt idx="2">
                  <c:v>1150</c:v>
                </c:pt>
                <c:pt idx="3">
                  <c:v>1000</c:v>
                </c:pt>
                <c:pt idx="4">
                  <c:v>1250</c:v>
                </c:pt>
                <c:pt idx="5">
                  <c:v>1300</c:v>
                </c:pt>
                <c:pt idx="6">
                  <c:v>2500</c:v>
                </c:pt>
                <c:pt idx="7">
                  <c:v>3000</c:v>
                </c:pt>
                <c:pt idx="8">
                  <c:v>3100</c:v>
                </c:pt>
                <c:pt idx="9">
                  <c:v>3000</c:v>
                </c:pt>
                <c:pt idx="10">
                  <c:v>2900</c:v>
                </c:pt>
                <c:pt idx="11">
                  <c:v>2800</c:v>
                </c:pt>
                <c:pt idx="12">
                  <c:v>2800</c:v>
                </c:pt>
                <c:pt idx="13">
                  <c:v>2900</c:v>
                </c:pt>
                <c:pt idx="14">
                  <c:v>3200</c:v>
                </c:pt>
                <c:pt idx="15">
                  <c:v>3400</c:v>
                </c:pt>
                <c:pt idx="16">
                  <c:v>3600</c:v>
                </c:pt>
                <c:pt idx="17">
                  <c:v>3700</c:v>
                </c:pt>
                <c:pt idx="18">
                  <c:v>3700</c:v>
                </c:pt>
                <c:pt idx="19">
                  <c:v>3500</c:v>
                </c:pt>
                <c:pt idx="20">
                  <c:v>3200</c:v>
                </c:pt>
                <c:pt idx="21">
                  <c:v>2600</c:v>
                </c:pt>
                <c:pt idx="22">
                  <c:v>1800</c:v>
                </c:pt>
                <c:pt idx="2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79-43EB-AB13-17C601335C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Frequency response avaliability (MW)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Sheet1!$C$2:$C$25</c:f>
              <c:numCache>
                <c:formatCode>General</c:formatCode>
                <c:ptCount val="24"/>
                <c:pt idx="0">
                  <c:v>3900</c:v>
                </c:pt>
                <c:pt idx="1">
                  <c:v>3700</c:v>
                </c:pt>
                <c:pt idx="2">
                  <c:v>3850</c:v>
                </c:pt>
                <c:pt idx="3">
                  <c:v>4000</c:v>
                </c:pt>
                <c:pt idx="4">
                  <c:v>3750</c:v>
                </c:pt>
                <c:pt idx="5">
                  <c:v>3700</c:v>
                </c:pt>
                <c:pt idx="6">
                  <c:v>2500</c:v>
                </c:pt>
                <c:pt idx="7">
                  <c:v>2000</c:v>
                </c:pt>
                <c:pt idx="8">
                  <c:v>1900</c:v>
                </c:pt>
                <c:pt idx="9">
                  <c:v>2000</c:v>
                </c:pt>
                <c:pt idx="10">
                  <c:v>2100</c:v>
                </c:pt>
                <c:pt idx="11">
                  <c:v>2200</c:v>
                </c:pt>
                <c:pt idx="12">
                  <c:v>2200</c:v>
                </c:pt>
                <c:pt idx="13">
                  <c:v>2100</c:v>
                </c:pt>
                <c:pt idx="14">
                  <c:v>1800</c:v>
                </c:pt>
                <c:pt idx="15">
                  <c:v>1600</c:v>
                </c:pt>
                <c:pt idx="16">
                  <c:v>1400</c:v>
                </c:pt>
                <c:pt idx="17">
                  <c:v>1300</c:v>
                </c:pt>
                <c:pt idx="18">
                  <c:v>1300</c:v>
                </c:pt>
                <c:pt idx="19">
                  <c:v>1500</c:v>
                </c:pt>
                <c:pt idx="20">
                  <c:v>1800</c:v>
                </c:pt>
                <c:pt idx="21">
                  <c:v>2400</c:v>
                </c:pt>
                <c:pt idx="22">
                  <c:v>3200</c:v>
                </c:pt>
                <c:pt idx="23">
                  <c:v>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79-43EB-AB13-17C601335C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65447631"/>
        <c:axId val="1765446671"/>
      </c:areaChart>
      <c:catAx>
        <c:axId val="1765447631"/>
        <c:scaling>
          <c:orientation val="minMax"/>
        </c:scaling>
        <c:delete val="1"/>
        <c:axPos val="b"/>
        <c:majorTickMark val="out"/>
        <c:minorTickMark val="none"/>
        <c:tickLblPos val="nextTo"/>
        <c:crossAx val="1765446671"/>
        <c:crosses val="autoZero"/>
        <c:auto val="1"/>
        <c:lblAlgn val="ctr"/>
        <c:lblOffset val="100"/>
        <c:noMultiLvlLbl val="0"/>
      </c:catAx>
      <c:valAx>
        <c:axId val="1765446671"/>
        <c:scaling>
          <c:orientation val="minMax"/>
          <c:max val="50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654476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Sheet1!$G$2:$G$53</c:f>
              <c:numCache>
                <c:formatCode>General</c:formatCode>
                <c:ptCount val="52"/>
                <c:pt idx="0">
                  <c:v>933376</c:v>
                </c:pt>
                <c:pt idx="1">
                  <c:v>690816</c:v>
                </c:pt>
                <c:pt idx="2">
                  <c:v>895928</c:v>
                </c:pt>
                <c:pt idx="3">
                  <c:v>1457720</c:v>
                </c:pt>
                <c:pt idx="4">
                  <c:v>1084392</c:v>
                </c:pt>
                <c:pt idx="5">
                  <c:v>1833816</c:v>
                </c:pt>
                <c:pt idx="6">
                  <c:v>1881416</c:v>
                </c:pt>
                <c:pt idx="7">
                  <c:v>1966312</c:v>
                </c:pt>
                <c:pt idx="8">
                  <c:v>3213872</c:v>
                </c:pt>
                <c:pt idx="9">
                  <c:v>3003928</c:v>
                </c:pt>
                <c:pt idx="10">
                  <c:v>3353128</c:v>
                </c:pt>
                <c:pt idx="11">
                  <c:v>3667104</c:v>
                </c:pt>
                <c:pt idx="12">
                  <c:v>4373949</c:v>
                </c:pt>
                <c:pt idx="13">
                  <c:v>4438081.5</c:v>
                </c:pt>
                <c:pt idx="14">
                  <c:v>4944562</c:v>
                </c:pt>
                <c:pt idx="15">
                  <c:v>4607021</c:v>
                </c:pt>
                <c:pt idx="16">
                  <c:v>4507893</c:v>
                </c:pt>
                <c:pt idx="17">
                  <c:v>4578675.5</c:v>
                </c:pt>
                <c:pt idx="18">
                  <c:v>4478707.5</c:v>
                </c:pt>
                <c:pt idx="19">
                  <c:v>4546590.5</c:v>
                </c:pt>
                <c:pt idx="20">
                  <c:v>4502944</c:v>
                </c:pt>
                <c:pt idx="21">
                  <c:v>4034143.5</c:v>
                </c:pt>
                <c:pt idx="22">
                  <c:v>4144977.5</c:v>
                </c:pt>
                <c:pt idx="23">
                  <c:v>4096248.5</c:v>
                </c:pt>
                <c:pt idx="24">
                  <c:v>4315160.5</c:v>
                </c:pt>
                <c:pt idx="25">
                  <c:v>4270401.5</c:v>
                </c:pt>
                <c:pt idx="26">
                  <c:v>4254631</c:v>
                </c:pt>
                <c:pt idx="27">
                  <c:v>4266439</c:v>
                </c:pt>
                <c:pt idx="28">
                  <c:v>4224598</c:v>
                </c:pt>
                <c:pt idx="29">
                  <c:v>4113267.5</c:v>
                </c:pt>
                <c:pt idx="30">
                  <c:v>4104701.5</c:v>
                </c:pt>
                <c:pt idx="31">
                  <c:v>4018400</c:v>
                </c:pt>
                <c:pt idx="32">
                  <c:v>4147129</c:v>
                </c:pt>
                <c:pt idx="33">
                  <c:v>4154568</c:v>
                </c:pt>
                <c:pt idx="34">
                  <c:v>3535472</c:v>
                </c:pt>
                <c:pt idx="35">
                  <c:v>3057368</c:v>
                </c:pt>
                <c:pt idx="36">
                  <c:v>3057576</c:v>
                </c:pt>
                <c:pt idx="37">
                  <c:v>2804360</c:v>
                </c:pt>
                <c:pt idx="38">
                  <c:v>2373408</c:v>
                </c:pt>
                <c:pt idx="39">
                  <c:v>2385616</c:v>
                </c:pt>
                <c:pt idx="40">
                  <c:v>1949784</c:v>
                </c:pt>
                <c:pt idx="41">
                  <c:v>2029864</c:v>
                </c:pt>
                <c:pt idx="42">
                  <c:v>1831456</c:v>
                </c:pt>
                <c:pt idx="43">
                  <c:v>2372056</c:v>
                </c:pt>
                <c:pt idx="44">
                  <c:v>1586088</c:v>
                </c:pt>
                <c:pt idx="45">
                  <c:v>1245872</c:v>
                </c:pt>
                <c:pt idx="46">
                  <c:v>1659000</c:v>
                </c:pt>
                <c:pt idx="47">
                  <c:v>1316288</c:v>
                </c:pt>
                <c:pt idx="48">
                  <c:v>867864</c:v>
                </c:pt>
                <c:pt idx="49">
                  <c:v>756880</c:v>
                </c:pt>
                <c:pt idx="50">
                  <c:v>470368</c:v>
                </c:pt>
                <c:pt idx="51">
                  <c:v>400808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C8-4742-AFB8-64F78FF43562}"/>
            </c:ext>
          </c:extLst>
        </c:ser>
        <c:ser>
          <c:idx val="1"/>
          <c:order val="1"/>
          <c:tx>
            <c:strRef>
              <c:f>Sheet1!$H$1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Sheet1!$H$2:$H$53</c:f>
              <c:numCache>
                <c:formatCode>General</c:formatCode>
                <c:ptCount val="52"/>
                <c:pt idx="0">
                  <c:v>4803293.5</c:v>
                </c:pt>
                <c:pt idx="1">
                  <c:v>5172544</c:v>
                </c:pt>
                <c:pt idx="2">
                  <c:v>4604635</c:v>
                </c:pt>
                <c:pt idx="3">
                  <c:v>4298049.5</c:v>
                </c:pt>
                <c:pt idx="4">
                  <c:v>4479413.5</c:v>
                </c:pt>
                <c:pt idx="5">
                  <c:v>3936846.5</c:v>
                </c:pt>
                <c:pt idx="6">
                  <c:v>3530731.5</c:v>
                </c:pt>
                <c:pt idx="7">
                  <c:v>2882843.5</c:v>
                </c:pt>
                <c:pt idx="8">
                  <c:v>2074649</c:v>
                </c:pt>
                <c:pt idx="9">
                  <c:v>2203236.5</c:v>
                </c:pt>
                <c:pt idx="10">
                  <c:v>1588869.5</c:v>
                </c:pt>
                <c:pt idx="11">
                  <c:v>1221788.5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189646.5</c:v>
                </c:pt>
                <c:pt idx="34">
                  <c:v>708709</c:v>
                </c:pt>
                <c:pt idx="35">
                  <c:v>1338891.5</c:v>
                </c:pt>
                <c:pt idx="36">
                  <c:v>1392833.5</c:v>
                </c:pt>
                <c:pt idx="37">
                  <c:v>1465450.5</c:v>
                </c:pt>
                <c:pt idx="38">
                  <c:v>1926971</c:v>
                </c:pt>
                <c:pt idx="39">
                  <c:v>2073495</c:v>
                </c:pt>
                <c:pt idx="40">
                  <c:v>2673870.5</c:v>
                </c:pt>
                <c:pt idx="41">
                  <c:v>2651777.5</c:v>
                </c:pt>
                <c:pt idx="42">
                  <c:v>2781237</c:v>
                </c:pt>
                <c:pt idx="43">
                  <c:v>2530563</c:v>
                </c:pt>
                <c:pt idx="44">
                  <c:v>3481563.5</c:v>
                </c:pt>
                <c:pt idx="45">
                  <c:v>3835310.5</c:v>
                </c:pt>
                <c:pt idx="46">
                  <c:v>3688487.5</c:v>
                </c:pt>
                <c:pt idx="47">
                  <c:v>4262493</c:v>
                </c:pt>
                <c:pt idx="48">
                  <c:v>4821528</c:v>
                </c:pt>
                <c:pt idx="49">
                  <c:v>4707227.5</c:v>
                </c:pt>
                <c:pt idx="50">
                  <c:v>5217045.5</c:v>
                </c:pt>
                <c:pt idx="51">
                  <c:v>4331780.5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C8-4742-AFB8-64F78FF43562}"/>
            </c:ext>
          </c:extLst>
        </c:ser>
        <c:ser>
          <c:idx val="2"/>
          <c:order val="2"/>
          <c:tx>
            <c:strRef>
              <c:f>Sheet1!$I$1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Sheet1!$I$2:$I$53</c:f>
              <c:numCache>
                <c:formatCode>General</c:formatCode>
                <c:ptCount val="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113627</c:v>
                </c:pt>
                <c:pt idx="13">
                  <c:v>1052326.5</c:v>
                </c:pt>
                <c:pt idx="14">
                  <c:v>570510</c:v>
                </c:pt>
                <c:pt idx="15">
                  <c:v>2792331</c:v>
                </c:pt>
                <c:pt idx="16">
                  <c:v>3026043</c:v>
                </c:pt>
                <c:pt idx="17">
                  <c:v>1423092.5</c:v>
                </c:pt>
                <c:pt idx="18">
                  <c:v>2589100.5</c:v>
                </c:pt>
                <c:pt idx="19">
                  <c:v>2299569.5</c:v>
                </c:pt>
                <c:pt idx="20">
                  <c:v>3434072</c:v>
                </c:pt>
                <c:pt idx="21">
                  <c:v>3500992.5</c:v>
                </c:pt>
                <c:pt idx="22">
                  <c:v>2771590.5</c:v>
                </c:pt>
                <c:pt idx="23">
                  <c:v>2894327.5</c:v>
                </c:pt>
                <c:pt idx="24">
                  <c:v>1773679.5</c:v>
                </c:pt>
                <c:pt idx="25">
                  <c:v>2000806.5</c:v>
                </c:pt>
                <c:pt idx="26">
                  <c:v>2010865</c:v>
                </c:pt>
                <c:pt idx="27">
                  <c:v>1900089</c:v>
                </c:pt>
                <c:pt idx="28">
                  <c:v>3944426</c:v>
                </c:pt>
                <c:pt idx="29">
                  <c:v>3147212.5</c:v>
                </c:pt>
                <c:pt idx="30">
                  <c:v>791970.5</c:v>
                </c:pt>
                <c:pt idx="31">
                  <c:v>1123296</c:v>
                </c:pt>
                <c:pt idx="32">
                  <c:v>43079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C8-4742-AFB8-64F78FF43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28649360"/>
        <c:axId val="1428658480"/>
      </c:areaChart>
      <c:lineChart>
        <c:grouping val="standard"/>
        <c:varyColors val="0"/>
        <c:ser>
          <c:idx val="3"/>
          <c:order val="3"/>
          <c:tx>
            <c:strRef>
              <c:f>Sheet1!$B$1</c:f>
              <c:strCache>
                <c:ptCount val="1"/>
                <c:pt idx="0">
                  <c:v>Demand (Black Line)</c:v>
                </c:pt>
              </c:strCache>
            </c:strRef>
          </c:tx>
          <c:spPr>
            <a:ln w="63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val>
            <c:numRef>
              <c:f>Sheet1!$B$2:$B$53</c:f>
              <c:numCache>
                <c:formatCode>General</c:formatCode>
                <c:ptCount val="52"/>
                <c:pt idx="0">
                  <c:v>5736669.5</c:v>
                </c:pt>
                <c:pt idx="1">
                  <c:v>5863360</c:v>
                </c:pt>
                <c:pt idx="2">
                  <c:v>5500563</c:v>
                </c:pt>
                <c:pt idx="3">
                  <c:v>5755769.5</c:v>
                </c:pt>
                <c:pt idx="4">
                  <c:v>5563805.5</c:v>
                </c:pt>
                <c:pt idx="5">
                  <c:v>5770662.5</c:v>
                </c:pt>
                <c:pt idx="6">
                  <c:v>5412147.5</c:v>
                </c:pt>
                <c:pt idx="7">
                  <c:v>4849155.5</c:v>
                </c:pt>
                <c:pt idx="8">
                  <c:v>5288521</c:v>
                </c:pt>
                <c:pt idx="9">
                  <c:v>5207164.5</c:v>
                </c:pt>
                <c:pt idx="10">
                  <c:v>4941997.5</c:v>
                </c:pt>
                <c:pt idx="11">
                  <c:v>4888892.5</c:v>
                </c:pt>
                <c:pt idx="12">
                  <c:v>4373949</c:v>
                </c:pt>
                <c:pt idx="13">
                  <c:v>4438081.5</c:v>
                </c:pt>
                <c:pt idx="14">
                  <c:v>4944562</c:v>
                </c:pt>
                <c:pt idx="15">
                  <c:v>4607021</c:v>
                </c:pt>
                <c:pt idx="16">
                  <c:v>4507893</c:v>
                </c:pt>
                <c:pt idx="17">
                  <c:v>4578675.5</c:v>
                </c:pt>
                <c:pt idx="18">
                  <c:v>4478707.5</c:v>
                </c:pt>
                <c:pt idx="19">
                  <c:v>4546590.5</c:v>
                </c:pt>
                <c:pt idx="20">
                  <c:v>4502944</c:v>
                </c:pt>
                <c:pt idx="21">
                  <c:v>4034143.5</c:v>
                </c:pt>
                <c:pt idx="22">
                  <c:v>4144977.5</c:v>
                </c:pt>
                <c:pt idx="23">
                  <c:v>4096248.5</c:v>
                </c:pt>
                <c:pt idx="24">
                  <c:v>4315160.5</c:v>
                </c:pt>
                <c:pt idx="25">
                  <c:v>4270401.5</c:v>
                </c:pt>
                <c:pt idx="26">
                  <c:v>4254631</c:v>
                </c:pt>
                <c:pt idx="27">
                  <c:v>4266439</c:v>
                </c:pt>
                <c:pt idx="28">
                  <c:v>4224598</c:v>
                </c:pt>
                <c:pt idx="29">
                  <c:v>4113267.5</c:v>
                </c:pt>
                <c:pt idx="30">
                  <c:v>4104701.5</c:v>
                </c:pt>
                <c:pt idx="31">
                  <c:v>4018400</c:v>
                </c:pt>
                <c:pt idx="32">
                  <c:v>4147129</c:v>
                </c:pt>
                <c:pt idx="33">
                  <c:v>4344214.5</c:v>
                </c:pt>
                <c:pt idx="34">
                  <c:v>4244181</c:v>
                </c:pt>
                <c:pt idx="35">
                  <c:v>4396259.5</c:v>
                </c:pt>
                <c:pt idx="36">
                  <c:v>4450409.5</c:v>
                </c:pt>
                <c:pt idx="37">
                  <c:v>4269810.5</c:v>
                </c:pt>
                <c:pt idx="38">
                  <c:v>4300379</c:v>
                </c:pt>
                <c:pt idx="39">
                  <c:v>4459111</c:v>
                </c:pt>
                <c:pt idx="40">
                  <c:v>4623654.5</c:v>
                </c:pt>
                <c:pt idx="41">
                  <c:v>4681641.5</c:v>
                </c:pt>
                <c:pt idx="42">
                  <c:v>4612693</c:v>
                </c:pt>
                <c:pt idx="43">
                  <c:v>4902619</c:v>
                </c:pt>
                <c:pt idx="44">
                  <c:v>5067651.5</c:v>
                </c:pt>
                <c:pt idx="45">
                  <c:v>5081182.5</c:v>
                </c:pt>
                <c:pt idx="46">
                  <c:v>5347487.5</c:v>
                </c:pt>
                <c:pt idx="47">
                  <c:v>5578781</c:v>
                </c:pt>
                <c:pt idx="48">
                  <c:v>5689392</c:v>
                </c:pt>
                <c:pt idx="49">
                  <c:v>5464107.5</c:v>
                </c:pt>
                <c:pt idx="50">
                  <c:v>5687413.5</c:v>
                </c:pt>
                <c:pt idx="51">
                  <c:v>4732588.5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6C8-4742-AFB8-64F78FF43562}"/>
            </c:ext>
          </c:extLst>
        </c:ser>
        <c:ser>
          <c:idx val="4"/>
          <c:order val="4"/>
          <c:tx>
            <c:strRef>
              <c:f>Sheet1!$C$1</c:f>
              <c:strCache>
                <c:ptCount val="1"/>
                <c:pt idx="0">
                  <c:v>Solar (Orange Line)</c:v>
                </c:pt>
              </c:strCache>
            </c:strRef>
          </c:tx>
          <c:spPr>
            <a:ln w="63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Sheet1!$C$2:$C$53</c:f>
              <c:numCache>
                <c:formatCode>General</c:formatCode>
                <c:ptCount val="52"/>
                <c:pt idx="0">
                  <c:v>933376</c:v>
                </c:pt>
                <c:pt idx="1">
                  <c:v>690816</c:v>
                </c:pt>
                <c:pt idx="2">
                  <c:v>895928</c:v>
                </c:pt>
                <c:pt idx="3">
                  <c:v>1457720</c:v>
                </c:pt>
                <c:pt idx="4">
                  <c:v>1084392</c:v>
                </c:pt>
                <c:pt idx="5">
                  <c:v>1833816</c:v>
                </c:pt>
                <c:pt idx="6">
                  <c:v>1881416</c:v>
                </c:pt>
                <c:pt idx="7">
                  <c:v>1966312</c:v>
                </c:pt>
                <c:pt idx="8">
                  <c:v>3213872</c:v>
                </c:pt>
                <c:pt idx="9">
                  <c:v>3003928</c:v>
                </c:pt>
                <c:pt idx="10">
                  <c:v>3353128</c:v>
                </c:pt>
                <c:pt idx="11">
                  <c:v>3667104</c:v>
                </c:pt>
                <c:pt idx="12">
                  <c:v>4487576</c:v>
                </c:pt>
                <c:pt idx="13">
                  <c:v>5490408</c:v>
                </c:pt>
                <c:pt idx="14">
                  <c:v>5515072</c:v>
                </c:pt>
                <c:pt idx="15">
                  <c:v>7399352</c:v>
                </c:pt>
                <c:pt idx="16">
                  <c:v>7533936</c:v>
                </c:pt>
                <c:pt idx="17">
                  <c:v>6001768</c:v>
                </c:pt>
                <c:pt idx="18">
                  <c:v>7067808</c:v>
                </c:pt>
                <c:pt idx="19">
                  <c:v>6846160</c:v>
                </c:pt>
                <c:pt idx="20">
                  <c:v>7937016</c:v>
                </c:pt>
                <c:pt idx="21">
                  <c:v>7535136</c:v>
                </c:pt>
                <c:pt idx="22">
                  <c:v>6916568</c:v>
                </c:pt>
                <c:pt idx="23">
                  <c:v>6990576</c:v>
                </c:pt>
                <c:pt idx="24">
                  <c:v>6088840</c:v>
                </c:pt>
                <c:pt idx="25">
                  <c:v>6271208</c:v>
                </c:pt>
                <c:pt idx="26">
                  <c:v>6265496</c:v>
                </c:pt>
                <c:pt idx="27">
                  <c:v>6166528</c:v>
                </c:pt>
                <c:pt idx="28">
                  <c:v>8169024</c:v>
                </c:pt>
                <c:pt idx="29">
                  <c:v>7260480</c:v>
                </c:pt>
                <c:pt idx="30">
                  <c:v>4896672</c:v>
                </c:pt>
                <c:pt idx="31">
                  <c:v>5141696</c:v>
                </c:pt>
                <c:pt idx="32">
                  <c:v>4190208</c:v>
                </c:pt>
                <c:pt idx="33">
                  <c:v>4154568</c:v>
                </c:pt>
                <c:pt idx="34">
                  <c:v>3535472</c:v>
                </c:pt>
                <c:pt idx="35">
                  <c:v>3057368</c:v>
                </c:pt>
                <c:pt idx="36">
                  <c:v>3057576</c:v>
                </c:pt>
                <c:pt idx="37">
                  <c:v>2804360</c:v>
                </c:pt>
                <c:pt idx="38">
                  <c:v>2373408</c:v>
                </c:pt>
                <c:pt idx="39">
                  <c:v>2385616</c:v>
                </c:pt>
                <c:pt idx="40">
                  <c:v>1949784</c:v>
                </c:pt>
                <c:pt idx="41">
                  <c:v>2029864</c:v>
                </c:pt>
                <c:pt idx="42">
                  <c:v>1831456</c:v>
                </c:pt>
                <c:pt idx="43">
                  <c:v>2372056</c:v>
                </c:pt>
                <c:pt idx="44">
                  <c:v>1586088</c:v>
                </c:pt>
                <c:pt idx="45">
                  <c:v>1245872</c:v>
                </c:pt>
                <c:pt idx="46">
                  <c:v>1659000</c:v>
                </c:pt>
                <c:pt idx="47">
                  <c:v>1316288</c:v>
                </c:pt>
                <c:pt idx="48">
                  <c:v>867864</c:v>
                </c:pt>
                <c:pt idx="49">
                  <c:v>756880</c:v>
                </c:pt>
                <c:pt idx="50">
                  <c:v>470368</c:v>
                </c:pt>
                <c:pt idx="51">
                  <c:v>400808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6C8-4742-AFB8-64F78FF43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8649360"/>
        <c:axId val="1428658480"/>
      </c:lineChart>
      <c:catAx>
        <c:axId val="1428649360"/>
        <c:scaling>
          <c:orientation val="minMax"/>
        </c:scaling>
        <c:delete val="1"/>
        <c:axPos val="b"/>
        <c:majorTickMark val="out"/>
        <c:minorTickMark val="none"/>
        <c:tickLblPos val="nextTo"/>
        <c:crossAx val="1428658480"/>
        <c:crosses val="autoZero"/>
        <c:auto val="1"/>
        <c:lblAlgn val="ctr"/>
        <c:lblOffset val="100"/>
        <c:noMultiLvlLbl val="0"/>
      </c:catAx>
      <c:valAx>
        <c:axId val="1428658480"/>
        <c:scaling>
          <c:orientation val="minMax"/>
          <c:max val="8100000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1428649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Sheet2!$H$1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E8E8E8"/>
            </a:solidFill>
            <a:ln>
              <a:noFill/>
            </a:ln>
            <a:effectLst/>
          </c:spPr>
          <c:val>
            <c:numRef>
              <c:f>Sheet2!$H$2:$H$25</c:f>
              <c:numCache>
                <c:formatCode>0%</c:formatCode>
                <c:ptCount val="24"/>
                <c:pt idx="0">
                  <c:v>0.74431301269939976</c:v>
                </c:pt>
                <c:pt idx="1">
                  <c:v>0.66315356468084086</c:v>
                </c:pt>
                <c:pt idx="2">
                  <c:v>0.52381795135484177</c:v>
                </c:pt>
                <c:pt idx="3">
                  <c:v>0.34968454786788794</c:v>
                </c:pt>
                <c:pt idx="4">
                  <c:v>0.2500526152153637</c:v>
                </c:pt>
                <c:pt idx="5">
                  <c:v>0.21999999999999997</c:v>
                </c:pt>
                <c:pt idx="6">
                  <c:v>0.31999999999999995</c:v>
                </c:pt>
                <c:pt idx="7">
                  <c:v>0.4</c:v>
                </c:pt>
                <c:pt idx="8">
                  <c:v>0.56000000000000005</c:v>
                </c:pt>
                <c:pt idx="9">
                  <c:v>0.71</c:v>
                </c:pt>
                <c:pt idx="10">
                  <c:v>0.82</c:v>
                </c:pt>
                <c:pt idx="11">
                  <c:v>0.88</c:v>
                </c:pt>
                <c:pt idx="12">
                  <c:v>0.89</c:v>
                </c:pt>
                <c:pt idx="13">
                  <c:v>0.88</c:v>
                </c:pt>
                <c:pt idx="14">
                  <c:v>0.88</c:v>
                </c:pt>
                <c:pt idx="15">
                  <c:v>0.84</c:v>
                </c:pt>
                <c:pt idx="16">
                  <c:v>0.7</c:v>
                </c:pt>
                <c:pt idx="17">
                  <c:v>0.6</c:v>
                </c:pt>
                <c:pt idx="18">
                  <c:v>0.45415157965226127</c:v>
                </c:pt>
                <c:pt idx="19">
                  <c:v>0.40477650491473938</c:v>
                </c:pt>
                <c:pt idx="20">
                  <c:v>0.42364934350560823</c:v>
                </c:pt>
                <c:pt idx="21">
                  <c:v>0.46340396527395789</c:v>
                </c:pt>
                <c:pt idx="22">
                  <c:v>0.62447085834549065</c:v>
                </c:pt>
                <c:pt idx="23">
                  <c:v>0.66732834285987608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38-4285-8FA8-89820A6FE472}"/>
            </c:ext>
          </c:extLst>
        </c:ser>
        <c:ser>
          <c:idx val="1"/>
          <c:order val="1"/>
          <c:tx>
            <c:strRef>
              <c:f>Sheet2!$I$1</c:f>
              <c:strCache>
                <c:ptCount val="1"/>
                <c:pt idx="0">
                  <c:v>Solar_left</c:v>
                </c:pt>
              </c:strCache>
            </c:strRef>
          </c:tx>
          <c:spPr>
            <a:solidFill>
              <a:srgbClr val="0E2841">
                <a:lumMod val="10000"/>
                <a:lumOff val="90000"/>
              </a:srgbClr>
            </a:solidFill>
            <a:ln>
              <a:noFill/>
            </a:ln>
            <a:effectLst/>
          </c:spPr>
          <c:val>
            <c:numRef>
              <c:f>Sheet2!$I$2:$I$25</c:f>
              <c:numCache>
                <c:formatCode>0%</c:formatCode>
                <c:ptCount val="24"/>
                <c:pt idx="0">
                  <c:v>0.08</c:v>
                </c:pt>
                <c:pt idx="1">
                  <c:v>0.12</c:v>
                </c:pt>
                <c:pt idx="2">
                  <c:v>0.14000000000000001</c:v>
                </c:pt>
                <c:pt idx="3">
                  <c:v>0.16000000000000003</c:v>
                </c:pt>
                <c:pt idx="4">
                  <c:v>0.19999999999999998</c:v>
                </c:pt>
                <c:pt idx="5">
                  <c:v>0.21999999999999997</c:v>
                </c:pt>
                <c:pt idx="6">
                  <c:v>0.18000000000000002</c:v>
                </c:pt>
                <c:pt idx="7">
                  <c:v>0.15999999999999998</c:v>
                </c:pt>
                <c:pt idx="8">
                  <c:v>0.12</c:v>
                </c:pt>
                <c:pt idx="9">
                  <c:v>0.04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38-4285-8FA8-89820A6FE472}"/>
            </c:ext>
          </c:extLst>
        </c:ser>
        <c:ser>
          <c:idx val="2"/>
          <c:order val="2"/>
          <c:tx>
            <c:strRef>
              <c:f>Sheet2!$J$1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rgbClr val="FFFFCC"/>
            </a:solidFill>
            <a:ln>
              <a:noFill/>
            </a:ln>
            <a:effectLst/>
          </c:spPr>
          <c:val>
            <c:numRef>
              <c:f>Sheet2!$J$2:$J$25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0.12</c:v>
                </c:pt>
                <c:pt idx="19">
                  <c:v>0.16</c:v>
                </c:pt>
                <c:pt idx="20">
                  <c:v>0.15</c:v>
                </c:pt>
                <c:pt idx="21">
                  <c:v>0.13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38-4285-8FA8-89820A6FE472}"/>
            </c:ext>
          </c:extLst>
        </c:ser>
        <c:ser>
          <c:idx val="3"/>
          <c:order val="3"/>
          <c:tx>
            <c:strRef>
              <c:f>Sheet2!$K$1</c:f>
              <c:strCache>
                <c:ptCount val="1"/>
                <c:pt idx="0">
                  <c:v>Load</c:v>
                </c:pt>
              </c:strCache>
            </c:strRef>
          </c:tx>
          <c:spPr>
            <a:solidFill>
              <a:srgbClr val="4EA72E">
                <a:lumMod val="20000"/>
                <a:lumOff val="80000"/>
              </a:srgbClr>
            </a:solidFill>
            <a:ln>
              <a:noFill/>
            </a:ln>
            <a:effectLst/>
          </c:spPr>
          <c:val>
            <c:numRef>
              <c:f>Sheet2!$K$2:$K$25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0.06</c:v>
                </c:pt>
                <c:pt idx="3">
                  <c:v>0.12</c:v>
                </c:pt>
                <c:pt idx="4">
                  <c:v>0.15</c:v>
                </c:pt>
                <c:pt idx="5">
                  <c:v>0.14000000000000001</c:v>
                </c:pt>
                <c:pt idx="6">
                  <c:v>0.1</c:v>
                </c:pt>
                <c:pt idx="7">
                  <c:v>0.08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338-4285-8FA8-89820A6FE472}"/>
            </c:ext>
          </c:extLst>
        </c:ser>
        <c:ser>
          <c:idx val="4"/>
          <c:order val="4"/>
          <c:tx>
            <c:strRef>
              <c:f>Sheet2!$L$1</c:f>
              <c:strCache>
                <c:ptCount val="1"/>
                <c:pt idx="0">
                  <c:v>V2G</c:v>
                </c:pt>
              </c:strCache>
            </c:strRef>
          </c:tx>
          <c:spPr>
            <a:solidFill>
              <a:srgbClr val="A02B93">
                <a:lumMod val="20000"/>
                <a:lumOff val="80000"/>
              </a:srgbClr>
            </a:solidFill>
            <a:ln>
              <a:noFill/>
            </a:ln>
            <a:effectLst/>
          </c:spPr>
          <c:val>
            <c:numRef>
              <c:f>Sheet2!$L$2:$L$25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0.02</c:v>
                </c:pt>
                <c:pt idx="12">
                  <c:v>0.08</c:v>
                </c:pt>
                <c:pt idx="13">
                  <c:v>0.12</c:v>
                </c:pt>
                <c:pt idx="14">
                  <c:v>0.09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38-4285-8FA8-89820A6FE4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0126415"/>
        <c:axId val="1180127375"/>
      </c:areaChart>
      <c:catAx>
        <c:axId val="1180126415"/>
        <c:scaling>
          <c:orientation val="minMax"/>
        </c:scaling>
        <c:delete val="1"/>
        <c:axPos val="b"/>
        <c:majorTickMark val="out"/>
        <c:minorTickMark val="none"/>
        <c:tickLblPos val="nextTo"/>
        <c:crossAx val="1180127375"/>
        <c:crosses val="autoZero"/>
        <c:auto val="1"/>
        <c:lblAlgn val="ctr"/>
        <c:lblOffset val="100"/>
        <c:noMultiLvlLbl val="0"/>
      </c:catAx>
      <c:valAx>
        <c:axId val="1180127375"/>
        <c:scaling>
          <c:orientation val="minMax"/>
          <c:max val="1"/>
          <c:min val="0.2"/>
        </c:scaling>
        <c:delete val="1"/>
        <c:axPos val="l"/>
        <c:numFmt formatCode="0%" sourceLinked="1"/>
        <c:majorTickMark val="none"/>
        <c:minorTickMark val="none"/>
        <c:tickLblPos val="nextTo"/>
        <c:crossAx val="11801264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power_balancing!$B$1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val>
            <c:numRef>
              <c:f>power_balancing!$B$2:$B$73</c:f>
              <c:numCache>
                <c:formatCode>General</c:formatCode>
                <c:ptCount val="72"/>
                <c:pt idx="0">
                  <c:v>-338</c:v>
                </c:pt>
                <c:pt idx="1">
                  <c:v>-1377.5</c:v>
                </c:pt>
                <c:pt idx="2">
                  <c:v>-1549</c:v>
                </c:pt>
                <c:pt idx="3">
                  <c:v>-1578.5</c:v>
                </c:pt>
                <c:pt idx="4">
                  <c:v>-1493</c:v>
                </c:pt>
                <c:pt idx="5">
                  <c:v>-1285.5</c:v>
                </c:pt>
                <c:pt idx="6">
                  <c:v>-856.5</c:v>
                </c:pt>
                <c:pt idx="7">
                  <c:v>-140</c:v>
                </c:pt>
                <c:pt idx="8">
                  <c:v>-2</c:v>
                </c:pt>
                <c:pt idx="9">
                  <c:v>-5.5</c:v>
                </c:pt>
                <c:pt idx="10">
                  <c:v>-7</c:v>
                </c:pt>
                <c:pt idx="11">
                  <c:v>-9.5</c:v>
                </c:pt>
                <c:pt idx="12">
                  <c:v>-10.5</c:v>
                </c:pt>
                <c:pt idx="13">
                  <c:v>-9</c:v>
                </c:pt>
                <c:pt idx="14">
                  <c:v>-10</c:v>
                </c:pt>
                <c:pt idx="15">
                  <c:v>-11</c:v>
                </c:pt>
                <c:pt idx="16">
                  <c:v>-10.5</c:v>
                </c:pt>
                <c:pt idx="17">
                  <c:v>-14.5</c:v>
                </c:pt>
                <c:pt idx="18">
                  <c:v>-13.5</c:v>
                </c:pt>
                <c:pt idx="19">
                  <c:v>-9.5</c:v>
                </c:pt>
                <c:pt idx="20">
                  <c:v>-8.5</c:v>
                </c:pt>
                <c:pt idx="21">
                  <c:v>-7.5</c:v>
                </c:pt>
                <c:pt idx="22">
                  <c:v>-11</c:v>
                </c:pt>
                <c:pt idx="23">
                  <c:v>-282</c:v>
                </c:pt>
                <c:pt idx="24">
                  <c:v>-573.5</c:v>
                </c:pt>
                <c:pt idx="25">
                  <c:v>-861</c:v>
                </c:pt>
                <c:pt idx="26">
                  <c:v>-1138.5</c:v>
                </c:pt>
                <c:pt idx="27">
                  <c:v>-1156</c:v>
                </c:pt>
                <c:pt idx="28">
                  <c:v>-1008.5</c:v>
                </c:pt>
                <c:pt idx="29">
                  <c:v>-801</c:v>
                </c:pt>
                <c:pt idx="30">
                  <c:v>-74</c:v>
                </c:pt>
                <c:pt idx="31">
                  <c:v>-7.5</c:v>
                </c:pt>
                <c:pt idx="32">
                  <c:v>-13.5</c:v>
                </c:pt>
                <c:pt idx="33">
                  <c:v>-9</c:v>
                </c:pt>
                <c:pt idx="34">
                  <c:v>-10.5</c:v>
                </c:pt>
                <c:pt idx="35">
                  <c:v>-9</c:v>
                </c:pt>
                <c:pt idx="36">
                  <c:v>-9</c:v>
                </c:pt>
                <c:pt idx="37">
                  <c:v>-8.5</c:v>
                </c:pt>
                <c:pt idx="38">
                  <c:v>-7</c:v>
                </c:pt>
                <c:pt idx="39">
                  <c:v>-12.5</c:v>
                </c:pt>
                <c:pt idx="40">
                  <c:v>-8</c:v>
                </c:pt>
                <c:pt idx="41">
                  <c:v>-10.5</c:v>
                </c:pt>
                <c:pt idx="42">
                  <c:v>-7.5</c:v>
                </c:pt>
                <c:pt idx="43">
                  <c:v>-10.5</c:v>
                </c:pt>
                <c:pt idx="44">
                  <c:v>-6.5</c:v>
                </c:pt>
                <c:pt idx="45">
                  <c:v>-7.5</c:v>
                </c:pt>
                <c:pt idx="46">
                  <c:v>-14</c:v>
                </c:pt>
                <c:pt idx="47">
                  <c:v>-525.5</c:v>
                </c:pt>
                <c:pt idx="48">
                  <c:v>-83.5</c:v>
                </c:pt>
                <c:pt idx="49">
                  <c:v>-156</c:v>
                </c:pt>
                <c:pt idx="50">
                  <c:v>-198</c:v>
                </c:pt>
                <c:pt idx="51">
                  <c:v>-372</c:v>
                </c:pt>
                <c:pt idx="52">
                  <c:v>-206</c:v>
                </c:pt>
                <c:pt idx="53">
                  <c:v>-19.5</c:v>
                </c:pt>
                <c:pt idx="54">
                  <c:v>-31.5</c:v>
                </c:pt>
                <c:pt idx="55">
                  <c:v>-14</c:v>
                </c:pt>
                <c:pt idx="56">
                  <c:v>-10</c:v>
                </c:pt>
                <c:pt idx="57">
                  <c:v>-11</c:v>
                </c:pt>
                <c:pt idx="58">
                  <c:v>-7.5</c:v>
                </c:pt>
                <c:pt idx="59">
                  <c:v>-11</c:v>
                </c:pt>
                <c:pt idx="60">
                  <c:v>-10.5</c:v>
                </c:pt>
                <c:pt idx="61">
                  <c:v>-10</c:v>
                </c:pt>
                <c:pt idx="62">
                  <c:v>-11</c:v>
                </c:pt>
                <c:pt idx="63">
                  <c:v>-9.5</c:v>
                </c:pt>
                <c:pt idx="64">
                  <c:v>-3</c:v>
                </c:pt>
                <c:pt idx="65">
                  <c:v>0</c:v>
                </c:pt>
                <c:pt idx="66">
                  <c:v>0</c:v>
                </c:pt>
                <c:pt idx="67">
                  <c:v>-6.5</c:v>
                </c:pt>
                <c:pt idx="68">
                  <c:v>-15.5</c:v>
                </c:pt>
                <c:pt idx="69">
                  <c:v>-13</c:v>
                </c:pt>
                <c:pt idx="70">
                  <c:v>-11</c:v>
                </c:pt>
                <c:pt idx="71">
                  <c:v>-124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1C-4A82-AF6F-47D3C4D5C07B}"/>
            </c:ext>
          </c:extLst>
        </c:ser>
        <c:ser>
          <c:idx val="1"/>
          <c:order val="1"/>
          <c:tx>
            <c:strRef>
              <c:f>power_balancing!$C$1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val>
            <c:numRef>
              <c:f>power_balancing!$C$2:$C$73</c:f>
              <c:numCache>
                <c:formatCode>General</c:formatCode>
                <c:ptCount val="72"/>
                <c:pt idx="0">
                  <c:v>338</c:v>
                </c:pt>
                <c:pt idx="1">
                  <c:v>1377.5</c:v>
                </c:pt>
                <c:pt idx="2">
                  <c:v>1549</c:v>
                </c:pt>
                <c:pt idx="3">
                  <c:v>1578.5</c:v>
                </c:pt>
                <c:pt idx="4">
                  <c:v>1493</c:v>
                </c:pt>
                <c:pt idx="5">
                  <c:v>1285.5</c:v>
                </c:pt>
                <c:pt idx="6">
                  <c:v>856.5</c:v>
                </c:pt>
                <c:pt idx="7">
                  <c:v>140</c:v>
                </c:pt>
                <c:pt idx="8">
                  <c:v>2</c:v>
                </c:pt>
                <c:pt idx="9">
                  <c:v>5.5</c:v>
                </c:pt>
                <c:pt idx="10">
                  <c:v>7</c:v>
                </c:pt>
                <c:pt idx="11">
                  <c:v>9.5</c:v>
                </c:pt>
                <c:pt idx="12">
                  <c:v>10.5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10.5</c:v>
                </c:pt>
                <c:pt idx="17">
                  <c:v>14.5</c:v>
                </c:pt>
                <c:pt idx="18">
                  <c:v>13.5</c:v>
                </c:pt>
                <c:pt idx="19">
                  <c:v>9.5</c:v>
                </c:pt>
                <c:pt idx="20">
                  <c:v>8.5</c:v>
                </c:pt>
                <c:pt idx="21">
                  <c:v>7.5</c:v>
                </c:pt>
                <c:pt idx="22">
                  <c:v>11</c:v>
                </c:pt>
                <c:pt idx="23">
                  <c:v>282</c:v>
                </c:pt>
                <c:pt idx="24">
                  <c:v>573.5</c:v>
                </c:pt>
                <c:pt idx="25">
                  <c:v>861</c:v>
                </c:pt>
                <c:pt idx="26">
                  <c:v>1138.5</c:v>
                </c:pt>
                <c:pt idx="27">
                  <c:v>1156</c:v>
                </c:pt>
                <c:pt idx="28">
                  <c:v>1008.5</c:v>
                </c:pt>
                <c:pt idx="29">
                  <c:v>801</c:v>
                </c:pt>
                <c:pt idx="30">
                  <c:v>74</c:v>
                </c:pt>
                <c:pt idx="31">
                  <c:v>7.5</c:v>
                </c:pt>
                <c:pt idx="32">
                  <c:v>13.5</c:v>
                </c:pt>
                <c:pt idx="33">
                  <c:v>9</c:v>
                </c:pt>
                <c:pt idx="34">
                  <c:v>10.5</c:v>
                </c:pt>
                <c:pt idx="35">
                  <c:v>9</c:v>
                </c:pt>
                <c:pt idx="36">
                  <c:v>9</c:v>
                </c:pt>
                <c:pt idx="37">
                  <c:v>8.5</c:v>
                </c:pt>
                <c:pt idx="38">
                  <c:v>7</c:v>
                </c:pt>
                <c:pt idx="39">
                  <c:v>12.5</c:v>
                </c:pt>
                <c:pt idx="40">
                  <c:v>8</c:v>
                </c:pt>
                <c:pt idx="41">
                  <c:v>10.5</c:v>
                </c:pt>
                <c:pt idx="42">
                  <c:v>7.5</c:v>
                </c:pt>
                <c:pt idx="43">
                  <c:v>10.5</c:v>
                </c:pt>
                <c:pt idx="44">
                  <c:v>6.5</c:v>
                </c:pt>
                <c:pt idx="45">
                  <c:v>7.5</c:v>
                </c:pt>
                <c:pt idx="46">
                  <c:v>14</c:v>
                </c:pt>
                <c:pt idx="47">
                  <c:v>525.5</c:v>
                </c:pt>
                <c:pt idx="48">
                  <c:v>83.5</c:v>
                </c:pt>
                <c:pt idx="49">
                  <c:v>156</c:v>
                </c:pt>
                <c:pt idx="50">
                  <c:v>198</c:v>
                </c:pt>
                <c:pt idx="51">
                  <c:v>372</c:v>
                </c:pt>
                <c:pt idx="52">
                  <c:v>206</c:v>
                </c:pt>
                <c:pt idx="53">
                  <c:v>19.5</c:v>
                </c:pt>
                <c:pt idx="54">
                  <c:v>31.5</c:v>
                </c:pt>
                <c:pt idx="55">
                  <c:v>14</c:v>
                </c:pt>
                <c:pt idx="56">
                  <c:v>10</c:v>
                </c:pt>
                <c:pt idx="57">
                  <c:v>11</c:v>
                </c:pt>
                <c:pt idx="58">
                  <c:v>7.5</c:v>
                </c:pt>
                <c:pt idx="59">
                  <c:v>11</c:v>
                </c:pt>
                <c:pt idx="60">
                  <c:v>10.5</c:v>
                </c:pt>
                <c:pt idx="61">
                  <c:v>10</c:v>
                </c:pt>
                <c:pt idx="62">
                  <c:v>11</c:v>
                </c:pt>
                <c:pt idx="63">
                  <c:v>9.5</c:v>
                </c:pt>
                <c:pt idx="64">
                  <c:v>3</c:v>
                </c:pt>
                <c:pt idx="65">
                  <c:v>0</c:v>
                </c:pt>
                <c:pt idx="66">
                  <c:v>0</c:v>
                </c:pt>
                <c:pt idx="67">
                  <c:v>6.5</c:v>
                </c:pt>
                <c:pt idx="68">
                  <c:v>15.5</c:v>
                </c:pt>
                <c:pt idx="69">
                  <c:v>13</c:v>
                </c:pt>
                <c:pt idx="70">
                  <c:v>11</c:v>
                </c:pt>
                <c:pt idx="71">
                  <c:v>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1C-4A82-AF6F-47D3C4D5C07B}"/>
            </c:ext>
          </c:extLst>
        </c:ser>
        <c:ser>
          <c:idx val="2"/>
          <c:order val="2"/>
          <c:tx>
            <c:strRef>
              <c:f>power_balancing!$D$1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0E2841">
                <a:lumMod val="10000"/>
                <a:lumOff val="90000"/>
              </a:srgbClr>
            </a:solidFill>
            <a:ln>
              <a:noFill/>
            </a:ln>
            <a:effectLst/>
          </c:spPr>
          <c:val>
            <c:numRef>
              <c:f>power_balancing!$D$2:$D$73</c:f>
              <c:numCache>
                <c:formatCode>General</c:formatCode>
                <c:ptCount val="72"/>
                <c:pt idx="0">
                  <c:v>4199</c:v>
                </c:pt>
                <c:pt idx="1">
                  <c:v>4249</c:v>
                </c:pt>
                <c:pt idx="2">
                  <c:v>4572.5</c:v>
                </c:pt>
                <c:pt idx="3">
                  <c:v>4945.5</c:v>
                </c:pt>
                <c:pt idx="4">
                  <c:v>5350.5</c:v>
                </c:pt>
                <c:pt idx="5">
                  <c:v>5792.5</c:v>
                </c:pt>
                <c:pt idx="6">
                  <c:v>6454.5</c:v>
                </c:pt>
                <c:pt idx="7">
                  <c:v>6763.5</c:v>
                </c:pt>
                <c:pt idx="8">
                  <c:v>6828.5</c:v>
                </c:pt>
                <c:pt idx="9">
                  <c:v>6934.5</c:v>
                </c:pt>
                <c:pt idx="10">
                  <c:v>7046.5</c:v>
                </c:pt>
                <c:pt idx="11">
                  <c:v>7741</c:v>
                </c:pt>
                <c:pt idx="12">
                  <c:v>8347</c:v>
                </c:pt>
                <c:pt idx="13">
                  <c:v>9111.5</c:v>
                </c:pt>
                <c:pt idx="14">
                  <c:v>9374.5</c:v>
                </c:pt>
                <c:pt idx="15">
                  <c:v>9859.5</c:v>
                </c:pt>
                <c:pt idx="16">
                  <c:v>10137</c:v>
                </c:pt>
                <c:pt idx="17">
                  <c:v>9946</c:v>
                </c:pt>
                <c:pt idx="18">
                  <c:v>10401.5</c:v>
                </c:pt>
                <c:pt idx="19">
                  <c:v>10539.5</c:v>
                </c:pt>
                <c:pt idx="20">
                  <c:v>10617</c:v>
                </c:pt>
                <c:pt idx="21">
                  <c:v>10494</c:v>
                </c:pt>
                <c:pt idx="22">
                  <c:v>10375</c:v>
                </c:pt>
                <c:pt idx="23">
                  <c:v>10371</c:v>
                </c:pt>
                <c:pt idx="24">
                  <c:v>10328</c:v>
                </c:pt>
                <c:pt idx="25">
                  <c:v>10016</c:v>
                </c:pt>
                <c:pt idx="26">
                  <c:v>9768.5</c:v>
                </c:pt>
                <c:pt idx="27">
                  <c:v>9771.5</c:v>
                </c:pt>
                <c:pt idx="28">
                  <c:v>9810.5</c:v>
                </c:pt>
                <c:pt idx="29">
                  <c:v>9575.5</c:v>
                </c:pt>
                <c:pt idx="30">
                  <c:v>9807.5</c:v>
                </c:pt>
                <c:pt idx="31">
                  <c:v>9982</c:v>
                </c:pt>
                <c:pt idx="32">
                  <c:v>9942</c:v>
                </c:pt>
                <c:pt idx="33">
                  <c:v>9445.5</c:v>
                </c:pt>
                <c:pt idx="34">
                  <c:v>8732.5</c:v>
                </c:pt>
                <c:pt idx="35">
                  <c:v>8613</c:v>
                </c:pt>
                <c:pt idx="36">
                  <c:v>8345</c:v>
                </c:pt>
                <c:pt idx="37">
                  <c:v>8513.5</c:v>
                </c:pt>
                <c:pt idx="38">
                  <c:v>8537.5</c:v>
                </c:pt>
                <c:pt idx="39">
                  <c:v>8249.5</c:v>
                </c:pt>
                <c:pt idx="40">
                  <c:v>7750.5</c:v>
                </c:pt>
                <c:pt idx="41">
                  <c:v>7004.5</c:v>
                </c:pt>
                <c:pt idx="42">
                  <c:v>6191.5</c:v>
                </c:pt>
                <c:pt idx="43">
                  <c:v>5658.5</c:v>
                </c:pt>
                <c:pt idx="44">
                  <c:v>5553</c:v>
                </c:pt>
                <c:pt idx="45">
                  <c:v>5022.5</c:v>
                </c:pt>
                <c:pt idx="46">
                  <c:v>4669</c:v>
                </c:pt>
                <c:pt idx="47">
                  <c:v>3650</c:v>
                </c:pt>
                <c:pt idx="48">
                  <c:v>3094</c:v>
                </c:pt>
                <c:pt idx="49">
                  <c:v>2795.5</c:v>
                </c:pt>
                <c:pt idx="50">
                  <c:v>2533</c:v>
                </c:pt>
                <c:pt idx="51">
                  <c:v>2414</c:v>
                </c:pt>
                <c:pt idx="52">
                  <c:v>2432</c:v>
                </c:pt>
                <c:pt idx="53">
                  <c:v>2320</c:v>
                </c:pt>
                <c:pt idx="54">
                  <c:v>2350.5</c:v>
                </c:pt>
                <c:pt idx="55">
                  <c:v>2408</c:v>
                </c:pt>
                <c:pt idx="56">
                  <c:v>2555</c:v>
                </c:pt>
                <c:pt idx="57">
                  <c:v>2465</c:v>
                </c:pt>
                <c:pt idx="58">
                  <c:v>2614</c:v>
                </c:pt>
                <c:pt idx="59">
                  <c:v>2800</c:v>
                </c:pt>
                <c:pt idx="60">
                  <c:v>3006</c:v>
                </c:pt>
                <c:pt idx="61">
                  <c:v>2649</c:v>
                </c:pt>
                <c:pt idx="62">
                  <c:v>2475.5</c:v>
                </c:pt>
                <c:pt idx="63">
                  <c:v>2464</c:v>
                </c:pt>
                <c:pt idx="64">
                  <c:v>2502.5</c:v>
                </c:pt>
                <c:pt idx="65">
                  <c:v>2462</c:v>
                </c:pt>
                <c:pt idx="66">
                  <c:v>2375</c:v>
                </c:pt>
                <c:pt idx="67">
                  <c:v>2410.5</c:v>
                </c:pt>
                <c:pt idx="68">
                  <c:v>2409</c:v>
                </c:pt>
                <c:pt idx="69">
                  <c:v>2352</c:v>
                </c:pt>
                <c:pt idx="70">
                  <c:v>2200.5</c:v>
                </c:pt>
                <c:pt idx="71">
                  <c:v>1944.5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91C-4A82-AF6F-47D3C4D5C07B}"/>
            </c:ext>
          </c:extLst>
        </c:ser>
        <c:ser>
          <c:idx val="3"/>
          <c:order val="3"/>
          <c:tx>
            <c:strRef>
              <c:f>power_balancing!$F$1</c:f>
              <c:strCache>
                <c:ptCount val="1"/>
                <c:pt idx="0">
                  <c:v>Discharge</c:v>
                </c:pt>
              </c:strCache>
            </c:strRef>
          </c:tx>
          <c:spPr>
            <a:solidFill>
              <a:srgbClr val="A02B93"/>
            </a:solidFill>
            <a:ln>
              <a:noFill/>
            </a:ln>
            <a:effectLst/>
          </c:spPr>
          <c:val>
            <c:numRef>
              <c:f>power_balancing!$F$2:$F$73</c:f>
              <c:numCache>
                <c:formatCode>General</c:formatCode>
                <c:ptCount val="7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102</c:v>
                </c:pt>
                <c:pt idx="8">
                  <c:v>154</c:v>
                </c:pt>
                <c:pt idx="9">
                  <c:v>172</c:v>
                </c:pt>
                <c:pt idx="10">
                  <c:v>283</c:v>
                </c:pt>
                <c:pt idx="11">
                  <c:v>145</c:v>
                </c:pt>
                <c:pt idx="12">
                  <c:v>22</c:v>
                </c:pt>
                <c:pt idx="13">
                  <c:v>0</c:v>
                </c:pt>
                <c:pt idx="14">
                  <c:v>28</c:v>
                </c:pt>
                <c:pt idx="15">
                  <c:v>151</c:v>
                </c:pt>
                <c:pt idx="16">
                  <c:v>623</c:v>
                </c:pt>
                <c:pt idx="17">
                  <c:v>830</c:v>
                </c:pt>
                <c:pt idx="18">
                  <c:v>255</c:v>
                </c:pt>
                <c:pt idx="19">
                  <c:v>85</c:v>
                </c:pt>
                <c:pt idx="20">
                  <c:v>94</c:v>
                </c:pt>
                <c:pt idx="21">
                  <c:v>123</c:v>
                </c:pt>
                <c:pt idx="22">
                  <c:v>71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344</c:v>
                </c:pt>
                <c:pt idx="32">
                  <c:v>29</c:v>
                </c:pt>
                <c:pt idx="33">
                  <c:v>268</c:v>
                </c:pt>
                <c:pt idx="34">
                  <c:v>146</c:v>
                </c:pt>
                <c:pt idx="35">
                  <c:v>38</c:v>
                </c:pt>
                <c:pt idx="36">
                  <c:v>104</c:v>
                </c:pt>
                <c:pt idx="37">
                  <c:v>68</c:v>
                </c:pt>
                <c:pt idx="38">
                  <c:v>44</c:v>
                </c:pt>
                <c:pt idx="39">
                  <c:v>276</c:v>
                </c:pt>
                <c:pt idx="40">
                  <c:v>1141</c:v>
                </c:pt>
                <c:pt idx="41">
                  <c:v>1031</c:v>
                </c:pt>
                <c:pt idx="42">
                  <c:v>1345</c:v>
                </c:pt>
                <c:pt idx="43">
                  <c:v>418</c:v>
                </c:pt>
                <c:pt idx="44">
                  <c:v>219</c:v>
                </c:pt>
                <c:pt idx="45">
                  <c:v>128</c:v>
                </c:pt>
                <c:pt idx="46">
                  <c:v>23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436</c:v>
                </c:pt>
                <c:pt idx="56">
                  <c:v>462</c:v>
                </c:pt>
                <c:pt idx="57">
                  <c:v>318</c:v>
                </c:pt>
                <c:pt idx="58">
                  <c:v>643</c:v>
                </c:pt>
                <c:pt idx="59">
                  <c:v>291</c:v>
                </c:pt>
                <c:pt idx="60">
                  <c:v>223</c:v>
                </c:pt>
                <c:pt idx="61">
                  <c:v>316</c:v>
                </c:pt>
                <c:pt idx="62">
                  <c:v>207</c:v>
                </c:pt>
                <c:pt idx="63">
                  <c:v>939</c:v>
                </c:pt>
                <c:pt idx="64">
                  <c:v>1946</c:v>
                </c:pt>
                <c:pt idx="65">
                  <c:v>2117</c:v>
                </c:pt>
                <c:pt idx="66">
                  <c:v>2133</c:v>
                </c:pt>
                <c:pt idx="67">
                  <c:v>1127</c:v>
                </c:pt>
                <c:pt idx="68">
                  <c:v>617</c:v>
                </c:pt>
                <c:pt idx="69">
                  <c:v>19</c:v>
                </c:pt>
                <c:pt idx="70">
                  <c:v>3</c:v>
                </c:pt>
                <c:pt idx="7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91C-4A82-AF6F-47D3C4D5C07B}"/>
            </c:ext>
          </c:extLst>
        </c:ser>
        <c:ser>
          <c:idx val="4"/>
          <c:order val="4"/>
          <c:tx>
            <c:strRef>
              <c:f>power_balancing!$G$1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E8E8E8"/>
            </a:solidFill>
            <a:ln>
              <a:noFill/>
            </a:ln>
            <a:effectLst/>
          </c:spPr>
          <c:val>
            <c:numRef>
              <c:f>power_balancing!$G$2:$G$73</c:f>
              <c:numCache>
                <c:formatCode>General</c:formatCode>
                <c:ptCount val="72"/>
                <c:pt idx="0">
                  <c:v>9765.5</c:v>
                </c:pt>
                <c:pt idx="1">
                  <c:v>9121.5</c:v>
                </c:pt>
                <c:pt idx="2">
                  <c:v>7694.5</c:v>
                </c:pt>
                <c:pt idx="3">
                  <c:v>6373.5</c:v>
                </c:pt>
                <c:pt idx="4">
                  <c:v>5456.5</c:v>
                </c:pt>
                <c:pt idx="5">
                  <c:v>6330</c:v>
                </c:pt>
                <c:pt idx="6">
                  <c:v>10266.5</c:v>
                </c:pt>
                <c:pt idx="7">
                  <c:v>15573</c:v>
                </c:pt>
                <c:pt idx="8">
                  <c:v>17981</c:v>
                </c:pt>
                <c:pt idx="9">
                  <c:v>18322.5</c:v>
                </c:pt>
                <c:pt idx="10">
                  <c:v>17959.5</c:v>
                </c:pt>
                <c:pt idx="11">
                  <c:v>17160</c:v>
                </c:pt>
                <c:pt idx="12">
                  <c:v>16908</c:v>
                </c:pt>
                <c:pt idx="13">
                  <c:v>15929.5</c:v>
                </c:pt>
                <c:pt idx="14">
                  <c:v>15484.5</c:v>
                </c:pt>
                <c:pt idx="15">
                  <c:v>15741.5</c:v>
                </c:pt>
                <c:pt idx="16">
                  <c:v>17896</c:v>
                </c:pt>
                <c:pt idx="17">
                  <c:v>18968.5</c:v>
                </c:pt>
                <c:pt idx="18">
                  <c:v>17860</c:v>
                </c:pt>
                <c:pt idx="19">
                  <c:v>15644.5</c:v>
                </c:pt>
                <c:pt idx="20">
                  <c:v>12803.5</c:v>
                </c:pt>
                <c:pt idx="21">
                  <c:v>9487.5</c:v>
                </c:pt>
                <c:pt idx="22">
                  <c:v>5920.5</c:v>
                </c:pt>
                <c:pt idx="23">
                  <c:v>2595</c:v>
                </c:pt>
                <c:pt idx="24">
                  <c:v>1955.5</c:v>
                </c:pt>
                <c:pt idx="25">
                  <c:v>1690.5</c:v>
                </c:pt>
                <c:pt idx="26">
                  <c:v>742.5</c:v>
                </c:pt>
                <c:pt idx="27">
                  <c:v>106</c:v>
                </c:pt>
                <c:pt idx="28">
                  <c:v>-110.5</c:v>
                </c:pt>
                <c:pt idx="29">
                  <c:v>1419</c:v>
                </c:pt>
                <c:pt idx="30">
                  <c:v>5975.5</c:v>
                </c:pt>
                <c:pt idx="31">
                  <c:v>10790.5</c:v>
                </c:pt>
                <c:pt idx="32">
                  <c:v>13482</c:v>
                </c:pt>
                <c:pt idx="33">
                  <c:v>14508.5</c:v>
                </c:pt>
                <c:pt idx="34">
                  <c:v>15049</c:v>
                </c:pt>
                <c:pt idx="35">
                  <c:v>15384.5</c:v>
                </c:pt>
                <c:pt idx="36">
                  <c:v>15876.5</c:v>
                </c:pt>
                <c:pt idx="37">
                  <c:v>15708.5</c:v>
                </c:pt>
                <c:pt idx="38">
                  <c:v>16451</c:v>
                </c:pt>
                <c:pt idx="39">
                  <c:v>17312</c:v>
                </c:pt>
                <c:pt idx="40">
                  <c:v>20127</c:v>
                </c:pt>
                <c:pt idx="41">
                  <c:v>21235</c:v>
                </c:pt>
                <c:pt idx="42">
                  <c:v>21130</c:v>
                </c:pt>
                <c:pt idx="43">
                  <c:v>20563.5</c:v>
                </c:pt>
                <c:pt idx="44">
                  <c:v>18764.5</c:v>
                </c:pt>
                <c:pt idx="45">
                  <c:v>16177</c:v>
                </c:pt>
                <c:pt idx="46">
                  <c:v>13013</c:v>
                </c:pt>
                <c:pt idx="47">
                  <c:v>10567</c:v>
                </c:pt>
                <c:pt idx="48">
                  <c:v>10333</c:v>
                </c:pt>
                <c:pt idx="49">
                  <c:v>10422</c:v>
                </c:pt>
                <c:pt idx="50">
                  <c:v>9786</c:v>
                </c:pt>
                <c:pt idx="51">
                  <c:v>9091.5</c:v>
                </c:pt>
                <c:pt idx="52">
                  <c:v>8756</c:v>
                </c:pt>
                <c:pt idx="53">
                  <c:v>10261</c:v>
                </c:pt>
                <c:pt idx="54">
                  <c:v>14925</c:v>
                </c:pt>
                <c:pt idx="55">
                  <c:v>19855.5</c:v>
                </c:pt>
                <c:pt idx="56">
                  <c:v>21981.5</c:v>
                </c:pt>
                <c:pt idx="57">
                  <c:v>23188</c:v>
                </c:pt>
                <c:pt idx="58">
                  <c:v>23007.5</c:v>
                </c:pt>
                <c:pt idx="59">
                  <c:v>22571.5</c:v>
                </c:pt>
                <c:pt idx="60">
                  <c:v>23099.5</c:v>
                </c:pt>
                <c:pt idx="61">
                  <c:v>23258.5</c:v>
                </c:pt>
                <c:pt idx="62">
                  <c:v>23195</c:v>
                </c:pt>
                <c:pt idx="63">
                  <c:v>22640.5</c:v>
                </c:pt>
                <c:pt idx="64">
                  <c:v>24460</c:v>
                </c:pt>
                <c:pt idx="65">
                  <c:v>25027.5</c:v>
                </c:pt>
                <c:pt idx="66">
                  <c:v>24740.5</c:v>
                </c:pt>
                <c:pt idx="67">
                  <c:v>23929</c:v>
                </c:pt>
                <c:pt idx="68">
                  <c:v>22176.5</c:v>
                </c:pt>
                <c:pt idx="69">
                  <c:v>19981</c:v>
                </c:pt>
                <c:pt idx="70">
                  <c:v>16464.5</c:v>
                </c:pt>
                <c:pt idx="71">
                  <c:v>13282.5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91C-4A82-AF6F-47D3C4D5C0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21517519"/>
        <c:axId val="1521517999"/>
      </c:areaChart>
      <c:catAx>
        <c:axId val="1521517519"/>
        <c:scaling>
          <c:orientation val="minMax"/>
        </c:scaling>
        <c:delete val="1"/>
        <c:axPos val="b"/>
        <c:majorTickMark val="out"/>
        <c:minorTickMark val="none"/>
        <c:tickLblPos val="nextTo"/>
        <c:crossAx val="1521517999"/>
        <c:crosses val="autoZero"/>
        <c:auto val="1"/>
        <c:lblAlgn val="ctr"/>
        <c:lblOffset val="100"/>
        <c:noMultiLvlLbl val="0"/>
      </c:catAx>
      <c:valAx>
        <c:axId val="1521517999"/>
        <c:scaling>
          <c:orientation val="minMax"/>
          <c:max val="30000"/>
          <c:min val="-2000"/>
        </c:scaling>
        <c:delete val="1"/>
        <c:axPos val="l"/>
        <c:numFmt formatCode="General" sourceLinked="1"/>
        <c:majorTickMark val="none"/>
        <c:minorTickMark val="none"/>
        <c:tickLblPos val="nextTo"/>
        <c:crossAx val="15215175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555555555555558E-3"/>
          <c:y val="5.8796296296296298E-2"/>
          <c:w val="0.9916666666666667"/>
          <c:h val="0.91805555555555551"/>
        </c:manualLayout>
      </c:layout>
      <c:areaChart>
        <c:grouping val="stacked"/>
        <c:varyColors val="0"/>
        <c:ser>
          <c:idx val="0"/>
          <c:order val="0"/>
          <c:tx>
            <c:strRef>
              <c:f>congestion_management!$C$1</c:f>
              <c:strCache>
                <c:ptCount val="1"/>
                <c:pt idx="0">
                  <c:v>Supply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congestion_management!$C$2:$C$49</c:f>
              <c:numCache>
                <c:formatCode>General</c:formatCode>
                <c:ptCount val="48"/>
                <c:pt idx="0">
                  <c:v>22915</c:v>
                </c:pt>
                <c:pt idx="1">
                  <c:v>23152</c:v>
                </c:pt>
                <c:pt idx="2">
                  <c:v>22550</c:v>
                </c:pt>
                <c:pt idx="3">
                  <c:v>21670</c:v>
                </c:pt>
                <c:pt idx="4">
                  <c:v>20860</c:v>
                </c:pt>
                <c:pt idx="5">
                  <c:v>20288</c:v>
                </c:pt>
                <c:pt idx="6">
                  <c:v>19428</c:v>
                </c:pt>
                <c:pt idx="7">
                  <c:v>18796</c:v>
                </c:pt>
                <c:pt idx="8">
                  <c:v>18333</c:v>
                </c:pt>
                <c:pt idx="9">
                  <c:v>18188</c:v>
                </c:pt>
                <c:pt idx="10">
                  <c:v>18223</c:v>
                </c:pt>
                <c:pt idx="11">
                  <c:v>18351</c:v>
                </c:pt>
                <c:pt idx="12">
                  <c:v>19142</c:v>
                </c:pt>
                <c:pt idx="13">
                  <c:v>19842</c:v>
                </c:pt>
                <c:pt idx="14">
                  <c:v>21355</c:v>
                </c:pt>
                <c:pt idx="15">
                  <c:v>22602</c:v>
                </c:pt>
                <c:pt idx="16">
                  <c:v>24565</c:v>
                </c:pt>
                <c:pt idx="17">
                  <c:v>25000</c:v>
                </c:pt>
                <c:pt idx="18">
                  <c:v>25000</c:v>
                </c:pt>
                <c:pt idx="19">
                  <c:v>25000</c:v>
                </c:pt>
                <c:pt idx="20">
                  <c:v>25000</c:v>
                </c:pt>
                <c:pt idx="21">
                  <c:v>25000</c:v>
                </c:pt>
                <c:pt idx="22">
                  <c:v>25000</c:v>
                </c:pt>
                <c:pt idx="23">
                  <c:v>25000</c:v>
                </c:pt>
                <c:pt idx="24">
                  <c:v>25000</c:v>
                </c:pt>
                <c:pt idx="25">
                  <c:v>25000</c:v>
                </c:pt>
                <c:pt idx="26">
                  <c:v>25000</c:v>
                </c:pt>
                <c:pt idx="27">
                  <c:v>25000</c:v>
                </c:pt>
                <c:pt idx="28">
                  <c:v>25000</c:v>
                </c:pt>
                <c:pt idx="29">
                  <c:v>25000</c:v>
                </c:pt>
                <c:pt idx="30">
                  <c:v>25000</c:v>
                </c:pt>
                <c:pt idx="31">
                  <c:v>25000</c:v>
                </c:pt>
                <c:pt idx="32">
                  <c:v>25000</c:v>
                </c:pt>
                <c:pt idx="33">
                  <c:v>25000</c:v>
                </c:pt>
                <c:pt idx="34">
                  <c:v>25000</c:v>
                </c:pt>
                <c:pt idx="35">
                  <c:v>25000</c:v>
                </c:pt>
                <c:pt idx="36">
                  <c:v>25000</c:v>
                </c:pt>
                <c:pt idx="37">
                  <c:v>25000</c:v>
                </c:pt>
                <c:pt idx="38">
                  <c:v>25000</c:v>
                </c:pt>
                <c:pt idx="39">
                  <c:v>25000</c:v>
                </c:pt>
                <c:pt idx="40">
                  <c:v>25000</c:v>
                </c:pt>
                <c:pt idx="41">
                  <c:v>25000</c:v>
                </c:pt>
                <c:pt idx="42">
                  <c:v>25000</c:v>
                </c:pt>
                <c:pt idx="43">
                  <c:v>24830</c:v>
                </c:pt>
                <c:pt idx="44">
                  <c:v>23972</c:v>
                </c:pt>
                <c:pt idx="45">
                  <c:v>23345</c:v>
                </c:pt>
                <c:pt idx="46">
                  <c:v>22452</c:v>
                </c:pt>
                <c:pt idx="47">
                  <c:v>21775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BF-4F63-8782-697D03168B82}"/>
            </c:ext>
          </c:extLst>
        </c:ser>
        <c:ser>
          <c:idx val="1"/>
          <c:order val="1"/>
          <c:tx>
            <c:strRef>
              <c:f>congestion_management!$D$1</c:f>
              <c:strCache>
                <c:ptCount val="1"/>
                <c:pt idx="0">
                  <c:v>Shaving</c:v>
                </c:pt>
              </c:strCache>
            </c:strRef>
          </c:tx>
          <c:spPr>
            <a:solidFill>
              <a:srgbClr val="156082"/>
            </a:solidFill>
            <a:ln>
              <a:noFill/>
            </a:ln>
            <a:effectLst/>
          </c:spPr>
          <c:val>
            <c:numRef>
              <c:f>congestion_management!$D$2:$D$49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1266</c:v>
                </c:pt>
                <c:pt idx="18">
                  <c:v>2949</c:v>
                </c:pt>
                <c:pt idx="19">
                  <c:v>3948</c:v>
                </c:pt>
                <c:pt idx="20">
                  <c:v>5078</c:v>
                </c:pt>
                <c:pt idx="21">
                  <c:v>5652</c:v>
                </c:pt>
                <c:pt idx="22">
                  <c:v>6352</c:v>
                </c:pt>
                <c:pt idx="23">
                  <c:v>7291</c:v>
                </c:pt>
                <c:pt idx="24">
                  <c:v>8436</c:v>
                </c:pt>
                <c:pt idx="25">
                  <c:v>9189</c:v>
                </c:pt>
                <c:pt idx="26">
                  <c:v>9401</c:v>
                </c:pt>
                <c:pt idx="27">
                  <c:v>9063</c:v>
                </c:pt>
                <c:pt idx="28">
                  <c:v>8487</c:v>
                </c:pt>
                <c:pt idx="29">
                  <c:v>7548</c:v>
                </c:pt>
                <c:pt idx="30">
                  <c:v>6795</c:v>
                </c:pt>
                <c:pt idx="31">
                  <c:v>6064</c:v>
                </c:pt>
                <c:pt idx="32">
                  <c:v>5810</c:v>
                </c:pt>
                <c:pt idx="33">
                  <c:v>5214</c:v>
                </c:pt>
                <c:pt idx="34">
                  <c:v>4478</c:v>
                </c:pt>
                <c:pt idx="35">
                  <c:v>3690</c:v>
                </c:pt>
                <c:pt idx="36">
                  <c:v>3077</c:v>
                </c:pt>
                <c:pt idx="37">
                  <c:v>2591</c:v>
                </c:pt>
                <c:pt idx="38">
                  <c:v>2114</c:v>
                </c:pt>
                <c:pt idx="39">
                  <c:v>1613</c:v>
                </c:pt>
                <c:pt idx="40">
                  <c:v>1279</c:v>
                </c:pt>
                <c:pt idx="41">
                  <c:v>1028</c:v>
                </c:pt>
                <c:pt idx="42">
                  <c:v>500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BF-4F63-8782-697D03168B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4227071"/>
        <c:axId val="57032127"/>
      </c:areaChart>
      <c:catAx>
        <c:axId val="1254227071"/>
        <c:scaling>
          <c:orientation val="minMax"/>
        </c:scaling>
        <c:delete val="1"/>
        <c:axPos val="b"/>
        <c:majorTickMark val="out"/>
        <c:minorTickMark val="none"/>
        <c:tickLblPos val="nextTo"/>
        <c:crossAx val="57032127"/>
        <c:crosses val="autoZero"/>
        <c:auto val="1"/>
        <c:lblAlgn val="ctr"/>
        <c:lblOffset val="100"/>
        <c:noMultiLvlLbl val="0"/>
      </c:catAx>
      <c:valAx>
        <c:axId val="57032127"/>
        <c:scaling>
          <c:orientation val="minMax"/>
          <c:max val="35000"/>
        </c:scaling>
        <c:delete val="1"/>
        <c:axPos val="l"/>
        <c:numFmt formatCode="General" sourceLinked="1"/>
        <c:majorTickMark val="none"/>
        <c:minorTickMark val="none"/>
        <c:tickLblPos val="nextTo"/>
        <c:crossAx val="12542270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5.8796296296296296E-3"/>
          <c:w val="0.99999999999999989"/>
          <c:h val="0.96144027777777774"/>
        </c:manualLayout>
      </c:layout>
      <c:lineChart>
        <c:grouping val="standard"/>
        <c:varyColors val="0"/>
        <c:ser>
          <c:idx val="2"/>
          <c:order val="0"/>
          <c:tx>
            <c:strRef>
              <c:f>load_ramping!$D$1</c:f>
              <c:strCache>
                <c:ptCount val="1"/>
                <c:pt idx="0">
                  <c:v>2015</c:v>
                </c:pt>
              </c:strCache>
            </c:strRef>
          </c:tx>
          <c:spPr>
            <a:ln w="6350" cap="rnd">
              <a:solidFill>
                <a:srgbClr val="156082"/>
              </a:solidFill>
              <a:round/>
            </a:ln>
            <a:effectLst/>
          </c:spPr>
          <c:marker>
            <c:symbol val="none"/>
          </c:marker>
          <c:val>
            <c:numRef>
              <c:f>load_ramping!$D$2:$D$25</c:f>
              <c:numCache>
                <c:formatCode>General</c:formatCode>
                <c:ptCount val="24"/>
                <c:pt idx="0">
                  <c:v>19313</c:v>
                </c:pt>
                <c:pt idx="1">
                  <c:v>18258</c:v>
                </c:pt>
                <c:pt idx="2">
                  <c:v>17822</c:v>
                </c:pt>
                <c:pt idx="3">
                  <c:v>17666</c:v>
                </c:pt>
                <c:pt idx="4">
                  <c:v>17900</c:v>
                </c:pt>
                <c:pt idx="5">
                  <c:v>18576</c:v>
                </c:pt>
                <c:pt idx="6">
                  <c:v>20556</c:v>
                </c:pt>
                <c:pt idx="7">
                  <c:v>21255</c:v>
                </c:pt>
                <c:pt idx="8">
                  <c:v>19828</c:v>
                </c:pt>
                <c:pt idx="9">
                  <c:v>18643</c:v>
                </c:pt>
                <c:pt idx="10">
                  <c:v>18151</c:v>
                </c:pt>
                <c:pt idx="11">
                  <c:v>17571</c:v>
                </c:pt>
                <c:pt idx="12">
                  <c:v>17375</c:v>
                </c:pt>
                <c:pt idx="13">
                  <c:v>17560</c:v>
                </c:pt>
                <c:pt idx="14">
                  <c:v>17714</c:v>
                </c:pt>
                <c:pt idx="15">
                  <c:v>18176</c:v>
                </c:pt>
                <c:pt idx="16">
                  <c:v>19202</c:v>
                </c:pt>
                <c:pt idx="17">
                  <c:v>20934</c:v>
                </c:pt>
                <c:pt idx="18">
                  <c:v>22953</c:v>
                </c:pt>
                <c:pt idx="19">
                  <c:v>24839</c:v>
                </c:pt>
                <c:pt idx="20">
                  <c:v>26129</c:v>
                </c:pt>
                <c:pt idx="21">
                  <c:v>25022</c:v>
                </c:pt>
                <c:pt idx="22">
                  <c:v>22888</c:v>
                </c:pt>
                <c:pt idx="23">
                  <c:v>20759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4D-4A9B-8D26-0FB80E366985}"/>
            </c:ext>
          </c:extLst>
        </c:ser>
        <c:ser>
          <c:idx val="4"/>
          <c:order val="1"/>
          <c:tx>
            <c:strRef>
              <c:f>load_ramping!$F$1</c:f>
              <c:strCache>
                <c:ptCount val="1"/>
                <c:pt idx="0">
                  <c:v>2017</c:v>
                </c:pt>
              </c:strCache>
            </c:strRef>
          </c:tx>
          <c:spPr>
            <a:ln w="6350" cap="rnd">
              <a:solidFill>
                <a:srgbClr val="196B24"/>
              </a:solidFill>
              <a:round/>
            </a:ln>
            <a:effectLst/>
          </c:spPr>
          <c:marker>
            <c:symbol val="none"/>
          </c:marker>
          <c:val>
            <c:numRef>
              <c:f>load_ramping!$F$2:$F$25</c:f>
              <c:numCache>
                <c:formatCode>General</c:formatCode>
                <c:ptCount val="24"/>
                <c:pt idx="0">
                  <c:v>16896</c:v>
                </c:pt>
                <c:pt idx="1">
                  <c:v>15981</c:v>
                </c:pt>
                <c:pt idx="2">
                  <c:v>15791</c:v>
                </c:pt>
                <c:pt idx="3">
                  <c:v>15319</c:v>
                </c:pt>
                <c:pt idx="4">
                  <c:v>15998</c:v>
                </c:pt>
                <c:pt idx="5">
                  <c:v>17155</c:v>
                </c:pt>
                <c:pt idx="6">
                  <c:v>19077</c:v>
                </c:pt>
                <c:pt idx="7">
                  <c:v>18777</c:v>
                </c:pt>
                <c:pt idx="8">
                  <c:v>15229</c:v>
                </c:pt>
                <c:pt idx="9">
                  <c:v>12891</c:v>
                </c:pt>
                <c:pt idx="10">
                  <c:v>11961</c:v>
                </c:pt>
                <c:pt idx="11">
                  <c:v>12319</c:v>
                </c:pt>
                <c:pt idx="12">
                  <c:v>11703</c:v>
                </c:pt>
                <c:pt idx="13">
                  <c:v>11818</c:v>
                </c:pt>
                <c:pt idx="14">
                  <c:v>11981</c:v>
                </c:pt>
                <c:pt idx="15">
                  <c:v>12711</c:v>
                </c:pt>
                <c:pt idx="16">
                  <c:v>13716</c:v>
                </c:pt>
                <c:pt idx="17">
                  <c:v>16148</c:v>
                </c:pt>
                <c:pt idx="18">
                  <c:v>19721</c:v>
                </c:pt>
                <c:pt idx="19">
                  <c:v>22119</c:v>
                </c:pt>
                <c:pt idx="20">
                  <c:v>22389</c:v>
                </c:pt>
                <c:pt idx="21">
                  <c:v>21987</c:v>
                </c:pt>
                <c:pt idx="22">
                  <c:v>21697</c:v>
                </c:pt>
                <c:pt idx="23">
                  <c:v>20387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4D-4A9B-8D26-0FB80E366985}"/>
            </c:ext>
          </c:extLst>
        </c:ser>
        <c:ser>
          <c:idx val="6"/>
          <c:order val="2"/>
          <c:tx>
            <c:strRef>
              <c:f>load_ramping!$H$1</c:f>
              <c:strCache>
                <c:ptCount val="1"/>
                <c:pt idx="0">
                  <c:v>2019</c:v>
                </c:pt>
              </c:strCache>
            </c:strRef>
          </c:tx>
          <c:spPr>
            <a:ln w="63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val>
            <c:numRef>
              <c:f>load_ramping!$H$2:$H$25</c:f>
              <c:numCache>
                <c:formatCode>General</c:formatCode>
                <c:ptCount val="24"/>
                <c:pt idx="0">
                  <c:v>19368</c:v>
                </c:pt>
                <c:pt idx="1">
                  <c:v>18725</c:v>
                </c:pt>
                <c:pt idx="2">
                  <c:v>18121</c:v>
                </c:pt>
                <c:pt idx="3">
                  <c:v>17963</c:v>
                </c:pt>
                <c:pt idx="4">
                  <c:v>18041</c:v>
                </c:pt>
                <c:pt idx="5">
                  <c:v>18465</c:v>
                </c:pt>
                <c:pt idx="6">
                  <c:v>19336</c:v>
                </c:pt>
                <c:pt idx="7">
                  <c:v>17021</c:v>
                </c:pt>
                <c:pt idx="8">
                  <c:v>12414</c:v>
                </c:pt>
                <c:pt idx="9">
                  <c:v>9950</c:v>
                </c:pt>
                <c:pt idx="10">
                  <c:v>8890</c:v>
                </c:pt>
                <c:pt idx="11">
                  <c:v>8822</c:v>
                </c:pt>
                <c:pt idx="12">
                  <c:v>8548</c:v>
                </c:pt>
                <c:pt idx="13">
                  <c:v>8430</c:v>
                </c:pt>
                <c:pt idx="14">
                  <c:v>8301</c:v>
                </c:pt>
                <c:pt idx="15">
                  <c:v>9154</c:v>
                </c:pt>
                <c:pt idx="16">
                  <c:v>11107</c:v>
                </c:pt>
                <c:pt idx="17">
                  <c:v>15943</c:v>
                </c:pt>
                <c:pt idx="18">
                  <c:v>21782</c:v>
                </c:pt>
                <c:pt idx="19">
                  <c:v>24541</c:v>
                </c:pt>
                <c:pt idx="20">
                  <c:v>24349</c:v>
                </c:pt>
                <c:pt idx="21">
                  <c:v>23280</c:v>
                </c:pt>
                <c:pt idx="22">
                  <c:v>21810</c:v>
                </c:pt>
                <c:pt idx="23">
                  <c:v>20391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E4D-4A9B-8D26-0FB80E3669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9266992"/>
        <c:axId val="539265552"/>
      </c:lineChart>
      <c:catAx>
        <c:axId val="539266992"/>
        <c:scaling>
          <c:orientation val="minMax"/>
        </c:scaling>
        <c:delete val="1"/>
        <c:axPos val="b"/>
        <c:majorTickMark val="none"/>
        <c:minorTickMark val="none"/>
        <c:tickLblPos val="nextTo"/>
        <c:crossAx val="539265552"/>
        <c:crosses val="autoZero"/>
        <c:auto val="1"/>
        <c:lblAlgn val="ctr"/>
        <c:lblOffset val="100"/>
        <c:noMultiLvlLbl val="0"/>
      </c:catAx>
      <c:valAx>
        <c:axId val="539265552"/>
        <c:scaling>
          <c:orientation val="minMax"/>
          <c:max val="27000"/>
          <c:min val="8000"/>
        </c:scaling>
        <c:delete val="1"/>
        <c:axPos val="l"/>
        <c:numFmt formatCode="General" sourceLinked="1"/>
        <c:majorTickMark val="none"/>
        <c:minorTickMark val="none"/>
        <c:tickLblPos val="nextTo"/>
        <c:crossAx val="539266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555555555555558E-3"/>
          <c:y val="5.8796296296296298E-2"/>
          <c:w val="0.9916666666666667"/>
          <c:h val="0.91805555555555551"/>
        </c:manualLayout>
      </c:layout>
      <c:areaChart>
        <c:grouping val="stacked"/>
        <c:varyColors val="0"/>
        <c:ser>
          <c:idx val="0"/>
          <c:order val="0"/>
          <c:tx>
            <c:strRef>
              <c:f>congestion_management!$C$1</c:f>
              <c:strCache>
                <c:ptCount val="1"/>
                <c:pt idx="0">
                  <c:v>Supply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congestion_management!$C$2:$C$49</c:f>
              <c:numCache>
                <c:formatCode>General</c:formatCode>
                <c:ptCount val="48"/>
                <c:pt idx="0">
                  <c:v>22915</c:v>
                </c:pt>
                <c:pt idx="1">
                  <c:v>23152</c:v>
                </c:pt>
                <c:pt idx="2">
                  <c:v>22550</c:v>
                </c:pt>
                <c:pt idx="3">
                  <c:v>21670</c:v>
                </c:pt>
                <c:pt idx="4">
                  <c:v>20860</c:v>
                </c:pt>
                <c:pt idx="5">
                  <c:v>20288</c:v>
                </c:pt>
                <c:pt idx="6">
                  <c:v>19428</c:v>
                </c:pt>
                <c:pt idx="7">
                  <c:v>18796</c:v>
                </c:pt>
                <c:pt idx="8">
                  <c:v>18333</c:v>
                </c:pt>
                <c:pt idx="9">
                  <c:v>18188</c:v>
                </c:pt>
                <c:pt idx="10">
                  <c:v>18223</c:v>
                </c:pt>
                <c:pt idx="11">
                  <c:v>18351</c:v>
                </c:pt>
                <c:pt idx="12">
                  <c:v>19142</c:v>
                </c:pt>
                <c:pt idx="13">
                  <c:v>19842</c:v>
                </c:pt>
                <c:pt idx="14">
                  <c:v>21355</c:v>
                </c:pt>
                <c:pt idx="15">
                  <c:v>22602</c:v>
                </c:pt>
                <c:pt idx="16">
                  <c:v>24565</c:v>
                </c:pt>
                <c:pt idx="17">
                  <c:v>25000</c:v>
                </c:pt>
                <c:pt idx="18">
                  <c:v>25000</c:v>
                </c:pt>
                <c:pt idx="19">
                  <c:v>25000</c:v>
                </c:pt>
                <c:pt idx="20">
                  <c:v>25000</c:v>
                </c:pt>
                <c:pt idx="21">
                  <c:v>25000</c:v>
                </c:pt>
                <c:pt idx="22">
                  <c:v>25000</c:v>
                </c:pt>
                <c:pt idx="23">
                  <c:v>25000</c:v>
                </c:pt>
                <c:pt idx="24">
                  <c:v>25000</c:v>
                </c:pt>
                <c:pt idx="25">
                  <c:v>25000</c:v>
                </c:pt>
                <c:pt idx="26">
                  <c:v>25000</c:v>
                </c:pt>
                <c:pt idx="27">
                  <c:v>25000</c:v>
                </c:pt>
                <c:pt idx="28">
                  <c:v>25000</c:v>
                </c:pt>
                <c:pt idx="29">
                  <c:v>25000</c:v>
                </c:pt>
                <c:pt idx="30">
                  <c:v>25000</c:v>
                </c:pt>
                <c:pt idx="31">
                  <c:v>25000</c:v>
                </c:pt>
                <c:pt idx="32">
                  <c:v>25000</c:v>
                </c:pt>
                <c:pt idx="33">
                  <c:v>25000</c:v>
                </c:pt>
                <c:pt idx="34">
                  <c:v>25000</c:v>
                </c:pt>
                <c:pt idx="35">
                  <c:v>25000</c:v>
                </c:pt>
                <c:pt idx="36">
                  <c:v>25000</c:v>
                </c:pt>
                <c:pt idx="37">
                  <c:v>25000</c:v>
                </c:pt>
                <c:pt idx="38">
                  <c:v>25000</c:v>
                </c:pt>
                <c:pt idx="39">
                  <c:v>25000</c:v>
                </c:pt>
                <c:pt idx="40">
                  <c:v>25000</c:v>
                </c:pt>
                <c:pt idx="41">
                  <c:v>25000</c:v>
                </c:pt>
                <c:pt idx="42">
                  <c:v>25000</c:v>
                </c:pt>
                <c:pt idx="43">
                  <c:v>24830</c:v>
                </c:pt>
                <c:pt idx="44">
                  <c:v>23972</c:v>
                </c:pt>
                <c:pt idx="45">
                  <c:v>23345</c:v>
                </c:pt>
                <c:pt idx="46">
                  <c:v>22452</c:v>
                </c:pt>
                <c:pt idx="47">
                  <c:v>21775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26-4611-8FCD-CBB4A234A66B}"/>
            </c:ext>
          </c:extLst>
        </c:ser>
        <c:ser>
          <c:idx val="1"/>
          <c:order val="1"/>
          <c:tx>
            <c:strRef>
              <c:f>congestion_management!$D$1</c:f>
              <c:strCache>
                <c:ptCount val="1"/>
                <c:pt idx="0">
                  <c:v>Shaving</c:v>
                </c:pt>
              </c:strCache>
            </c:strRef>
          </c:tx>
          <c:spPr>
            <a:solidFill>
              <a:srgbClr val="156082"/>
            </a:solidFill>
            <a:ln>
              <a:noFill/>
            </a:ln>
            <a:effectLst/>
          </c:spPr>
          <c:val>
            <c:numRef>
              <c:f>congestion_management!$D$2:$D$49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1266</c:v>
                </c:pt>
                <c:pt idx="18">
                  <c:v>2949</c:v>
                </c:pt>
                <c:pt idx="19">
                  <c:v>3948</c:v>
                </c:pt>
                <c:pt idx="20">
                  <c:v>5078</c:v>
                </c:pt>
                <c:pt idx="21">
                  <c:v>5652</c:v>
                </c:pt>
                <c:pt idx="22">
                  <c:v>6352</c:v>
                </c:pt>
                <c:pt idx="23">
                  <c:v>7291</c:v>
                </c:pt>
                <c:pt idx="24">
                  <c:v>8436</c:v>
                </c:pt>
                <c:pt idx="25">
                  <c:v>9189</c:v>
                </c:pt>
                <c:pt idx="26">
                  <c:v>9401</c:v>
                </c:pt>
                <c:pt idx="27">
                  <c:v>9063</c:v>
                </c:pt>
                <c:pt idx="28">
                  <c:v>8487</c:v>
                </c:pt>
                <c:pt idx="29">
                  <c:v>7548</c:v>
                </c:pt>
                <c:pt idx="30">
                  <c:v>6795</c:v>
                </c:pt>
                <c:pt idx="31">
                  <c:v>6064</c:v>
                </c:pt>
                <c:pt idx="32">
                  <c:v>5810</c:v>
                </c:pt>
                <c:pt idx="33">
                  <c:v>5214</c:v>
                </c:pt>
                <c:pt idx="34">
                  <c:v>4478</c:v>
                </c:pt>
                <c:pt idx="35">
                  <c:v>3690</c:v>
                </c:pt>
                <c:pt idx="36">
                  <c:v>3077</c:v>
                </c:pt>
                <c:pt idx="37">
                  <c:v>2591</c:v>
                </c:pt>
                <c:pt idx="38">
                  <c:v>2114</c:v>
                </c:pt>
                <c:pt idx="39">
                  <c:v>1613</c:v>
                </c:pt>
                <c:pt idx="40">
                  <c:v>1279</c:v>
                </c:pt>
                <c:pt idx="41">
                  <c:v>1028</c:v>
                </c:pt>
                <c:pt idx="42">
                  <c:v>500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26-4611-8FCD-CBB4A234A6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4227071"/>
        <c:axId val="57032127"/>
      </c:areaChart>
      <c:catAx>
        <c:axId val="1254227071"/>
        <c:scaling>
          <c:orientation val="minMax"/>
        </c:scaling>
        <c:delete val="1"/>
        <c:axPos val="b"/>
        <c:majorTickMark val="out"/>
        <c:minorTickMark val="none"/>
        <c:tickLblPos val="nextTo"/>
        <c:crossAx val="57032127"/>
        <c:crosses val="autoZero"/>
        <c:auto val="1"/>
        <c:lblAlgn val="ctr"/>
        <c:lblOffset val="100"/>
        <c:noMultiLvlLbl val="0"/>
      </c:catAx>
      <c:valAx>
        <c:axId val="57032127"/>
        <c:scaling>
          <c:orientation val="minMax"/>
          <c:max val="35000"/>
        </c:scaling>
        <c:delete val="1"/>
        <c:axPos val="l"/>
        <c:numFmt formatCode="General" sourceLinked="1"/>
        <c:majorTickMark val="none"/>
        <c:minorTickMark val="none"/>
        <c:tickLblPos val="nextTo"/>
        <c:crossAx val="12542270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areaChart>
        <c:grouping val="stacked"/>
        <c:varyColors val="0"/>
        <c:ser>
          <c:idx val="0"/>
          <c:order val="0"/>
          <c:tx>
            <c:strRef>
              <c:f>power_balancing!$B$1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val>
            <c:numRef>
              <c:f>power_balancing!$B$2:$B$577</c:f>
              <c:numCache>
                <c:formatCode>General</c:formatCode>
                <c:ptCount val="576"/>
                <c:pt idx="0">
                  <c:v>4117</c:v>
                </c:pt>
                <c:pt idx="1">
                  <c:v>4281</c:v>
                </c:pt>
                <c:pt idx="2">
                  <c:v>4239</c:v>
                </c:pt>
                <c:pt idx="3">
                  <c:v>4259</c:v>
                </c:pt>
                <c:pt idx="4">
                  <c:v>4443</c:v>
                </c:pt>
                <c:pt idx="5">
                  <c:v>4702</c:v>
                </c:pt>
                <c:pt idx="6">
                  <c:v>4873</c:v>
                </c:pt>
                <c:pt idx="7">
                  <c:v>5018</c:v>
                </c:pt>
                <c:pt idx="8">
                  <c:v>5485</c:v>
                </c:pt>
                <c:pt idx="9">
                  <c:v>5216</c:v>
                </c:pt>
                <c:pt idx="10">
                  <c:v>5507</c:v>
                </c:pt>
                <c:pt idx="11">
                  <c:v>6078</c:v>
                </c:pt>
                <c:pt idx="12">
                  <c:v>6384</c:v>
                </c:pt>
                <c:pt idx="13">
                  <c:v>6525</c:v>
                </c:pt>
                <c:pt idx="14">
                  <c:v>6743</c:v>
                </c:pt>
                <c:pt idx="15">
                  <c:v>6784</c:v>
                </c:pt>
                <c:pt idx="16">
                  <c:v>6701</c:v>
                </c:pt>
                <c:pt idx="17">
                  <c:v>6956</c:v>
                </c:pt>
                <c:pt idx="18">
                  <c:v>7028</c:v>
                </c:pt>
                <c:pt idx="19">
                  <c:v>6841</c:v>
                </c:pt>
                <c:pt idx="20">
                  <c:v>7071</c:v>
                </c:pt>
                <c:pt idx="21">
                  <c:v>7022</c:v>
                </c:pt>
                <c:pt idx="22">
                  <c:v>7440</c:v>
                </c:pt>
                <c:pt idx="23">
                  <c:v>8042</c:v>
                </c:pt>
                <c:pt idx="24">
                  <c:v>8210</c:v>
                </c:pt>
                <c:pt idx="25">
                  <c:v>8484</c:v>
                </c:pt>
                <c:pt idx="26">
                  <c:v>8991</c:v>
                </c:pt>
                <c:pt idx="27">
                  <c:v>9232</c:v>
                </c:pt>
                <c:pt idx="28">
                  <c:v>9270</c:v>
                </c:pt>
                <c:pt idx="29">
                  <c:v>9479</c:v>
                </c:pt>
                <c:pt idx="30">
                  <c:v>9654</c:v>
                </c:pt>
                <c:pt idx="31">
                  <c:v>10065</c:v>
                </c:pt>
                <c:pt idx="32">
                  <c:v>10151</c:v>
                </c:pt>
                <c:pt idx="33">
                  <c:v>10123</c:v>
                </c:pt>
                <c:pt idx="34">
                  <c:v>9943</c:v>
                </c:pt>
                <c:pt idx="35">
                  <c:v>9949</c:v>
                </c:pt>
                <c:pt idx="36">
                  <c:v>10196</c:v>
                </c:pt>
                <c:pt idx="37">
                  <c:v>10607</c:v>
                </c:pt>
                <c:pt idx="38">
                  <c:v>10593</c:v>
                </c:pt>
                <c:pt idx="39">
                  <c:v>10486</c:v>
                </c:pt>
                <c:pt idx="40">
                  <c:v>10580</c:v>
                </c:pt>
                <c:pt idx="41">
                  <c:v>10654</c:v>
                </c:pt>
                <c:pt idx="42">
                  <c:v>10384</c:v>
                </c:pt>
                <c:pt idx="43">
                  <c:v>10604</c:v>
                </c:pt>
                <c:pt idx="44">
                  <c:v>10364</c:v>
                </c:pt>
                <c:pt idx="45">
                  <c:v>10386</c:v>
                </c:pt>
                <c:pt idx="46">
                  <c:v>10345</c:v>
                </c:pt>
                <c:pt idx="47">
                  <c:v>10397</c:v>
                </c:pt>
                <c:pt idx="48">
                  <c:v>10336</c:v>
                </c:pt>
                <c:pt idx="49">
                  <c:v>10320</c:v>
                </c:pt>
                <c:pt idx="50">
                  <c:v>10088</c:v>
                </c:pt>
                <c:pt idx="51">
                  <c:v>9944</c:v>
                </c:pt>
                <c:pt idx="52">
                  <c:v>9787</c:v>
                </c:pt>
                <c:pt idx="53">
                  <c:v>9750</c:v>
                </c:pt>
                <c:pt idx="54">
                  <c:v>9724</c:v>
                </c:pt>
                <c:pt idx="55">
                  <c:v>9819</c:v>
                </c:pt>
                <c:pt idx="56">
                  <c:v>9847</c:v>
                </c:pt>
                <c:pt idx="57">
                  <c:v>9774</c:v>
                </c:pt>
                <c:pt idx="58">
                  <c:v>9654</c:v>
                </c:pt>
                <c:pt idx="59">
                  <c:v>9497</c:v>
                </c:pt>
                <c:pt idx="60">
                  <c:v>9595</c:v>
                </c:pt>
                <c:pt idx="61">
                  <c:v>10020</c:v>
                </c:pt>
                <c:pt idx="62">
                  <c:v>9981</c:v>
                </c:pt>
                <c:pt idx="63">
                  <c:v>9983</c:v>
                </c:pt>
                <c:pt idx="64">
                  <c:v>9933</c:v>
                </c:pt>
                <c:pt idx="65">
                  <c:v>9951</c:v>
                </c:pt>
                <c:pt idx="66">
                  <c:v>9669</c:v>
                </c:pt>
                <c:pt idx="67">
                  <c:v>9222</c:v>
                </c:pt>
                <c:pt idx="68">
                  <c:v>8769</c:v>
                </c:pt>
                <c:pt idx="69">
                  <c:v>8696</c:v>
                </c:pt>
                <c:pt idx="70">
                  <c:v>8609</c:v>
                </c:pt>
                <c:pt idx="71">
                  <c:v>8617</c:v>
                </c:pt>
                <c:pt idx="72">
                  <c:v>8485</c:v>
                </c:pt>
                <c:pt idx="73">
                  <c:v>8205</c:v>
                </c:pt>
                <c:pt idx="74">
                  <c:v>8452</c:v>
                </c:pt>
                <c:pt idx="75">
                  <c:v>8575</c:v>
                </c:pt>
                <c:pt idx="76">
                  <c:v>8578</c:v>
                </c:pt>
                <c:pt idx="77">
                  <c:v>8497</c:v>
                </c:pt>
                <c:pt idx="78">
                  <c:v>8278</c:v>
                </c:pt>
                <c:pt idx="79">
                  <c:v>8221</c:v>
                </c:pt>
                <c:pt idx="80">
                  <c:v>7988</c:v>
                </c:pt>
                <c:pt idx="81">
                  <c:v>7513</c:v>
                </c:pt>
                <c:pt idx="82">
                  <c:v>7358</c:v>
                </c:pt>
                <c:pt idx="83">
                  <c:v>6651</c:v>
                </c:pt>
                <c:pt idx="84">
                  <c:v>6286</c:v>
                </c:pt>
                <c:pt idx="85">
                  <c:v>6097</c:v>
                </c:pt>
                <c:pt idx="86">
                  <c:v>5748</c:v>
                </c:pt>
                <c:pt idx="87">
                  <c:v>5569</c:v>
                </c:pt>
                <c:pt idx="88">
                  <c:v>5663</c:v>
                </c:pt>
                <c:pt idx="89">
                  <c:v>5443</c:v>
                </c:pt>
                <c:pt idx="90">
                  <c:v>5134</c:v>
                </c:pt>
                <c:pt idx="91">
                  <c:v>4911</c:v>
                </c:pt>
                <c:pt idx="92">
                  <c:v>4817</c:v>
                </c:pt>
                <c:pt idx="93">
                  <c:v>4521</c:v>
                </c:pt>
                <c:pt idx="94">
                  <c:v>3855</c:v>
                </c:pt>
                <c:pt idx="95">
                  <c:v>3445</c:v>
                </c:pt>
                <c:pt idx="96">
                  <c:v>3187</c:v>
                </c:pt>
                <c:pt idx="97">
                  <c:v>3001</c:v>
                </c:pt>
                <c:pt idx="98">
                  <c:v>2905</c:v>
                </c:pt>
                <c:pt idx="99">
                  <c:v>2686</c:v>
                </c:pt>
                <c:pt idx="100">
                  <c:v>2561</c:v>
                </c:pt>
                <c:pt idx="101">
                  <c:v>2505</c:v>
                </c:pt>
                <c:pt idx="102">
                  <c:v>2436</c:v>
                </c:pt>
                <c:pt idx="103">
                  <c:v>2392</c:v>
                </c:pt>
                <c:pt idx="104">
                  <c:v>2511</c:v>
                </c:pt>
                <c:pt idx="105">
                  <c:v>2353</c:v>
                </c:pt>
                <c:pt idx="106">
                  <c:v>2305</c:v>
                </c:pt>
                <c:pt idx="107">
                  <c:v>2335</c:v>
                </c:pt>
                <c:pt idx="108">
                  <c:v>2323</c:v>
                </c:pt>
                <c:pt idx="109">
                  <c:v>2378</c:v>
                </c:pt>
                <c:pt idx="110">
                  <c:v>2355</c:v>
                </c:pt>
                <c:pt idx="111">
                  <c:v>2461</c:v>
                </c:pt>
                <c:pt idx="112">
                  <c:v>2618</c:v>
                </c:pt>
                <c:pt idx="113">
                  <c:v>2492</c:v>
                </c:pt>
                <c:pt idx="114">
                  <c:v>2429</c:v>
                </c:pt>
                <c:pt idx="115">
                  <c:v>2501</c:v>
                </c:pt>
                <c:pt idx="116">
                  <c:v>2573</c:v>
                </c:pt>
                <c:pt idx="117">
                  <c:v>2655</c:v>
                </c:pt>
                <c:pt idx="118">
                  <c:v>2690</c:v>
                </c:pt>
                <c:pt idx="119">
                  <c:v>2910</c:v>
                </c:pt>
                <c:pt idx="120">
                  <c:v>3071</c:v>
                </c:pt>
                <c:pt idx="121">
                  <c:v>2941</c:v>
                </c:pt>
                <c:pt idx="122">
                  <c:v>2698</c:v>
                </c:pt>
                <c:pt idx="123">
                  <c:v>2600</c:v>
                </c:pt>
                <c:pt idx="124">
                  <c:v>2549</c:v>
                </c:pt>
                <c:pt idx="125">
                  <c:v>2402</c:v>
                </c:pt>
                <c:pt idx="126">
                  <c:v>2494</c:v>
                </c:pt>
                <c:pt idx="127">
                  <c:v>2434</c:v>
                </c:pt>
                <c:pt idx="128">
                  <c:v>2488</c:v>
                </c:pt>
                <c:pt idx="129">
                  <c:v>2517</c:v>
                </c:pt>
                <c:pt idx="130">
                  <c:v>2534</c:v>
                </c:pt>
                <c:pt idx="131">
                  <c:v>2390</c:v>
                </c:pt>
                <c:pt idx="132">
                  <c:v>2327</c:v>
                </c:pt>
                <c:pt idx="133">
                  <c:v>2423</c:v>
                </c:pt>
                <c:pt idx="134">
                  <c:v>2400</c:v>
                </c:pt>
                <c:pt idx="135">
                  <c:v>2421</c:v>
                </c:pt>
                <c:pt idx="136">
                  <c:v>2376</c:v>
                </c:pt>
                <c:pt idx="137">
                  <c:v>2442</c:v>
                </c:pt>
                <c:pt idx="138">
                  <c:v>2383</c:v>
                </c:pt>
                <c:pt idx="139">
                  <c:v>2321</c:v>
                </c:pt>
                <c:pt idx="140">
                  <c:v>2227</c:v>
                </c:pt>
                <c:pt idx="141">
                  <c:v>2174</c:v>
                </c:pt>
                <c:pt idx="142">
                  <c:v>1976</c:v>
                </c:pt>
                <c:pt idx="143">
                  <c:v>1913</c:v>
                </c:pt>
                <c:pt idx="144">
                  <c:v>1977</c:v>
                </c:pt>
                <c:pt idx="145">
                  <c:v>1824</c:v>
                </c:pt>
                <c:pt idx="146">
                  <c:v>1856</c:v>
                </c:pt>
                <c:pt idx="147">
                  <c:v>1737</c:v>
                </c:pt>
                <c:pt idx="148">
                  <c:v>1672</c:v>
                </c:pt>
                <c:pt idx="149">
                  <c:v>1541</c:v>
                </c:pt>
                <c:pt idx="150">
                  <c:v>1218</c:v>
                </c:pt>
                <c:pt idx="151">
                  <c:v>1049</c:v>
                </c:pt>
                <c:pt idx="152">
                  <c:v>957</c:v>
                </c:pt>
                <c:pt idx="153">
                  <c:v>903</c:v>
                </c:pt>
                <c:pt idx="154">
                  <c:v>873</c:v>
                </c:pt>
                <c:pt idx="155">
                  <c:v>838</c:v>
                </c:pt>
                <c:pt idx="156">
                  <c:v>801</c:v>
                </c:pt>
                <c:pt idx="157">
                  <c:v>734</c:v>
                </c:pt>
                <c:pt idx="158">
                  <c:v>715</c:v>
                </c:pt>
                <c:pt idx="159">
                  <c:v>677</c:v>
                </c:pt>
                <c:pt idx="160">
                  <c:v>662</c:v>
                </c:pt>
                <c:pt idx="161">
                  <c:v>631</c:v>
                </c:pt>
                <c:pt idx="162">
                  <c:v>699</c:v>
                </c:pt>
                <c:pt idx="163">
                  <c:v>746</c:v>
                </c:pt>
                <c:pt idx="164">
                  <c:v>716</c:v>
                </c:pt>
                <c:pt idx="165">
                  <c:v>609</c:v>
                </c:pt>
                <c:pt idx="166">
                  <c:v>623</c:v>
                </c:pt>
                <c:pt idx="167">
                  <c:v>676</c:v>
                </c:pt>
                <c:pt idx="168">
                  <c:v>712</c:v>
                </c:pt>
                <c:pt idx="169">
                  <c:v>769</c:v>
                </c:pt>
                <c:pt idx="170">
                  <c:v>785</c:v>
                </c:pt>
                <c:pt idx="171">
                  <c:v>742</c:v>
                </c:pt>
                <c:pt idx="172">
                  <c:v>641</c:v>
                </c:pt>
                <c:pt idx="173">
                  <c:v>748</c:v>
                </c:pt>
                <c:pt idx="174">
                  <c:v>810</c:v>
                </c:pt>
                <c:pt idx="175">
                  <c:v>959</c:v>
                </c:pt>
                <c:pt idx="176">
                  <c:v>1140</c:v>
                </c:pt>
                <c:pt idx="177">
                  <c:v>1312</c:v>
                </c:pt>
                <c:pt idx="178">
                  <c:v>1500</c:v>
                </c:pt>
                <c:pt idx="179">
                  <c:v>1747</c:v>
                </c:pt>
                <c:pt idx="180">
                  <c:v>1965</c:v>
                </c:pt>
                <c:pt idx="181">
                  <c:v>1991</c:v>
                </c:pt>
                <c:pt idx="182">
                  <c:v>1965</c:v>
                </c:pt>
                <c:pt idx="183">
                  <c:v>2029</c:v>
                </c:pt>
                <c:pt idx="184">
                  <c:v>2052</c:v>
                </c:pt>
                <c:pt idx="185">
                  <c:v>2050</c:v>
                </c:pt>
                <c:pt idx="186">
                  <c:v>1948</c:v>
                </c:pt>
                <c:pt idx="187">
                  <c:v>1835</c:v>
                </c:pt>
                <c:pt idx="188">
                  <c:v>1842</c:v>
                </c:pt>
                <c:pt idx="189">
                  <c:v>1860</c:v>
                </c:pt>
                <c:pt idx="190">
                  <c:v>1900</c:v>
                </c:pt>
                <c:pt idx="191">
                  <c:v>1843</c:v>
                </c:pt>
                <c:pt idx="192">
                  <c:v>1748</c:v>
                </c:pt>
                <c:pt idx="193">
                  <c:v>1783</c:v>
                </c:pt>
                <c:pt idx="194">
                  <c:v>1852</c:v>
                </c:pt>
                <c:pt idx="195">
                  <c:v>1887</c:v>
                </c:pt>
                <c:pt idx="196">
                  <c:v>1942</c:v>
                </c:pt>
                <c:pt idx="197">
                  <c:v>1843</c:v>
                </c:pt>
                <c:pt idx="198">
                  <c:v>1662</c:v>
                </c:pt>
                <c:pt idx="199">
                  <c:v>1616</c:v>
                </c:pt>
                <c:pt idx="200">
                  <c:v>1545</c:v>
                </c:pt>
                <c:pt idx="201">
                  <c:v>1546</c:v>
                </c:pt>
                <c:pt idx="202">
                  <c:v>1478</c:v>
                </c:pt>
                <c:pt idx="203">
                  <c:v>1416</c:v>
                </c:pt>
                <c:pt idx="204">
                  <c:v>1481</c:v>
                </c:pt>
                <c:pt idx="205">
                  <c:v>1584</c:v>
                </c:pt>
                <c:pt idx="206">
                  <c:v>1682</c:v>
                </c:pt>
                <c:pt idx="207">
                  <c:v>1704</c:v>
                </c:pt>
                <c:pt idx="208">
                  <c:v>1764</c:v>
                </c:pt>
                <c:pt idx="209">
                  <c:v>1736</c:v>
                </c:pt>
                <c:pt idx="210">
                  <c:v>1613</c:v>
                </c:pt>
                <c:pt idx="211">
                  <c:v>1518</c:v>
                </c:pt>
                <c:pt idx="212">
                  <c:v>1543</c:v>
                </c:pt>
                <c:pt idx="213">
                  <c:v>1506</c:v>
                </c:pt>
                <c:pt idx="214">
                  <c:v>1389</c:v>
                </c:pt>
                <c:pt idx="215">
                  <c:v>1284</c:v>
                </c:pt>
                <c:pt idx="216">
                  <c:v>1196</c:v>
                </c:pt>
                <c:pt idx="217">
                  <c:v>1156</c:v>
                </c:pt>
                <c:pt idx="218">
                  <c:v>1044</c:v>
                </c:pt>
                <c:pt idx="219">
                  <c:v>917</c:v>
                </c:pt>
                <c:pt idx="220">
                  <c:v>951</c:v>
                </c:pt>
                <c:pt idx="221">
                  <c:v>964</c:v>
                </c:pt>
                <c:pt idx="222">
                  <c:v>972</c:v>
                </c:pt>
                <c:pt idx="223">
                  <c:v>998</c:v>
                </c:pt>
                <c:pt idx="224">
                  <c:v>1110</c:v>
                </c:pt>
                <c:pt idx="225">
                  <c:v>1136</c:v>
                </c:pt>
                <c:pt idx="226">
                  <c:v>1167</c:v>
                </c:pt>
                <c:pt idx="227">
                  <c:v>1114</c:v>
                </c:pt>
                <c:pt idx="228">
                  <c:v>1094</c:v>
                </c:pt>
                <c:pt idx="229">
                  <c:v>1102</c:v>
                </c:pt>
                <c:pt idx="230">
                  <c:v>1115</c:v>
                </c:pt>
                <c:pt idx="231">
                  <c:v>1081</c:v>
                </c:pt>
                <c:pt idx="232">
                  <c:v>1045</c:v>
                </c:pt>
                <c:pt idx="233">
                  <c:v>1014</c:v>
                </c:pt>
                <c:pt idx="234">
                  <c:v>908</c:v>
                </c:pt>
                <c:pt idx="235">
                  <c:v>871</c:v>
                </c:pt>
                <c:pt idx="236">
                  <c:v>897</c:v>
                </c:pt>
                <c:pt idx="237">
                  <c:v>803</c:v>
                </c:pt>
                <c:pt idx="238">
                  <c:v>760</c:v>
                </c:pt>
                <c:pt idx="239">
                  <c:v>770</c:v>
                </c:pt>
                <c:pt idx="240">
                  <c:v>826</c:v>
                </c:pt>
                <c:pt idx="241">
                  <c:v>855</c:v>
                </c:pt>
                <c:pt idx="242">
                  <c:v>818</c:v>
                </c:pt>
                <c:pt idx="243">
                  <c:v>742</c:v>
                </c:pt>
                <c:pt idx="244">
                  <c:v>710</c:v>
                </c:pt>
                <c:pt idx="245">
                  <c:v>660</c:v>
                </c:pt>
                <c:pt idx="246">
                  <c:v>674</c:v>
                </c:pt>
                <c:pt idx="247">
                  <c:v>708</c:v>
                </c:pt>
                <c:pt idx="248">
                  <c:v>744</c:v>
                </c:pt>
                <c:pt idx="249">
                  <c:v>829</c:v>
                </c:pt>
                <c:pt idx="250">
                  <c:v>937</c:v>
                </c:pt>
                <c:pt idx="251">
                  <c:v>1080</c:v>
                </c:pt>
                <c:pt idx="252">
                  <c:v>1052</c:v>
                </c:pt>
                <c:pt idx="253">
                  <c:v>1026</c:v>
                </c:pt>
                <c:pt idx="254">
                  <c:v>973</c:v>
                </c:pt>
                <c:pt idx="255">
                  <c:v>955</c:v>
                </c:pt>
                <c:pt idx="256">
                  <c:v>967</c:v>
                </c:pt>
                <c:pt idx="257">
                  <c:v>1045</c:v>
                </c:pt>
                <c:pt idx="258">
                  <c:v>1200</c:v>
                </c:pt>
                <c:pt idx="259">
                  <c:v>1358</c:v>
                </c:pt>
                <c:pt idx="260">
                  <c:v>1356</c:v>
                </c:pt>
                <c:pt idx="261">
                  <c:v>1358</c:v>
                </c:pt>
                <c:pt idx="262">
                  <c:v>1418</c:v>
                </c:pt>
                <c:pt idx="263">
                  <c:v>1499</c:v>
                </c:pt>
                <c:pt idx="264">
                  <c:v>1644</c:v>
                </c:pt>
                <c:pt idx="265">
                  <c:v>1841</c:v>
                </c:pt>
                <c:pt idx="266">
                  <c:v>1877</c:v>
                </c:pt>
                <c:pt idx="267">
                  <c:v>2000</c:v>
                </c:pt>
                <c:pt idx="268">
                  <c:v>2062</c:v>
                </c:pt>
                <c:pt idx="269">
                  <c:v>2225</c:v>
                </c:pt>
                <c:pt idx="270">
                  <c:v>2297</c:v>
                </c:pt>
                <c:pt idx="271">
                  <c:v>2395</c:v>
                </c:pt>
                <c:pt idx="272">
                  <c:v>2763</c:v>
                </c:pt>
                <c:pt idx="273">
                  <c:v>2960</c:v>
                </c:pt>
                <c:pt idx="274">
                  <c:v>3077</c:v>
                </c:pt>
                <c:pt idx="275">
                  <c:v>2841</c:v>
                </c:pt>
                <c:pt idx="276">
                  <c:v>2682</c:v>
                </c:pt>
                <c:pt idx="277">
                  <c:v>2586</c:v>
                </c:pt>
                <c:pt idx="278">
                  <c:v>2659</c:v>
                </c:pt>
                <c:pt idx="279">
                  <c:v>3003</c:v>
                </c:pt>
                <c:pt idx="280">
                  <c:v>3044</c:v>
                </c:pt>
                <c:pt idx="281">
                  <c:v>3063</c:v>
                </c:pt>
                <c:pt idx="282">
                  <c:v>3191</c:v>
                </c:pt>
                <c:pt idx="283">
                  <c:v>3317</c:v>
                </c:pt>
                <c:pt idx="284">
                  <c:v>3238</c:v>
                </c:pt>
                <c:pt idx="285">
                  <c:v>3142</c:v>
                </c:pt>
                <c:pt idx="286">
                  <c:v>3037</c:v>
                </c:pt>
                <c:pt idx="287">
                  <c:v>2902</c:v>
                </c:pt>
                <c:pt idx="288">
                  <c:v>2821</c:v>
                </c:pt>
                <c:pt idx="289">
                  <c:v>2812</c:v>
                </c:pt>
                <c:pt idx="290">
                  <c:v>2692</c:v>
                </c:pt>
                <c:pt idx="291">
                  <c:v>2503</c:v>
                </c:pt>
                <c:pt idx="292">
                  <c:v>2308</c:v>
                </c:pt>
                <c:pt idx="293">
                  <c:v>2107</c:v>
                </c:pt>
                <c:pt idx="294">
                  <c:v>2053</c:v>
                </c:pt>
                <c:pt idx="295">
                  <c:v>1908</c:v>
                </c:pt>
                <c:pt idx="296">
                  <c:v>1788</c:v>
                </c:pt>
                <c:pt idx="297">
                  <c:v>1677</c:v>
                </c:pt>
                <c:pt idx="298">
                  <c:v>1569</c:v>
                </c:pt>
                <c:pt idx="299">
                  <c:v>1647</c:v>
                </c:pt>
                <c:pt idx="300">
                  <c:v>1613</c:v>
                </c:pt>
                <c:pt idx="301">
                  <c:v>1509</c:v>
                </c:pt>
                <c:pt idx="302">
                  <c:v>1475</c:v>
                </c:pt>
                <c:pt idx="303">
                  <c:v>1412</c:v>
                </c:pt>
                <c:pt idx="304">
                  <c:v>1557</c:v>
                </c:pt>
                <c:pt idx="305">
                  <c:v>1522</c:v>
                </c:pt>
                <c:pt idx="306">
                  <c:v>1431</c:v>
                </c:pt>
                <c:pt idx="307">
                  <c:v>1367</c:v>
                </c:pt>
                <c:pt idx="308">
                  <c:v>1356</c:v>
                </c:pt>
                <c:pt idx="309">
                  <c:v>1279</c:v>
                </c:pt>
                <c:pt idx="310">
                  <c:v>1286</c:v>
                </c:pt>
                <c:pt idx="311">
                  <c:v>1242</c:v>
                </c:pt>
                <c:pt idx="312">
                  <c:v>1184</c:v>
                </c:pt>
                <c:pt idx="313">
                  <c:v>1142</c:v>
                </c:pt>
                <c:pt idx="314">
                  <c:v>1151</c:v>
                </c:pt>
                <c:pt idx="315">
                  <c:v>1193</c:v>
                </c:pt>
                <c:pt idx="316">
                  <c:v>1258</c:v>
                </c:pt>
                <c:pt idx="317">
                  <c:v>1243</c:v>
                </c:pt>
                <c:pt idx="318">
                  <c:v>1218</c:v>
                </c:pt>
                <c:pt idx="319">
                  <c:v>1300</c:v>
                </c:pt>
                <c:pt idx="320">
                  <c:v>1323</c:v>
                </c:pt>
                <c:pt idx="321">
                  <c:v>1307</c:v>
                </c:pt>
                <c:pt idx="322">
                  <c:v>1369</c:v>
                </c:pt>
                <c:pt idx="323">
                  <c:v>1360</c:v>
                </c:pt>
                <c:pt idx="324">
                  <c:v>1300</c:v>
                </c:pt>
                <c:pt idx="325">
                  <c:v>1354</c:v>
                </c:pt>
                <c:pt idx="326">
                  <c:v>1369</c:v>
                </c:pt>
                <c:pt idx="327">
                  <c:v>1230</c:v>
                </c:pt>
                <c:pt idx="328">
                  <c:v>1114</c:v>
                </c:pt>
                <c:pt idx="329">
                  <c:v>1087</c:v>
                </c:pt>
                <c:pt idx="330">
                  <c:v>1112</c:v>
                </c:pt>
                <c:pt idx="331">
                  <c:v>1029</c:v>
                </c:pt>
                <c:pt idx="332">
                  <c:v>988</c:v>
                </c:pt>
                <c:pt idx="333">
                  <c:v>967</c:v>
                </c:pt>
                <c:pt idx="334">
                  <c:v>946</c:v>
                </c:pt>
                <c:pt idx="335">
                  <c:v>865</c:v>
                </c:pt>
                <c:pt idx="336">
                  <c:v>826</c:v>
                </c:pt>
                <c:pt idx="337">
                  <c:v>754</c:v>
                </c:pt>
                <c:pt idx="338">
                  <c:v>743</c:v>
                </c:pt>
                <c:pt idx="339">
                  <c:v>746</c:v>
                </c:pt>
                <c:pt idx="340">
                  <c:v>752</c:v>
                </c:pt>
                <c:pt idx="341">
                  <c:v>740</c:v>
                </c:pt>
                <c:pt idx="342">
                  <c:v>718</c:v>
                </c:pt>
                <c:pt idx="343">
                  <c:v>693</c:v>
                </c:pt>
                <c:pt idx="344">
                  <c:v>680</c:v>
                </c:pt>
                <c:pt idx="345">
                  <c:v>647</c:v>
                </c:pt>
                <c:pt idx="346">
                  <c:v>655</c:v>
                </c:pt>
                <c:pt idx="347">
                  <c:v>686</c:v>
                </c:pt>
                <c:pt idx="348">
                  <c:v>684</c:v>
                </c:pt>
                <c:pt idx="349">
                  <c:v>748</c:v>
                </c:pt>
                <c:pt idx="350">
                  <c:v>774</c:v>
                </c:pt>
                <c:pt idx="351">
                  <c:v>765</c:v>
                </c:pt>
                <c:pt idx="352">
                  <c:v>858</c:v>
                </c:pt>
                <c:pt idx="353">
                  <c:v>971</c:v>
                </c:pt>
                <c:pt idx="354">
                  <c:v>1078</c:v>
                </c:pt>
                <c:pt idx="355">
                  <c:v>1078</c:v>
                </c:pt>
                <c:pt idx="356">
                  <c:v>971</c:v>
                </c:pt>
                <c:pt idx="357">
                  <c:v>845</c:v>
                </c:pt>
                <c:pt idx="358">
                  <c:v>795</c:v>
                </c:pt>
                <c:pt idx="359">
                  <c:v>747</c:v>
                </c:pt>
                <c:pt idx="360">
                  <c:v>698</c:v>
                </c:pt>
                <c:pt idx="361">
                  <c:v>753</c:v>
                </c:pt>
                <c:pt idx="362">
                  <c:v>768</c:v>
                </c:pt>
                <c:pt idx="363">
                  <c:v>712</c:v>
                </c:pt>
                <c:pt idx="364">
                  <c:v>710</c:v>
                </c:pt>
                <c:pt idx="365">
                  <c:v>728</c:v>
                </c:pt>
                <c:pt idx="366">
                  <c:v>756</c:v>
                </c:pt>
                <c:pt idx="367">
                  <c:v>884</c:v>
                </c:pt>
                <c:pt idx="368">
                  <c:v>1011</c:v>
                </c:pt>
                <c:pt idx="369">
                  <c:v>1097</c:v>
                </c:pt>
                <c:pt idx="370">
                  <c:v>1190</c:v>
                </c:pt>
                <c:pt idx="371">
                  <c:v>1159</c:v>
                </c:pt>
                <c:pt idx="372">
                  <c:v>1139</c:v>
                </c:pt>
                <c:pt idx="373">
                  <c:v>1260</c:v>
                </c:pt>
                <c:pt idx="374">
                  <c:v>1380</c:v>
                </c:pt>
                <c:pt idx="375">
                  <c:v>1501</c:v>
                </c:pt>
                <c:pt idx="376">
                  <c:v>1631</c:v>
                </c:pt>
                <c:pt idx="377">
                  <c:v>1761</c:v>
                </c:pt>
                <c:pt idx="378">
                  <c:v>1831</c:v>
                </c:pt>
                <c:pt idx="379">
                  <c:v>1807</c:v>
                </c:pt>
                <c:pt idx="380">
                  <c:v>1881</c:v>
                </c:pt>
                <c:pt idx="381">
                  <c:v>2039</c:v>
                </c:pt>
                <c:pt idx="382">
                  <c:v>2179</c:v>
                </c:pt>
                <c:pt idx="383">
                  <c:v>2264</c:v>
                </c:pt>
                <c:pt idx="384">
                  <c:v>2299</c:v>
                </c:pt>
                <c:pt idx="385">
                  <c:v>2279</c:v>
                </c:pt>
                <c:pt idx="386">
                  <c:v>2227</c:v>
                </c:pt>
                <c:pt idx="387">
                  <c:v>2164</c:v>
                </c:pt>
                <c:pt idx="388">
                  <c:v>2436</c:v>
                </c:pt>
                <c:pt idx="389">
                  <c:v>2742</c:v>
                </c:pt>
                <c:pt idx="390">
                  <c:v>2988</c:v>
                </c:pt>
                <c:pt idx="391">
                  <c:v>3223</c:v>
                </c:pt>
                <c:pt idx="392">
                  <c:v>3420</c:v>
                </c:pt>
                <c:pt idx="393">
                  <c:v>3645</c:v>
                </c:pt>
                <c:pt idx="394">
                  <c:v>3817</c:v>
                </c:pt>
                <c:pt idx="395">
                  <c:v>3869</c:v>
                </c:pt>
                <c:pt idx="396">
                  <c:v>4084</c:v>
                </c:pt>
                <c:pt idx="397">
                  <c:v>4119</c:v>
                </c:pt>
                <c:pt idx="398">
                  <c:v>4058</c:v>
                </c:pt>
                <c:pt idx="399">
                  <c:v>4271</c:v>
                </c:pt>
                <c:pt idx="400">
                  <c:v>4339</c:v>
                </c:pt>
                <c:pt idx="401">
                  <c:v>4592</c:v>
                </c:pt>
                <c:pt idx="402">
                  <c:v>4793</c:v>
                </c:pt>
                <c:pt idx="403">
                  <c:v>4880</c:v>
                </c:pt>
                <c:pt idx="404">
                  <c:v>4944</c:v>
                </c:pt>
                <c:pt idx="405">
                  <c:v>4983</c:v>
                </c:pt>
                <c:pt idx="406">
                  <c:v>4847</c:v>
                </c:pt>
                <c:pt idx="407">
                  <c:v>5088</c:v>
                </c:pt>
                <c:pt idx="408">
                  <c:v>4905</c:v>
                </c:pt>
                <c:pt idx="409">
                  <c:v>5025</c:v>
                </c:pt>
                <c:pt idx="410">
                  <c:v>4972</c:v>
                </c:pt>
                <c:pt idx="411">
                  <c:v>4833</c:v>
                </c:pt>
                <c:pt idx="412">
                  <c:v>5074</c:v>
                </c:pt>
                <c:pt idx="413">
                  <c:v>5478</c:v>
                </c:pt>
                <c:pt idx="414">
                  <c:v>5513</c:v>
                </c:pt>
                <c:pt idx="415">
                  <c:v>5617</c:v>
                </c:pt>
                <c:pt idx="416">
                  <c:v>5824</c:v>
                </c:pt>
                <c:pt idx="417">
                  <c:v>6096</c:v>
                </c:pt>
                <c:pt idx="418">
                  <c:v>6240</c:v>
                </c:pt>
                <c:pt idx="419">
                  <c:v>6336</c:v>
                </c:pt>
                <c:pt idx="420">
                  <c:v>6172</c:v>
                </c:pt>
                <c:pt idx="421">
                  <c:v>6075</c:v>
                </c:pt>
                <c:pt idx="422">
                  <c:v>5855</c:v>
                </c:pt>
                <c:pt idx="423">
                  <c:v>5683</c:v>
                </c:pt>
                <c:pt idx="424">
                  <c:v>5590</c:v>
                </c:pt>
                <c:pt idx="425">
                  <c:v>5571</c:v>
                </c:pt>
                <c:pt idx="426">
                  <c:v>5310</c:v>
                </c:pt>
                <c:pt idx="427">
                  <c:v>4943</c:v>
                </c:pt>
                <c:pt idx="428">
                  <c:v>4531</c:v>
                </c:pt>
                <c:pt idx="429">
                  <c:v>4391</c:v>
                </c:pt>
                <c:pt idx="430">
                  <c:v>4279</c:v>
                </c:pt>
                <c:pt idx="431">
                  <c:v>4206</c:v>
                </c:pt>
                <c:pt idx="432">
                  <c:v>4539</c:v>
                </c:pt>
                <c:pt idx="433">
                  <c:v>4855</c:v>
                </c:pt>
                <c:pt idx="434">
                  <c:v>4677</c:v>
                </c:pt>
                <c:pt idx="435">
                  <c:v>4736</c:v>
                </c:pt>
                <c:pt idx="436">
                  <c:v>4726</c:v>
                </c:pt>
                <c:pt idx="437">
                  <c:v>4887</c:v>
                </c:pt>
                <c:pt idx="438">
                  <c:v>4733</c:v>
                </c:pt>
                <c:pt idx="439">
                  <c:v>4454</c:v>
                </c:pt>
                <c:pt idx="440">
                  <c:v>4411</c:v>
                </c:pt>
                <c:pt idx="441">
                  <c:v>4521</c:v>
                </c:pt>
                <c:pt idx="442">
                  <c:v>4575</c:v>
                </c:pt>
                <c:pt idx="443">
                  <c:v>4634</c:v>
                </c:pt>
                <c:pt idx="444">
                  <c:v>4612</c:v>
                </c:pt>
                <c:pt idx="445">
                  <c:v>4777</c:v>
                </c:pt>
                <c:pt idx="446">
                  <c:v>4816</c:v>
                </c:pt>
                <c:pt idx="447">
                  <c:v>5023</c:v>
                </c:pt>
                <c:pt idx="448">
                  <c:v>5656</c:v>
                </c:pt>
                <c:pt idx="449">
                  <c:v>6461</c:v>
                </c:pt>
                <c:pt idx="450">
                  <c:v>7060</c:v>
                </c:pt>
                <c:pt idx="451">
                  <c:v>7201</c:v>
                </c:pt>
                <c:pt idx="452">
                  <c:v>7176</c:v>
                </c:pt>
                <c:pt idx="453">
                  <c:v>7050</c:v>
                </c:pt>
                <c:pt idx="454">
                  <c:v>6901</c:v>
                </c:pt>
                <c:pt idx="455">
                  <c:v>7089</c:v>
                </c:pt>
                <c:pt idx="456">
                  <c:v>6671</c:v>
                </c:pt>
                <c:pt idx="457">
                  <c:v>6758</c:v>
                </c:pt>
                <c:pt idx="458">
                  <c:v>6677</c:v>
                </c:pt>
                <c:pt idx="459">
                  <c:v>6615</c:v>
                </c:pt>
                <c:pt idx="460">
                  <c:v>7032</c:v>
                </c:pt>
                <c:pt idx="461">
                  <c:v>7455</c:v>
                </c:pt>
                <c:pt idx="462">
                  <c:v>7936</c:v>
                </c:pt>
                <c:pt idx="463">
                  <c:v>8420</c:v>
                </c:pt>
                <c:pt idx="464">
                  <c:v>8689</c:v>
                </c:pt>
                <c:pt idx="465">
                  <c:v>8514</c:v>
                </c:pt>
                <c:pt idx="466">
                  <c:v>8078</c:v>
                </c:pt>
                <c:pt idx="467">
                  <c:v>7796</c:v>
                </c:pt>
                <c:pt idx="468">
                  <c:v>7767</c:v>
                </c:pt>
                <c:pt idx="469">
                  <c:v>7753</c:v>
                </c:pt>
                <c:pt idx="470">
                  <c:v>7770</c:v>
                </c:pt>
                <c:pt idx="471">
                  <c:v>7574</c:v>
                </c:pt>
                <c:pt idx="472">
                  <c:v>7259</c:v>
                </c:pt>
                <c:pt idx="473">
                  <c:v>6994</c:v>
                </c:pt>
                <c:pt idx="474">
                  <c:v>6900</c:v>
                </c:pt>
                <c:pt idx="475">
                  <c:v>6883</c:v>
                </c:pt>
                <c:pt idx="476">
                  <c:v>6917</c:v>
                </c:pt>
                <c:pt idx="477">
                  <c:v>6878</c:v>
                </c:pt>
                <c:pt idx="478">
                  <c:v>7360</c:v>
                </c:pt>
                <c:pt idx="479">
                  <c:v>7558</c:v>
                </c:pt>
                <c:pt idx="480">
                  <c:v>7407</c:v>
                </c:pt>
                <c:pt idx="481">
                  <c:v>7271</c:v>
                </c:pt>
                <c:pt idx="482">
                  <c:v>7079</c:v>
                </c:pt>
                <c:pt idx="483">
                  <c:v>6754</c:v>
                </c:pt>
                <c:pt idx="484">
                  <c:v>6596</c:v>
                </c:pt>
                <c:pt idx="485">
                  <c:v>6693</c:v>
                </c:pt>
                <c:pt idx="486">
                  <c:v>6562</c:v>
                </c:pt>
                <c:pt idx="487">
                  <c:v>6680</c:v>
                </c:pt>
                <c:pt idx="488">
                  <c:v>6478</c:v>
                </c:pt>
                <c:pt idx="489">
                  <c:v>6602</c:v>
                </c:pt>
                <c:pt idx="490">
                  <c:v>6680</c:v>
                </c:pt>
                <c:pt idx="491">
                  <c:v>6407</c:v>
                </c:pt>
                <c:pt idx="492">
                  <c:v>6359</c:v>
                </c:pt>
                <c:pt idx="493">
                  <c:v>5587</c:v>
                </c:pt>
                <c:pt idx="494">
                  <c:v>5458</c:v>
                </c:pt>
                <c:pt idx="495">
                  <c:v>5275</c:v>
                </c:pt>
                <c:pt idx="496">
                  <c:v>5269</c:v>
                </c:pt>
                <c:pt idx="497">
                  <c:v>5245</c:v>
                </c:pt>
                <c:pt idx="498">
                  <c:v>5055</c:v>
                </c:pt>
                <c:pt idx="499">
                  <c:v>5060</c:v>
                </c:pt>
                <c:pt idx="500">
                  <c:v>5036</c:v>
                </c:pt>
                <c:pt idx="501">
                  <c:v>4942</c:v>
                </c:pt>
                <c:pt idx="502">
                  <c:v>4963</c:v>
                </c:pt>
                <c:pt idx="503">
                  <c:v>4952</c:v>
                </c:pt>
                <c:pt idx="504">
                  <c:v>4909</c:v>
                </c:pt>
                <c:pt idx="505">
                  <c:v>5072</c:v>
                </c:pt>
                <c:pt idx="506">
                  <c:v>5699</c:v>
                </c:pt>
                <c:pt idx="507">
                  <c:v>6335</c:v>
                </c:pt>
                <c:pt idx="508">
                  <c:v>6807</c:v>
                </c:pt>
                <c:pt idx="509">
                  <c:v>7312</c:v>
                </c:pt>
                <c:pt idx="510">
                  <c:v>7701</c:v>
                </c:pt>
                <c:pt idx="511">
                  <c:v>7841</c:v>
                </c:pt>
                <c:pt idx="512">
                  <c:v>8032</c:v>
                </c:pt>
                <c:pt idx="513">
                  <c:v>8165</c:v>
                </c:pt>
                <c:pt idx="514">
                  <c:v>8389</c:v>
                </c:pt>
                <c:pt idx="515">
                  <c:v>8728</c:v>
                </c:pt>
                <c:pt idx="516">
                  <c:v>9017</c:v>
                </c:pt>
                <c:pt idx="517">
                  <c:v>9586</c:v>
                </c:pt>
                <c:pt idx="518">
                  <c:v>9902</c:v>
                </c:pt>
                <c:pt idx="519">
                  <c:v>10105</c:v>
                </c:pt>
                <c:pt idx="520">
                  <c:v>9975</c:v>
                </c:pt>
                <c:pt idx="521">
                  <c:v>9959</c:v>
                </c:pt>
                <c:pt idx="522">
                  <c:v>10149</c:v>
                </c:pt>
                <c:pt idx="523">
                  <c:v>10263</c:v>
                </c:pt>
                <c:pt idx="524">
                  <c:v>10181</c:v>
                </c:pt>
                <c:pt idx="525">
                  <c:v>10119</c:v>
                </c:pt>
                <c:pt idx="526">
                  <c:v>10180</c:v>
                </c:pt>
                <c:pt idx="527">
                  <c:v>10067</c:v>
                </c:pt>
                <c:pt idx="528">
                  <c:v>10230</c:v>
                </c:pt>
                <c:pt idx="529">
                  <c:v>10475</c:v>
                </c:pt>
                <c:pt idx="530">
                  <c:v>10610</c:v>
                </c:pt>
                <c:pt idx="531">
                  <c:v>10854</c:v>
                </c:pt>
                <c:pt idx="532">
                  <c:v>10986</c:v>
                </c:pt>
                <c:pt idx="533">
                  <c:v>11092</c:v>
                </c:pt>
                <c:pt idx="534">
                  <c:v>11324</c:v>
                </c:pt>
                <c:pt idx="535">
                  <c:v>11152</c:v>
                </c:pt>
                <c:pt idx="536">
                  <c:v>11084</c:v>
                </c:pt>
                <c:pt idx="537">
                  <c:v>11197</c:v>
                </c:pt>
                <c:pt idx="538">
                  <c:v>11296</c:v>
                </c:pt>
                <c:pt idx="539">
                  <c:v>11326</c:v>
                </c:pt>
                <c:pt idx="540">
                  <c:v>11119</c:v>
                </c:pt>
                <c:pt idx="541">
                  <c:v>11544</c:v>
                </c:pt>
                <c:pt idx="542">
                  <c:v>12061</c:v>
                </c:pt>
                <c:pt idx="543">
                  <c:v>12334</c:v>
                </c:pt>
                <c:pt idx="544">
                  <c:v>12474</c:v>
                </c:pt>
                <c:pt idx="545">
                  <c:v>12418</c:v>
                </c:pt>
                <c:pt idx="546">
                  <c:v>12532</c:v>
                </c:pt>
                <c:pt idx="547">
                  <c:v>12645</c:v>
                </c:pt>
                <c:pt idx="548">
                  <c:v>12656</c:v>
                </c:pt>
                <c:pt idx="549">
                  <c:v>12732</c:v>
                </c:pt>
                <c:pt idx="550">
                  <c:v>12954</c:v>
                </c:pt>
                <c:pt idx="551">
                  <c:v>12935</c:v>
                </c:pt>
                <c:pt idx="552">
                  <c:v>12905</c:v>
                </c:pt>
                <c:pt idx="553">
                  <c:v>12930</c:v>
                </c:pt>
                <c:pt idx="554">
                  <c:v>12862</c:v>
                </c:pt>
                <c:pt idx="555">
                  <c:v>12897</c:v>
                </c:pt>
                <c:pt idx="556">
                  <c:v>13033</c:v>
                </c:pt>
                <c:pt idx="557">
                  <c:v>13126</c:v>
                </c:pt>
                <c:pt idx="558">
                  <c:v>13455</c:v>
                </c:pt>
                <c:pt idx="559">
                  <c:v>13391</c:v>
                </c:pt>
                <c:pt idx="560">
                  <c:v>13191</c:v>
                </c:pt>
                <c:pt idx="561">
                  <c:v>12842</c:v>
                </c:pt>
                <c:pt idx="562">
                  <c:v>12612</c:v>
                </c:pt>
                <c:pt idx="563">
                  <c:v>12459</c:v>
                </c:pt>
                <c:pt idx="564">
                  <c:v>12445</c:v>
                </c:pt>
                <c:pt idx="565">
                  <c:v>12414</c:v>
                </c:pt>
                <c:pt idx="566">
                  <c:v>12270</c:v>
                </c:pt>
                <c:pt idx="567">
                  <c:v>12209</c:v>
                </c:pt>
                <c:pt idx="568">
                  <c:v>12210</c:v>
                </c:pt>
                <c:pt idx="569">
                  <c:v>12019</c:v>
                </c:pt>
                <c:pt idx="570">
                  <c:v>11981</c:v>
                </c:pt>
                <c:pt idx="571">
                  <c:v>11848</c:v>
                </c:pt>
                <c:pt idx="572">
                  <c:v>11683</c:v>
                </c:pt>
                <c:pt idx="573">
                  <c:v>11567</c:v>
                </c:pt>
                <c:pt idx="574">
                  <c:v>11536</c:v>
                </c:pt>
                <c:pt idx="575">
                  <c:v>11635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0-47CD-9023-A8086A7F00EC}"/>
            </c:ext>
          </c:extLst>
        </c:ser>
        <c:ser>
          <c:idx val="1"/>
          <c:order val="1"/>
          <c:tx>
            <c:strRef>
              <c:f>power_balancing!$C$1</c:f>
              <c:strCache>
                <c:ptCount val="1"/>
                <c:pt idx="0">
                  <c:v>OtherEnergy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val>
            <c:numRef>
              <c:f>power_balancing!$C$2:$C$577</c:f>
              <c:numCache>
                <c:formatCode>General</c:formatCode>
                <c:ptCount val="576"/>
                <c:pt idx="0">
                  <c:v>21701</c:v>
                </c:pt>
                <c:pt idx="1">
                  <c:v>21831</c:v>
                </c:pt>
                <c:pt idx="2">
                  <c:v>21425</c:v>
                </c:pt>
                <c:pt idx="3">
                  <c:v>20827</c:v>
                </c:pt>
                <c:pt idx="4">
                  <c:v>19976</c:v>
                </c:pt>
                <c:pt idx="5">
                  <c:v>19430</c:v>
                </c:pt>
                <c:pt idx="6">
                  <c:v>18719</c:v>
                </c:pt>
                <c:pt idx="7">
                  <c:v>18053</c:v>
                </c:pt>
                <c:pt idx="8">
                  <c:v>17368</c:v>
                </c:pt>
                <c:pt idx="9">
                  <c:v>17578</c:v>
                </c:pt>
                <c:pt idx="10">
                  <c:v>18132</c:v>
                </c:pt>
                <c:pt idx="11">
                  <c:v>18569</c:v>
                </c:pt>
                <c:pt idx="12">
                  <c:v>21028</c:v>
                </c:pt>
                <c:pt idx="13">
                  <c:v>23554</c:v>
                </c:pt>
                <c:pt idx="14">
                  <c:v>26701</c:v>
                </c:pt>
                <c:pt idx="15">
                  <c:v>28706</c:v>
                </c:pt>
                <c:pt idx="16">
                  <c:v>30093</c:v>
                </c:pt>
                <c:pt idx="17">
                  <c:v>30242</c:v>
                </c:pt>
                <c:pt idx="18">
                  <c:v>30459</c:v>
                </c:pt>
                <c:pt idx="19">
                  <c:v>30603</c:v>
                </c:pt>
                <c:pt idx="20">
                  <c:v>30360</c:v>
                </c:pt>
                <c:pt idx="21">
                  <c:v>30206</c:v>
                </c:pt>
                <c:pt idx="22">
                  <c:v>29704</c:v>
                </c:pt>
                <c:pt idx="23">
                  <c:v>28995</c:v>
                </c:pt>
                <c:pt idx="24">
                  <c:v>29114</c:v>
                </c:pt>
                <c:pt idx="25">
                  <c:v>28843</c:v>
                </c:pt>
                <c:pt idx="26">
                  <c:v>28319</c:v>
                </c:pt>
                <c:pt idx="27">
                  <c:v>27645</c:v>
                </c:pt>
                <c:pt idx="28">
                  <c:v>27677</c:v>
                </c:pt>
                <c:pt idx="29">
                  <c:v>27461</c:v>
                </c:pt>
                <c:pt idx="30">
                  <c:v>27561</c:v>
                </c:pt>
                <c:pt idx="31">
                  <c:v>28345</c:v>
                </c:pt>
                <c:pt idx="32">
                  <c:v>29933</c:v>
                </c:pt>
                <c:pt idx="33">
                  <c:v>31234</c:v>
                </c:pt>
                <c:pt idx="34">
                  <c:v>31935</c:v>
                </c:pt>
                <c:pt idx="35">
                  <c:v>31799</c:v>
                </c:pt>
                <c:pt idx="36">
                  <c:v>30870</c:v>
                </c:pt>
                <c:pt idx="37">
                  <c:v>29505</c:v>
                </c:pt>
                <c:pt idx="38">
                  <c:v>28356</c:v>
                </c:pt>
                <c:pt idx="39">
                  <c:v>27256</c:v>
                </c:pt>
                <c:pt idx="40">
                  <c:v>25744</c:v>
                </c:pt>
                <c:pt idx="41">
                  <c:v>24212</c:v>
                </c:pt>
                <c:pt idx="42">
                  <c:v>22727</c:v>
                </c:pt>
                <c:pt idx="43">
                  <c:v>20663</c:v>
                </c:pt>
                <c:pt idx="44">
                  <c:v>18969</c:v>
                </c:pt>
                <c:pt idx="45">
                  <c:v>17191</c:v>
                </c:pt>
                <c:pt idx="46">
                  <c:v>15372</c:v>
                </c:pt>
                <c:pt idx="47">
                  <c:v>14003</c:v>
                </c:pt>
                <c:pt idx="48">
                  <c:v>13846</c:v>
                </c:pt>
                <c:pt idx="49">
                  <c:v>14258</c:v>
                </c:pt>
                <c:pt idx="50">
                  <c:v>14091</c:v>
                </c:pt>
                <c:pt idx="51">
                  <c:v>13491</c:v>
                </c:pt>
                <c:pt idx="52">
                  <c:v>13017</c:v>
                </c:pt>
                <c:pt idx="53">
                  <c:v>12677</c:v>
                </c:pt>
                <c:pt idx="54">
                  <c:v>12444</c:v>
                </c:pt>
                <c:pt idx="55">
                  <c:v>11985</c:v>
                </c:pt>
                <c:pt idx="56">
                  <c:v>11840</c:v>
                </c:pt>
                <c:pt idx="57">
                  <c:v>12164</c:v>
                </c:pt>
                <c:pt idx="58">
                  <c:v>12840</c:v>
                </c:pt>
                <c:pt idx="59">
                  <c:v>14231</c:v>
                </c:pt>
                <c:pt idx="60">
                  <c:v>16920</c:v>
                </c:pt>
                <c:pt idx="61">
                  <c:v>19272</c:v>
                </c:pt>
                <c:pt idx="62">
                  <c:v>22424</c:v>
                </c:pt>
                <c:pt idx="63">
                  <c:v>24094</c:v>
                </c:pt>
                <c:pt idx="64">
                  <c:v>25641</c:v>
                </c:pt>
                <c:pt idx="65">
                  <c:v>25638</c:v>
                </c:pt>
                <c:pt idx="66">
                  <c:v>26677</c:v>
                </c:pt>
                <c:pt idx="67">
                  <c:v>27141</c:v>
                </c:pt>
                <c:pt idx="68">
                  <c:v>27296</c:v>
                </c:pt>
                <c:pt idx="69">
                  <c:v>27367</c:v>
                </c:pt>
                <c:pt idx="70">
                  <c:v>27490</c:v>
                </c:pt>
                <c:pt idx="71">
                  <c:v>27636</c:v>
                </c:pt>
                <c:pt idx="72">
                  <c:v>28016</c:v>
                </c:pt>
                <c:pt idx="73">
                  <c:v>28234</c:v>
                </c:pt>
                <c:pt idx="74">
                  <c:v>28058</c:v>
                </c:pt>
                <c:pt idx="75">
                  <c:v>27792</c:v>
                </c:pt>
                <c:pt idx="76">
                  <c:v>28526</c:v>
                </c:pt>
                <c:pt idx="77">
                  <c:v>28769</c:v>
                </c:pt>
                <c:pt idx="78">
                  <c:v>29234</c:v>
                </c:pt>
                <c:pt idx="79">
                  <c:v>30255</c:v>
                </c:pt>
                <c:pt idx="80">
                  <c:v>32700</c:v>
                </c:pt>
                <c:pt idx="81">
                  <c:v>34157</c:v>
                </c:pt>
                <c:pt idx="82">
                  <c:v>34105</c:v>
                </c:pt>
                <c:pt idx="83">
                  <c:v>34756</c:v>
                </c:pt>
                <c:pt idx="84">
                  <c:v>34743</c:v>
                </c:pt>
                <c:pt idx="85">
                  <c:v>34544</c:v>
                </c:pt>
                <c:pt idx="86">
                  <c:v>33573</c:v>
                </c:pt>
                <c:pt idx="87">
                  <c:v>32735</c:v>
                </c:pt>
                <c:pt idx="88">
                  <c:v>31790</c:v>
                </c:pt>
                <c:pt idx="89">
                  <c:v>30530</c:v>
                </c:pt>
                <c:pt idx="90">
                  <c:v>29291</c:v>
                </c:pt>
                <c:pt idx="91">
                  <c:v>27680</c:v>
                </c:pt>
                <c:pt idx="92">
                  <c:v>26026</c:v>
                </c:pt>
                <c:pt idx="93">
                  <c:v>24415</c:v>
                </c:pt>
                <c:pt idx="94">
                  <c:v>23129</c:v>
                </c:pt>
                <c:pt idx="95">
                  <c:v>22382</c:v>
                </c:pt>
                <c:pt idx="96">
                  <c:v>22349</c:v>
                </c:pt>
                <c:pt idx="97">
                  <c:v>22702</c:v>
                </c:pt>
                <c:pt idx="98">
                  <c:v>22781</c:v>
                </c:pt>
                <c:pt idx="99">
                  <c:v>22456</c:v>
                </c:pt>
                <c:pt idx="100">
                  <c:v>22080</c:v>
                </c:pt>
                <c:pt idx="101">
                  <c:v>21893</c:v>
                </c:pt>
                <c:pt idx="102">
                  <c:v>21539</c:v>
                </c:pt>
                <c:pt idx="103">
                  <c:v>21053</c:v>
                </c:pt>
                <c:pt idx="104">
                  <c:v>20920</c:v>
                </c:pt>
                <c:pt idx="105">
                  <c:v>21009</c:v>
                </c:pt>
                <c:pt idx="106">
                  <c:v>21711</c:v>
                </c:pt>
                <c:pt idx="107">
                  <c:v>23236</c:v>
                </c:pt>
                <c:pt idx="108">
                  <c:v>25875</c:v>
                </c:pt>
                <c:pt idx="109">
                  <c:v>28408</c:v>
                </c:pt>
                <c:pt idx="110">
                  <c:v>31704</c:v>
                </c:pt>
                <c:pt idx="111">
                  <c:v>33320</c:v>
                </c:pt>
                <c:pt idx="112">
                  <c:v>34451</c:v>
                </c:pt>
                <c:pt idx="113">
                  <c:v>34885</c:v>
                </c:pt>
                <c:pt idx="114">
                  <c:v>35783</c:v>
                </c:pt>
                <c:pt idx="115">
                  <c:v>35686</c:v>
                </c:pt>
                <c:pt idx="116">
                  <c:v>35954</c:v>
                </c:pt>
                <c:pt idx="117">
                  <c:v>35812</c:v>
                </c:pt>
                <c:pt idx="118">
                  <c:v>35117</c:v>
                </c:pt>
                <c:pt idx="119">
                  <c:v>35081</c:v>
                </c:pt>
                <c:pt idx="120">
                  <c:v>35463</c:v>
                </c:pt>
                <c:pt idx="121">
                  <c:v>35663</c:v>
                </c:pt>
                <c:pt idx="122">
                  <c:v>35771</c:v>
                </c:pt>
                <c:pt idx="123">
                  <c:v>35867</c:v>
                </c:pt>
                <c:pt idx="124">
                  <c:v>35778</c:v>
                </c:pt>
                <c:pt idx="125">
                  <c:v>35523</c:v>
                </c:pt>
                <c:pt idx="126">
                  <c:v>35565</c:v>
                </c:pt>
                <c:pt idx="127">
                  <c:v>36099</c:v>
                </c:pt>
                <c:pt idx="128">
                  <c:v>38096</c:v>
                </c:pt>
                <c:pt idx="129">
                  <c:v>39229</c:v>
                </c:pt>
                <c:pt idx="130">
                  <c:v>39277</c:v>
                </c:pt>
                <c:pt idx="131">
                  <c:v>39533</c:v>
                </c:pt>
                <c:pt idx="132">
                  <c:v>39302</c:v>
                </c:pt>
                <c:pt idx="133">
                  <c:v>38974</c:v>
                </c:pt>
                <c:pt idx="134">
                  <c:v>37777</c:v>
                </c:pt>
                <c:pt idx="135">
                  <c:v>36872</c:v>
                </c:pt>
                <c:pt idx="136">
                  <c:v>35654</c:v>
                </c:pt>
                <c:pt idx="137">
                  <c:v>34478</c:v>
                </c:pt>
                <c:pt idx="138">
                  <c:v>33198</c:v>
                </c:pt>
                <c:pt idx="139">
                  <c:v>31355</c:v>
                </c:pt>
                <c:pt idx="140">
                  <c:v>29601</c:v>
                </c:pt>
                <c:pt idx="141">
                  <c:v>27895</c:v>
                </c:pt>
                <c:pt idx="142">
                  <c:v>26157</c:v>
                </c:pt>
                <c:pt idx="143">
                  <c:v>24993</c:v>
                </c:pt>
                <c:pt idx="144">
                  <c:v>24510</c:v>
                </c:pt>
                <c:pt idx="145">
                  <c:v>25068</c:v>
                </c:pt>
                <c:pt idx="146">
                  <c:v>24646</c:v>
                </c:pt>
                <c:pt idx="147">
                  <c:v>24033</c:v>
                </c:pt>
                <c:pt idx="148">
                  <c:v>23447</c:v>
                </c:pt>
                <c:pt idx="149">
                  <c:v>23203</c:v>
                </c:pt>
                <c:pt idx="150">
                  <c:v>23066</c:v>
                </c:pt>
                <c:pt idx="151">
                  <c:v>22961</c:v>
                </c:pt>
                <c:pt idx="152">
                  <c:v>22824</c:v>
                </c:pt>
                <c:pt idx="153">
                  <c:v>22979</c:v>
                </c:pt>
                <c:pt idx="154">
                  <c:v>23696</c:v>
                </c:pt>
                <c:pt idx="155">
                  <c:v>24946</c:v>
                </c:pt>
                <c:pt idx="156">
                  <c:v>27738</c:v>
                </c:pt>
                <c:pt idx="157">
                  <c:v>30187</c:v>
                </c:pt>
                <c:pt idx="158">
                  <c:v>33392</c:v>
                </c:pt>
                <c:pt idx="159">
                  <c:v>35059</c:v>
                </c:pt>
                <c:pt idx="160">
                  <c:v>36824</c:v>
                </c:pt>
                <c:pt idx="161">
                  <c:v>37484</c:v>
                </c:pt>
                <c:pt idx="162">
                  <c:v>37517</c:v>
                </c:pt>
                <c:pt idx="163">
                  <c:v>37842</c:v>
                </c:pt>
                <c:pt idx="164">
                  <c:v>38166</c:v>
                </c:pt>
                <c:pt idx="165">
                  <c:v>38021</c:v>
                </c:pt>
                <c:pt idx="166">
                  <c:v>37750</c:v>
                </c:pt>
                <c:pt idx="167">
                  <c:v>37525</c:v>
                </c:pt>
                <c:pt idx="168">
                  <c:v>38057</c:v>
                </c:pt>
                <c:pt idx="169">
                  <c:v>37825</c:v>
                </c:pt>
                <c:pt idx="170">
                  <c:v>37594</c:v>
                </c:pt>
                <c:pt idx="171">
                  <c:v>37396</c:v>
                </c:pt>
                <c:pt idx="172">
                  <c:v>37631</c:v>
                </c:pt>
                <c:pt idx="173">
                  <c:v>37475</c:v>
                </c:pt>
                <c:pt idx="174">
                  <c:v>37525</c:v>
                </c:pt>
                <c:pt idx="175">
                  <c:v>38190</c:v>
                </c:pt>
                <c:pt idx="176">
                  <c:v>39717</c:v>
                </c:pt>
                <c:pt idx="177">
                  <c:v>40359</c:v>
                </c:pt>
                <c:pt idx="178">
                  <c:v>40481</c:v>
                </c:pt>
                <c:pt idx="179">
                  <c:v>40049</c:v>
                </c:pt>
                <c:pt idx="180">
                  <c:v>39649</c:v>
                </c:pt>
                <c:pt idx="181">
                  <c:v>38861</c:v>
                </c:pt>
                <c:pt idx="182">
                  <c:v>37625</c:v>
                </c:pt>
                <c:pt idx="183">
                  <c:v>36231</c:v>
                </c:pt>
                <c:pt idx="184">
                  <c:v>34955</c:v>
                </c:pt>
                <c:pt idx="185">
                  <c:v>33694</c:v>
                </c:pt>
                <c:pt idx="186">
                  <c:v>32310</c:v>
                </c:pt>
                <c:pt idx="187">
                  <c:v>31143</c:v>
                </c:pt>
                <c:pt idx="188">
                  <c:v>29314</c:v>
                </c:pt>
                <c:pt idx="189">
                  <c:v>27643</c:v>
                </c:pt>
                <c:pt idx="190">
                  <c:v>26032</c:v>
                </c:pt>
                <c:pt idx="191">
                  <c:v>24999</c:v>
                </c:pt>
                <c:pt idx="192">
                  <c:v>24589</c:v>
                </c:pt>
                <c:pt idx="193">
                  <c:v>24993</c:v>
                </c:pt>
                <c:pt idx="194">
                  <c:v>24364</c:v>
                </c:pt>
                <c:pt idx="195">
                  <c:v>23622</c:v>
                </c:pt>
                <c:pt idx="196">
                  <c:v>22823</c:v>
                </c:pt>
                <c:pt idx="197">
                  <c:v>22433</c:v>
                </c:pt>
                <c:pt idx="198">
                  <c:v>22242</c:v>
                </c:pt>
                <c:pt idx="199">
                  <c:v>21907</c:v>
                </c:pt>
                <c:pt idx="200">
                  <c:v>21668</c:v>
                </c:pt>
                <c:pt idx="201">
                  <c:v>21580</c:v>
                </c:pt>
                <c:pt idx="202">
                  <c:v>21836</c:v>
                </c:pt>
                <c:pt idx="203">
                  <c:v>22462</c:v>
                </c:pt>
                <c:pt idx="204">
                  <c:v>23732</c:v>
                </c:pt>
                <c:pt idx="205">
                  <c:v>24699</c:v>
                </c:pt>
                <c:pt idx="206">
                  <c:v>26249</c:v>
                </c:pt>
                <c:pt idx="207">
                  <c:v>27506</c:v>
                </c:pt>
                <c:pt idx="208">
                  <c:v>29281</c:v>
                </c:pt>
                <c:pt idx="209">
                  <c:v>30608</c:v>
                </c:pt>
                <c:pt idx="210">
                  <c:v>32010</c:v>
                </c:pt>
                <c:pt idx="211">
                  <c:v>32764</c:v>
                </c:pt>
                <c:pt idx="212">
                  <c:v>33078</c:v>
                </c:pt>
                <c:pt idx="213">
                  <c:v>33269</c:v>
                </c:pt>
                <c:pt idx="214">
                  <c:v>34131</c:v>
                </c:pt>
                <c:pt idx="215">
                  <c:v>34470</c:v>
                </c:pt>
                <c:pt idx="216">
                  <c:v>34468</c:v>
                </c:pt>
                <c:pt idx="217">
                  <c:v>34313</c:v>
                </c:pt>
                <c:pt idx="218">
                  <c:v>34495</c:v>
                </c:pt>
                <c:pt idx="219">
                  <c:v>34437</c:v>
                </c:pt>
                <c:pt idx="220">
                  <c:v>34419</c:v>
                </c:pt>
                <c:pt idx="221">
                  <c:v>34477</c:v>
                </c:pt>
                <c:pt idx="222">
                  <c:v>35031</c:v>
                </c:pt>
                <c:pt idx="223">
                  <c:v>35602</c:v>
                </c:pt>
                <c:pt idx="224">
                  <c:v>36555</c:v>
                </c:pt>
                <c:pt idx="225">
                  <c:v>37980</c:v>
                </c:pt>
                <c:pt idx="226">
                  <c:v>38929</c:v>
                </c:pt>
                <c:pt idx="227">
                  <c:v>39090</c:v>
                </c:pt>
                <c:pt idx="228">
                  <c:v>38582</c:v>
                </c:pt>
                <c:pt idx="229">
                  <c:v>37430</c:v>
                </c:pt>
                <c:pt idx="230">
                  <c:v>36098</c:v>
                </c:pt>
                <c:pt idx="231">
                  <c:v>34892</c:v>
                </c:pt>
                <c:pt idx="232">
                  <c:v>34359</c:v>
                </c:pt>
                <c:pt idx="233">
                  <c:v>33095</c:v>
                </c:pt>
                <c:pt idx="234">
                  <c:v>32013</c:v>
                </c:pt>
                <c:pt idx="235">
                  <c:v>31031</c:v>
                </c:pt>
                <c:pt idx="236">
                  <c:v>29604</c:v>
                </c:pt>
                <c:pt idx="237">
                  <c:v>28432</c:v>
                </c:pt>
                <c:pt idx="238">
                  <c:v>26881</c:v>
                </c:pt>
                <c:pt idx="239">
                  <c:v>25759</c:v>
                </c:pt>
                <c:pt idx="240">
                  <c:v>25510</c:v>
                </c:pt>
                <c:pt idx="241">
                  <c:v>25767</c:v>
                </c:pt>
                <c:pt idx="242">
                  <c:v>25478</c:v>
                </c:pt>
                <c:pt idx="243">
                  <c:v>24844</c:v>
                </c:pt>
                <c:pt idx="244">
                  <c:v>24215</c:v>
                </c:pt>
                <c:pt idx="245">
                  <c:v>23849</c:v>
                </c:pt>
                <c:pt idx="246">
                  <c:v>23616</c:v>
                </c:pt>
                <c:pt idx="247">
                  <c:v>23098</c:v>
                </c:pt>
                <c:pt idx="248">
                  <c:v>22741</c:v>
                </c:pt>
                <c:pt idx="249">
                  <c:v>22372</c:v>
                </c:pt>
                <c:pt idx="250">
                  <c:v>22459</c:v>
                </c:pt>
                <c:pt idx="251">
                  <c:v>22544</c:v>
                </c:pt>
                <c:pt idx="252">
                  <c:v>23459</c:v>
                </c:pt>
                <c:pt idx="253">
                  <c:v>24365</c:v>
                </c:pt>
                <c:pt idx="254">
                  <c:v>25685</c:v>
                </c:pt>
                <c:pt idx="255">
                  <c:v>26677</c:v>
                </c:pt>
                <c:pt idx="256">
                  <c:v>28386</c:v>
                </c:pt>
                <c:pt idx="257">
                  <c:v>29983</c:v>
                </c:pt>
                <c:pt idx="258">
                  <c:v>31610</c:v>
                </c:pt>
                <c:pt idx="259">
                  <c:v>32513</c:v>
                </c:pt>
                <c:pt idx="260">
                  <c:v>33431</c:v>
                </c:pt>
                <c:pt idx="261">
                  <c:v>33935</c:v>
                </c:pt>
                <c:pt idx="262">
                  <c:v>34324</c:v>
                </c:pt>
                <c:pt idx="263">
                  <c:v>34594</c:v>
                </c:pt>
                <c:pt idx="264">
                  <c:v>34918</c:v>
                </c:pt>
                <c:pt idx="265">
                  <c:v>34987</c:v>
                </c:pt>
                <c:pt idx="266">
                  <c:v>34985</c:v>
                </c:pt>
                <c:pt idx="267">
                  <c:v>34897</c:v>
                </c:pt>
                <c:pt idx="268">
                  <c:v>34915</c:v>
                </c:pt>
                <c:pt idx="269">
                  <c:v>35127</c:v>
                </c:pt>
                <c:pt idx="270">
                  <c:v>35508</c:v>
                </c:pt>
                <c:pt idx="271">
                  <c:v>36049</c:v>
                </c:pt>
                <c:pt idx="272">
                  <c:v>37538</c:v>
                </c:pt>
                <c:pt idx="273">
                  <c:v>38457</c:v>
                </c:pt>
                <c:pt idx="274">
                  <c:v>38801</c:v>
                </c:pt>
                <c:pt idx="275">
                  <c:v>38601</c:v>
                </c:pt>
                <c:pt idx="276">
                  <c:v>37676</c:v>
                </c:pt>
                <c:pt idx="277">
                  <c:v>37081</c:v>
                </c:pt>
                <c:pt idx="278">
                  <c:v>35697</c:v>
                </c:pt>
                <c:pt idx="279">
                  <c:v>34300</c:v>
                </c:pt>
                <c:pt idx="280">
                  <c:v>33201</c:v>
                </c:pt>
                <c:pt idx="281">
                  <c:v>31760</c:v>
                </c:pt>
                <c:pt idx="282">
                  <c:v>30414</c:v>
                </c:pt>
                <c:pt idx="283">
                  <c:v>28891</c:v>
                </c:pt>
                <c:pt idx="284">
                  <c:v>27390</c:v>
                </c:pt>
                <c:pt idx="285">
                  <c:v>25899</c:v>
                </c:pt>
                <c:pt idx="286">
                  <c:v>24249</c:v>
                </c:pt>
                <c:pt idx="287">
                  <c:v>23185</c:v>
                </c:pt>
                <c:pt idx="288">
                  <c:v>22986</c:v>
                </c:pt>
                <c:pt idx="289">
                  <c:v>23434</c:v>
                </c:pt>
                <c:pt idx="290">
                  <c:v>23351</c:v>
                </c:pt>
                <c:pt idx="291">
                  <c:v>23010</c:v>
                </c:pt>
                <c:pt idx="292">
                  <c:v>22707</c:v>
                </c:pt>
                <c:pt idx="293">
                  <c:v>22613</c:v>
                </c:pt>
                <c:pt idx="294">
                  <c:v>22302</c:v>
                </c:pt>
                <c:pt idx="295">
                  <c:v>21998</c:v>
                </c:pt>
                <c:pt idx="296">
                  <c:v>22042</c:v>
                </c:pt>
                <c:pt idx="297">
                  <c:v>22411</c:v>
                </c:pt>
                <c:pt idx="298">
                  <c:v>23284</c:v>
                </c:pt>
                <c:pt idx="299">
                  <c:v>24302</c:v>
                </c:pt>
                <c:pt idx="300">
                  <c:v>26749</c:v>
                </c:pt>
                <c:pt idx="301">
                  <c:v>29056</c:v>
                </c:pt>
                <c:pt idx="302">
                  <c:v>31667</c:v>
                </c:pt>
                <c:pt idx="303">
                  <c:v>33588</c:v>
                </c:pt>
                <c:pt idx="304">
                  <c:v>35681</c:v>
                </c:pt>
                <c:pt idx="305">
                  <c:v>37169</c:v>
                </c:pt>
                <c:pt idx="306">
                  <c:v>38296</c:v>
                </c:pt>
                <c:pt idx="307">
                  <c:v>38706</c:v>
                </c:pt>
                <c:pt idx="308">
                  <c:v>38690</c:v>
                </c:pt>
                <c:pt idx="309">
                  <c:v>38780</c:v>
                </c:pt>
                <c:pt idx="310">
                  <c:v>39423</c:v>
                </c:pt>
                <c:pt idx="311">
                  <c:v>39462</c:v>
                </c:pt>
                <c:pt idx="312">
                  <c:v>39458</c:v>
                </c:pt>
                <c:pt idx="313">
                  <c:v>39548</c:v>
                </c:pt>
                <c:pt idx="314">
                  <c:v>39809</c:v>
                </c:pt>
                <c:pt idx="315">
                  <c:v>39934</c:v>
                </c:pt>
                <c:pt idx="316">
                  <c:v>40252</c:v>
                </c:pt>
                <c:pt idx="317">
                  <c:v>40063</c:v>
                </c:pt>
                <c:pt idx="318">
                  <c:v>40386</c:v>
                </c:pt>
                <c:pt idx="319">
                  <c:v>40097</c:v>
                </c:pt>
                <c:pt idx="320">
                  <c:v>41163</c:v>
                </c:pt>
                <c:pt idx="321">
                  <c:v>41629</c:v>
                </c:pt>
                <c:pt idx="322">
                  <c:v>42279</c:v>
                </c:pt>
                <c:pt idx="323">
                  <c:v>42002</c:v>
                </c:pt>
                <c:pt idx="324">
                  <c:v>41622</c:v>
                </c:pt>
                <c:pt idx="325">
                  <c:v>41097</c:v>
                </c:pt>
                <c:pt idx="326">
                  <c:v>40111</c:v>
                </c:pt>
                <c:pt idx="327">
                  <c:v>39137</c:v>
                </c:pt>
                <c:pt idx="328">
                  <c:v>38037</c:v>
                </c:pt>
                <c:pt idx="329">
                  <c:v>36698</c:v>
                </c:pt>
                <c:pt idx="330">
                  <c:v>35281</c:v>
                </c:pt>
                <c:pt idx="331">
                  <c:v>33602</c:v>
                </c:pt>
                <c:pt idx="332">
                  <c:v>31656</c:v>
                </c:pt>
                <c:pt idx="333">
                  <c:v>30019</c:v>
                </c:pt>
                <c:pt idx="334">
                  <c:v>28074</c:v>
                </c:pt>
                <c:pt idx="335">
                  <c:v>26774</c:v>
                </c:pt>
                <c:pt idx="336">
                  <c:v>26233</c:v>
                </c:pt>
                <c:pt idx="337">
                  <c:v>26623</c:v>
                </c:pt>
                <c:pt idx="338">
                  <c:v>26270</c:v>
                </c:pt>
                <c:pt idx="339">
                  <c:v>25794</c:v>
                </c:pt>
                <c:pt idx="340">
                  <c:v>25218</c:v>
                </c:pt>
                <c:pt idx="341">
                  <c:v>24954</c:v>
                </c:pt>
                <c:pt idx="342">
                  <c:v>24711</c:v>
                </c:pt>
                <c:pt idx="343">
                  <c:v>24323</c:v>
                </c:pt>
                <c:pt idx="344">
                  <c:v>24224</c:v>
                </c:pt>
                <c:pt idx="345">
                  <c:v>24357</c:v>
                </c:pt>
                <c:pt idx="346">
                  <c:v>24862</c:v>
                </c:pt>
                <c:pt idx="347">
                  <c:v>25918</c:v>
                </c:pt>
                <c:pt idx="348">
                  <c:v>28471</c:v>
                </c:pt>
                <c:pt idx="349">
                  <c:v>30450</c:v>
                </c:pt>
                <c:pt idx="350">
                  <c:v>32758</c:v>
                </c:pt>
                <c:pt idx="351">
                  <c:v>34568</c:v>
                </c:pt>
                <c:pt idx="352">
                  <c:v>36621</c:v>
                </c:pt>
                <c:pt idx="353">
                  <c:v>37789</c:v>
                </c:pt>
                <c:pt idx="354">
                  <c:v>38685</c:v>
                </c:pt>
                <c:pt idx="355">
                  <c:v>39170</c:v>
                </c:pt>
                <c:pt idx="356">
                  <c:v>38774</c:v>
                </c:pt>
                <c:pt idx="357">
                  <c:v>39064</c:v>
                </c:pt>
                <c:pt idx="358">
                  <c:v>39923</c:v>
                </c:pt>
                <c:pt idx="359">
                  <c:v>39905</c:v>
                </c:pt>
                <c:pt idx="360">
                  <c:v>39953</c:v>
                </c:pt>
                <c:pt idx="361">
                  <c:v>40027</c:v>
                </c:pt>
                <c:pt idx="362">
                  <c:v>39954</c:v>
                </c:pt>
                <c:pt idx="363">
                  <c:v>39819</c:v>
                </c:pt>
                <c:pt idx="364">
                  <c:v>39757</c:v>
                </c:pt>
                <c:pt idx="365">
                  <c:v>39375</c:v>
                </c:pt>
                <c:pt idx="366">
                  <c:v>39842</c:v>
                </c:pt>
                <c:pt idx="367">
                  <c:v>40515</c:v>
                </c:pt>
                <c:pt idx="368">
                  <c:v>41462</c:v>
                </c:pt>
                <c:pt idx="369">
                  <c:v>42277</c:v>
                </c:pt>
                <c:pt idx="370">
                  <c:v>42579</c:v>
                </c:pt>
                <c:pt idx="371">
                  <c:v>42175</c:v>
                </c:pt>
                <c:pt idx="372">
                  <c:v>41879</c:v>
                </c:pt>
                <c:pt idx="373">
                  <c:v>41509</c:v>
                </c:pt>
                <c:pt idx="374">
                  <c:v>40701</c:v>
                </c:pt>
                <c:pt idx="375">
                  <c:v>39370</c:v>
                </c:pt>
                <c:pt idx="376">
                  <c:v>38147</c:v>
                </c:pt>
                <c:pt idx="377">
                  <c:v>36656</c:v>
                </c:pt>
                <c:pt idx="378">
                  <c:v>34834</c:v>
                </c:pt>
                <c:pt idx="379">
                  <c:v>33253</c:v>
                </c:pt>
                <c:pt idx="380">
                  <c:v>31414</c:v>
                </c:pt>
                <c:pt idx="381">
                  <c:v>29376</c:v>
                </c:pt>
                <c:pt idx="382">
                  <c:v>27403</c:v>
                </c:pt>
                <c:pt idx="383">
                  <c:v>26068</c:v>
                </c:pt>
                <c:pt idx="384">
                  <c:v>25664</c:v>
                </c:pt>
                <c:pt idx="385">
                  <c:v>25877</c:v>
                </c:pt>
                <c:pt idx="386">
                  <c:v>25579</c:v>
                </c:pt>
                <c:pt idx="387">
                  <c:v>25002</c:v>
                </c:pt>
                <c:pt idx="388">
                  <c:v>24293</c:v>
                </c:pt>
                <c:pt idx="389">
                  <c:v>23688</c:v>
                </c:pt>
                <c:pt idx="390">
                  <c:v>22847</c:v>
                </c:pt>
                <c:pt idx="391">
                  <c:v>22275</c:v>
                </c:pt>
                <c:pt idx="392">
                  <c:v>21731</c:v>
                </c:pt>
                <c:pt idx="393">
                  <c:v>21658</c:v>
                </c:pt>
                <c:pt idx="394">
                  <c:v>22122</c:v>
                </c:pt>
                <c:pt idx="395">
                  <c:v>23118</c:v>
                </c:pt>
                <c:pt idx="396">
                  <c:v>25403</c:v>
                </c:pt>
                <c:pt idx="397">
                  <c:v>27262</c:v>
                </c:pt>
                <c:pt idx="398">
                  <c:v>29858</c:v>
                </c:pt>
                <c:pt idx="399">
                  <c:v>31477</c:v>
                </c:pt>
                <c:pt idx="400">
                  <c:v>33295</c:v>
                </c:pt>
                <c:pt idx="401">
                  <c:v>34271</c:v>
                </c:pt>
                <c:pt idx="402">
                  <c:v>35125</c:v>
                </c:pt>
                <c:pt idx="403">
                  <c:v>35352</c:v>
                </c:pt>
                <c:pt idx="404">
                  <c:v>35741</c:v>
                </c:pt>
                <c:pt idx="405">
                  <c:v>35910</c:v>
                </c:pt>
                <c:pt idx="406">
                  <c:v>35990</c:v>
                </c:pt>
                <c:pt idx="407">
                  <c:v>35915</c:v>
                </c:pt>
                <c:pt idx="408">
                  <c:v>36415</c:v>
                </c:pt>
                <c:pt idx="409">
                  <c:v>36383</c:v>
                </c:pt>
                <c:pt idx="410">
                  <c:v>36351</c:v>
                </c:pt>
                <c:pt idx="411">
                  <c:v>36177</c:v>
                </c:pt>
                <c:pt idx="412">
                  <c:v>36064</c:v>
                </c:pt>
                <c:pt idx="413">
                  <c:v>35393</c:v>
                </c:pt>
                <c:pt idx="414">
                  <c:v>35678</c:v>
                </c:pt>
                <c:pt idx="415">
                  <c:v>36113</c:v>
                </c:pt>
                <c:pt idx="416">
                  <c:v>36662</c:v>
                </c:pt>
                <c:pt idx="417">
                  <c:v>37079</c:v>
                </c:pt>
                <c:pt idx="418">
                  <c:v>37264</c:v>
                </c:pt>
                <c:pt idx="419">
                  <c:v>37053</c:v>
                </c:pt>
                <c:pt idx="420">
                  <c:v>36792</c:v>
                </c:pt>
                <c:pt idx="421">
                  <c:v>35981</c:v>
                </c:pt>
                <c:pt idx="422">
                  <c:v>35403</c:v>
                </c:pt>
                <c:pt idx="423">
                  <c:v>34657</c:v>
                </c:pt>
                <c:pt idx="424">
                  <c:v>33126</c:v>
                </c:pt>
                <c:pt idx="425">
                  <c:v>31725</c:v>
                </c:pt>
                <c:pt idx="426">
                  <c:v>31057</c:v>
                </c:pt>
                <c:pt idx="427">
                  <c:v>29493</c:v>
                </c:pt>
                <c:pt idx="428">
                  <c:v>28017</c:v>
                </c:pt>
                <c:pt idx="429">
                  <c:v>26392</c:v>
                </c:pt>
                <c:pt idx="430">
                  <c:v>24823</c:v>
                </c:pt>
                <c:pt idx="431">
                  <c:v>23484</c:v>
                </c:pt>
                <c:pt idx="432">
                  <c:v>22948</c:v>
                </c:pt>
                <c:pt idx="433">
                  <c:v>22911</c:v>
                </c:pt>
                <c:pt idx="434">
                  <c:v>22646</c:v>
                </c:pt>
                <c:pt idx="435">
                  <c:v>21955</c:v>
                </c:pt>
                <c:pt idx="436">
                  <c:v>21306</c:v>
                </c:pt>
                <c:pt idx="437">
                  <c:v>20784</c:v>
                </c:pt>
                <c:pt idx="438">
                  <c:v>20398</c:v>
                </c:pt>
                <c:pt idx="439">
                  <c:v>20187</c:v>
                </c:pt>
                <c:pt idx="440">
                  <c:v>19813</c:v>
                </c:pt>
                <c:pt idx="441">
                  <c:v>19792</c:v>
                </c:pt>
                <c:pt idx="442">
                  <c:v>20351</c:v>
                </c:pt>
                <c:pt idx="443">
                  <c:v>21171</c:v>
                </c:pt>
                <c:pt idx="444">
                  <c:v>23080</c:v>
                </c:pt>
                <c:pt idx="445">
                  <c:v>24536</c:v>
                </c:pt>
                <c:pt idx="446">
                  <c:v>26776</c:v>
                </c:pt>
                <c:pt idx="447">
                  <c:v>28232</c:v>
                </c:pt>
                <c:pt idx="448">
                  <c:v>29244</c:v>
                </c:pt>
                <c:pt idx="449">
                  <c:v>29600</c:v>
                </c:pt>
                <c:pt idx="450">
                  <c:v>30903</c:v>
                </c:pt>
                <c:pt idx="451">
                  <c:v>31311</c:v>
                </c:pt>
                <c:pt idx="452">
                  <c:v>31554</c:v>
                </c:pt>
                <c:pt idx="453">
                  <c:v>31390</c:v>
                </c:pt>
                <c:pt idx="454">
                  <c:v>31544</c:v>
                </c:pt>
                <c:pt idx="455">
                  <c:v>31309</c:v>
                </c:pt>
                <c:pt idx="456">
                  <c:v>32181</c:v>
                </c:pt>
                <c:pt idx="457">
                  <c:v>31873</c:v>
                </c:pt>
                <c:pt idx="458">
                  <c:v>31684</c:v>
                </c:pt>
                <c:pt idx="459">
                  <c:v>31145</c:v>
                </c:pt>
                <c:pt idx="460">
                  <c:v>30719</c:v>
                </c:pt>
                <c:pt idx="461">
                  <c:v>30760</c:v>
                </c:pt>
                <c:pt idx="462">
                  <c:v>30358</c:v>
                </c:pt>
                <c:pt idx="463">
                  <c:v>30165</c:v>
                </c:pt>
                <c:pt idx="464">
                  <c:v>30977</c:v>
                </c:pt>
                <c:pt idx="465">
                  <c:v>31994</c:v>
                </c:pt>
                <c:pt idx="466">
                  <c:v>32985</c:v>
                </c:pt>
                <c:pt idx="467">
                  <c:v>32692</c:v>
                </c:pt>
                <c:pt idx="468">
                  <c:v>32480</c:v>
                </c:pt>
                <c:pt idx="469">
                  <c:v>31857</c:v>
                </c:pt>
                <c:pt idx="470">
                  <c:v>30791</c:v>
                </c:pt>
                <c:pt idx="471">
                  <c:v>29940</c:v>
                </c:pt>
                <c:pt idx="472">
                  <c:v>29000</c:v>
                </c:pt>
                <c:pt idx="473">
                  <c:v>27914</c:v>
                </c:pt>
                <c:pt idx="474">
                  <c:v>26697</c:v>
                </c:pt>
                <c:pt idx="475">
                  <c:v>25223</c:v>
                </c:pt>
                <c:pt idx="476">
                  <c:v>23544</c:v>
                </c:pt>
                <c:pt idx="477">
                  <c:v>21849</c:v>
                </c:pt>
                <c:pt idx="478">
                  <c:v>19805</c:v>
                </c:pt>
                <c:pt idx="479">
                  <c:v>18357</c:v>
                </c:pt>
                <c:pt idx="480">
                  <c:v>18141</c:v>
                </c:pt>
                <c:pt idx="481">
                  <c:v>18678</c:v>
                </c:pt>
                <c:pt idx="482">
                  <c:v>18433</c:v>
                </c:pt>
                <c:pt idx="483">
                  <c:v>17994</c:v>
                </c:pt>
                <c:pt idx="484">
                  <c:v>17506</c:v>
                </c:pt>
                <c:pt idx="485">
                  <c:v>16842</c:v>
                </c:pt>
                <c:pt idx="486">
                  <c:v>16394</c:v>
                </c:pt>
                <c:pt idx="487">
                  <c:v>15967</c:v>
                </c:pt>
                <c:pt idx="488">
                  <c:v>15782</c:v>
                </c:pt>
                <c:pt idx="489">
                  <c:v>15702</c:v>
                </c:pt>
                <c:pt idx="490">
                  <c:v>16124</c:v>
                </c:pt>
                <c:pt idx="491">
                  <c:v>17233</c:v>
                </c:pt>
                <c:pt idx="492">
                  <c:v>18911</c:v>
                </c:pt>
                <c:pt idx="493">
                  <c:v>21014</c:v>
                </c:pt>
                <c:pt idx="494">
                  <c:v>23049</c:v>
                </c:pt>
                <c:pt idx="495">
                  <c:v>24518</c:v>
                </c:pt>
                <c:pt idx="496">
                  <c:v>26275</c:v>
                </c:pt>
                <c:pt idx="497">
                  <c:v>27772</c:v>
                </c:pt>
                <c:pt idx="498">
                  <c:v>29141</c:v>
                </c:pt>
                <c:pt idx="499">
                  <c:v>29946</c:v>
                </c:pt>
                <c:pt idx="500">
                  <c:v>30340</c:v>
                </c:pt>
                <c:pt idx="501">
                  <c:v>30471</c:v>
                </c:pt>
                <c:pt idx="502">
                  <c:v>30561</c:v>
                </c:pt>
                <c:pt idx="503">
                  <c:v>30697</c:v>
                </c:pt>
                <c:pt idx="504">
                  <c:v>30502</c:v>
                </c:pt>
                <c:pt idx="505">
                  <c:v>30177</c:v>
                </c:pt>
                <c:pt idx="506">
                  <c:v>29454</c:v>
                </c:pt>
                <c:pt idx="507">
                  <c:v>28673</c:v>
                </c:pt>
                <c:pt idx="508">
                  <c:v>28078</c:v>
                </c:pt>
                <c:pt idx="509">
                  <c:v>27308</c:v>
                </c:pt>
                <c:pt idx="510">
                  <c:v>27232</c:v>
                </c:pt>
                <c:pt idx="511">
                  <c:v>27545</c:v>
                </c:pt>
                <c:pt idx="512">
                  <c:v>28420</c:v>
                </c:pt>
                <c:pt idx="513">
                  <c:v>28895</c:v>
                </c:pt>
                <c:pt idx="514">
                  <c:v>29241</c:v>
                </c:pt>
                <c:pt idx="515">
                  <c:v>28543</c:v>
                </c:pt>
                <c:pt idx="516">
                  <c:v>27467</c:v>
                </c:pt>
                <c:pt idx="517">
                  <c:v>25794</c:v>
                </c:pt>
                <c:pt idx="518">
                  <c:v>24211</c:v>
                </c:pt>
                <c:pt idx="519">
                  <c:v>22777</c:v>
                </c:pt>
                <c:pt idx="520">
                  <c:v>21762</c:v>
                </c:pt>
                <c:pt idx="521">
                  <c:v>20741</c:v>
                </c:pt>
                <c:pt idx="522">
                  <c:v>19358</c:v>
                </c:pt>
                <c:pt idx="523">
                  <c:v>18297</c:v>
                </c:pt>
                <c:pt idx="524">
                  <c:v>17005</c:v>
                </c:pt>
                <c:pt idx="525">
                  <c:v>15457</c:v>
                </c:pt>
                <c:pt idx="526">
                  <c:v>14153</c:v>
                </c:pt>
                <c:pt idx="527">
                  <c:v>13298</c:v>
                </c:pt>
                <c:pt idx="528">
                  <c:v>12685</c:v>
                </c:pt>
                <c:pt idx="529">
                  <c:v>12677</c:v>
                </c:pt>
                <c:pt idx="530">
                  <c:v>11940</c:v>
                </c:pt>
                <c:pt idx="531">
                  <c:v>10816</c:v>
                </c:pt>
                <c:pt idx="532">
                  <c:v>9874</c:v>
                </c:pt>
                <c:pt idx="533">
                  <c:v>9196</c:v>
                </c:pt>
                <c:pt idx="534">
                  <c:v>8104</c:v>
                </c:pt>
                <c:pt idx="535">
                  <c:v>7644</c:v>
                </c:pt>
                <c:pt idx="536">
                  <c:v>7249</c:v>
                </c:pt>
                <c:pt idx="537">
                  <c:v>6991</c:v>
                </c:pt>
                <c:pt idx="538">
                  <c:v>6927</c:v>
                </c:pt>
                <c:pt idx="539">
                  <c:v>7025</c:v>
                </c:pt>
                <c:pt idx="540">
                  <c:v>8023</c:v>
                </c:pt>
                <c:pt idx="541">
                  <c:v>8298</c:v>
                </c:pt>
                <c:pt idx="542">
                  <c:v>9294</c:v>
                </c:pt>
                <c:pt idx="543">
                  <c:v>10268</c:v>
                </c:pt>
                <c:pt idx="544">
                  <c:v>12091</c:v>
                </c:pt>
                <c:pt idx="545">
                  <c:v>13848</c:v>
                </c:pt>
                <c:pt idx="546">
                  <c:v>15417</c:v>
                </c:pt>
                <c:pt idx="547">
                  <c:v>16303</c:v>
                </c:pt>
                <c:pt idx="548">
                  <c:v>17422</c:v>
                </c:pt>
                <c:pt idx="549">
                  <c:v>17920</c:v>
                </c:pt>
                <c:pt idx="550">
                  <c:v>18398</c:v>
                </c:pt>
                <c:pt idx="551">
                  <c:v>19356</c:v>
                </c:pt>
                <c:pt idx="552">
                  <c:v>20531</c:v>
                </c:pt>
                <c:pt idx="553">
                  <c:v>21259</c:v>
                </c:pt>
                <c:pt idx="554">
                  <c:v>21539</c:v>
                </c:pt>
                <c:pt idx="555">
                  <c:v>21166</c:v>
                </c:pt>
                <c:pt idx="556">
                  <c:v>20454</c:v>
                </c:pt>
                <c:pt idx="557">
                  <c:v>19422</c:v>
                </c:pt>
                <c:pt idx="558">
                  <c:v>18340</c:v>
                </c:pt>
                <c:pt idx="559">
                  <c:v>17673</c:v>
                </c:pt>
                <c:pt idx="560">
                  <c:v>17619</c:v>
                </c:pt>
                <c:pt idx="561">
                  <c:v>17372</c:v>
                </c:pt>
                <c:pt idx="562">
                  <c:v>16866</c:v>
                </c:pt>
                <c:pt idx="563">
                  <c:v>16231</c:v>
                </c:pt>
                <c:pt idx="564">
                  <c:v>15632</c:v>
                </c:pt>
                <c:pt idx="565">
                  <c:v>15177</c:v>
                </c:pt>
                <c:pt idx="566">
                  <c:v>14844</c:v>
                </c:pt>
                <c:pt idx="567">
                  <c:v>14404</c:v>
                </c:pt>
                <c:pt idx="568">
                  <c:v>14069</c:v>
                </c:pt>
                <c:pt idx="569">
                  <c:v>14009</c:v>
                </c:pt>
                <c:pt idx="570">
                  <c:v>13519</c:v>
                </c:pt>
                <c:pt idx="571">
                  <c:v>12982</c:v>
                </c:pt>
                <c:pt idx="572">
                  <c:v>12289</c:v>
                </c:pt>
                <c:pt idx="573">
                  <c:v>11778</c:v>
                </c:pt>
                <c:pt idx="574">
                  <c:v>10916</c:v>
                </c:pt>
                <c:pt idx="575">
                  <c:v>10140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A0-47CD-9023-A8086A7F00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4490576"/>
        <c:axId val="1574491536"/>
      </c:areaChart>
      <c:catAx>
        <c:axId val="1574490576"/>
        <c:scaling>
          <c:orientation val="minMax"/>
        </c:scaling>
        <c:delete val="1"/>
        <c:axPos val="b"/>
        <c:majorTickMark val="out"/>
        <c:minorTickMark val="none"/>
        <c:tickLblPos val="nextTo"/>
        <c:crossAx val="1574491536"/>
        <c:crosses val="autoZero"/>
        <c:auto val="1"/>
        <c:lblAlgn val="ctr"/>
        <c:lblOffset val="100"/>
        <c:noMultiLvlLbl val="0"/>
      </c:catAx>
      <c:valAx>
        <c:axId val="1574491536"/>
        <c:scaling>
          <c:orientation val="minMax"/>
          <c:max val="44000"/>
        </c:scaling>
        <c:delete val="1"/>
        <c:axPos val="l"/>
        <c:numFmt formatCode="General" sourceLinked="1"/>
        <c:majorTickMark val="none"/>
        <c:minorTickMark val="none"/>
        <c:tickLblPos val="nextTo"/>
        <c:crossAx val="15744905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power_balancing!$E$1</c:f>
              <c:strCache>
                <c:ptCount val="1"/>
                <c:pt idx="0">
                  <c:v>Imbalance</c:v>
                </c:pt>
              </c:strCache>
            </c:strRef>
          </c:tx>
          <c:spPr>
            <a:ln w="63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power_balancing!$E$2:$E$577</c:f>
              <c:numCache>
                <c:formatCode>General</c:formatCode>
                <c:ptCount val="576"/>
                <c:pt idx="0">
                  <c:v>-66</c:v>
                </c:pt>
                <c:pt idx="1">
                  <c:v>67</c:v>
                </c:pt>
                <c:pt idx="2">
                  <c:v>-25</c:v>
                </c:pt>
                <c:pt idx="3">
                  <c:v>-74</c:v>
                </c:pt>
                <c:pt idx="4">
                  <c:v>31</c:v>
                </c:pt>
                <c:pt idx="5">
                  <c:v>201</c:v>
                </c:pt>
                <c:pt idx="6">
                  <c:v>283</c:v>
                </c:pt>
                <c:pt idx="7">
                  <c:v>340</c:v>
                </c:pt>
                <c:pt idx="8">
                  <c:v>700</c:v>
                </c:pt>
                <c:pt idx="9">
                  <c:v>305</c:v>
                </c:pt>
                <c:pt idx="10">
                  <c:v>461</c:v>
                </c:pt>
                <c:pt idx="11">
                  <c:v>887</c:v>
                </c:pt>
                <c:pt idx="12">
                  <c:v>1038</c:v>
                </c:pt>
                <c:pt idx="13">
                  <c:v>1012</c:v>
                </c:pt>
                <c:pt idx="14">
                  <c:v>1065</c:v>
                </c:pt>
                <c:pt idx="15">
                  <c:v>943</c:v>
                </c:pt>
                <c:pt idx="16">
                  <c:v>695</c:v>
                </c:pt>
                <c:pt idx="17">
                  <c:v>784</c:v>
                </c:pt>
                <c:pt idx="18">
                  <c:v>723</c:v>
                </c:pt>
                <c:pt idx="19">
                  <c:v>436</c:v>
                </c:pt>
                <c:pt idx="20">
                  <c:v>524</c:v>
                </c:pt>
                <c:pt idx="21">
                  <c:v>291</c:v>
                </c:pt>
                <c:pt idx="22">
                  <c:v>546</c:v>
                </c:pt>
                <c:pt idx="23">
                  <c:v>1006</c:v>
                </c:pt>
                <c:pt idx="24">
                  <c:v>1073</c:v>
                </c:pt>
                <c:pt idx="25">
                  <c:v>1286</c:v>
                </c:pt>
                <c:pt idx="26">
                  <c:v>1734</c:v>
                </c:pt>
                <c:pt idx="27">
                  <c:v>1919</c:v>
                </c:pt>
                <c:pt idx="28">
                  <c:v>1885</c:v>
                </c:pt>
                <c:pt idx="29">
                  <c:v>2008</c:v>
                </c:pt>
                <c:pt idx="30">
                  <c:v>2028</c:v>
                </c:pt>
                <c:pt idx="31">
                  <c:v>2214</c:v>
                </c:pt>
                <c:pt idx="32">
                  <c:v>2169</c:v>
                </c:pt>
                <c:pt idx="33">
                  <c:v>2103</c:v>
                </c:pt>
                <c:pt idx="34">
                  <c:v>1887</c:v>
                </c:pt>
                <c:pt idx="35">
                  <c:v>1859</c:v>
                </c:pt>
                <c:pt idx="36">
                  <c:v>2051</c:v>
                </c:pt>
                <c:pt idx="37">
                  <c:v>2387</c:v>
                </c:pt>
                <c:pt idx="38">
                  <c:v>2300</c:v>
                </c:pt>
                <c:pt idx="39">
                  <c:v>2123</c:v>
                </c:pt>
                <c:pt idx="40">
                  <c:v>2149</c:v>
                </c:pt>
                <c:pt idx="41">
                  <c:v>2157</c:v>
                </c:pt>
                <c:pt idx="42">
                  <c:v>1828</c:v>
                </c:pt>
                <c:pt idx="43">
                  <c:v>1996</c:v>
                </c:pt>
                <c:pt idx="44">
                  <c:v>1706</c:v>
                </c:pt>
                <c:pt idx="45">
                  <c:v>1679</c:v>
                </c:pt>
                <c:pt idx="46">
                  <c:v>1591</c:v>
                </c:pt>
                <c:pt idx="47">
                  <c:v>1598</c:v>
                </c:pt>
                <c:pt idx="48">
                  <c:v>532</c:v>
                </c:pt>
                <c:pt idx="49">
                  <c:v>567</c:v>
                </c:pt>
                <c:pt idx="50">
                  <c:v>379</c:v>
                </c:pt>
                <c:pt idx="51">
                  <c:v>271</c:v>
                </c:pt>
                <c:pt idx="52">
                  <c:v>159</c:v>
                </c:pt>
                <c:pt idx="53">
                  <c:v>175</c:v>
                </c:pt>
                <c:pt idx="54">
                  <c:v>204</c:v>
                </c:pt>
                <c:pt idx="55">
                  <c:v>357</c:v>
                </c:pt>
                <c:pt idx="56">
                  <c:v>482</c:v>
                </c:pt>
                <c:pt idx="57">
                  <c:v>547</c:v>
                </c:pt>
                <c:pt idx="58">
                  <c:v>570</c:v>
                </c:pt>
                <c:pt idx="59">
                  <c:v>562</c:v>
                </c:pt>
                <c:pt idx="60">
                  <c:v>808</c:v>
                </c:pt>
                <c:pt idx="61">
                  <c:v>1380</c:v>
                </c:pt>
                <c:pt idx="62">
                  <c:v>1495</c:v>
                </c:pt>
                <c:pt idx="63">
                  <c:v>1659</c:v>
                </c:pt>
                <c:pt idx="64">
                  <c:v>1742</c:v>
                </c:pt>
                <c:pt idx="65">
                  <c:v>1865</c:v>
                </c:pt>
                <c:pt idx="66">
                  <c:v>1681</c:v>
                </c:pt>
                <c:pt idx="67">
                  <c:v>1325</c:v>
                </c:pt>
                <c:pt idx="68">
                  <c:v>989</c:v>
                </c:pt>
                <c:pt idx="69">
                  <c:v>1059</c:v>
                </c:pt>
                <c:pt idx="70">
                  <c:v>1124</c:v>
                </c:pt>
                <c:pt idx="71">
                  <c:v>1294</c:v>
                </c:pt>
                <c:pt idx="72">
                  <c:v>1394</c:v>
                </c:pt>
                <c:pt idx="73">
                  <c:v>1416</c:v>
                </c:pt>
                <c:pt idx="74">
                  <c:v>1972</c:v>
                </c:pt>
                <c:pt idx="75">
                  <c:v>2409</c:v>
                </c:pt>
                <c:pt idx="76">
                  <c:v>2731</c:v>
                </c:pt>
                <c:pt idx="77">
                  <c:v>2973</c:v>
                </c:pt>
                <c:pt idx="78">
                  <c:v>3024</c:v>
                </c:pt>
                <c:pt idx="79">
                  <c:v>3183</c:v>
                </c:pt>
                <c:pt idx="80">
                  <c:v>3180</c:v>
                </c:pt>
                <c:pt idx="81">
                  <c:v>2949</c:v>
                </c:pt>
                <c:pt idx="82">
                  <c:v>3032</c:v>
                </c:pt>
                <c:pt idx="83">
                  <c:v>2556</c:v>
                </c:pt>
                <c:pt idx="84">
                  <c:v>2394</c:v>
                </c:pt>
                <c:pt idx="85">
                  <c:v>2379</c:v>
                </c:pt>
                <c:pt idx="86">
                  <c:v>2199</c:v>
                </c:pt>
                <c:pt idx="87">
                  <c:v>2185</c:v>
                </c:pt>
                <c:pt idx="88">
                  <c:v>2437</c:v>
                </c:pt>
                <c:pt idx="89">
                  <c:v>2369</c:v>
                </c:pt>
                <c:pt idx="90">
                  <c:v>2188</c:v>
                </c:pt>
                <c:pt idx="91">
                  <c:v>2069</c:v>
                </c:pt>
                <c:pt idx="92">
                  <c:v>2073</c:v>
                </c:pt>
                <c:pt idx="93">
                  <c:v>1871</c:v>
                </c:pt>
                <c:pt idx="94">
                  <c:v>1293</c:v>
                </c:pt>
                <c:pt idx="95">
                  <c:v>967</c:v>
                </c:pt>
                <c:pt idx="96">
                  <c:v>208</c:v>
                </c:pt>
                <c:pt idx="97">
                  <c:v>189</c:v>
                </c:pt>
                <c:pt idx="98">
                  <c:v>263</c:v>
                </c:pt>
                <c:pt idx="99">
                  <c:v>216</c:v>
                </c:pt>
                <c:pt idx="100">
                  <c:v>232</c:v>
                </c:pt>
                <c:pt idx="101">
                  <c:v>288</c:v>
                </c:pt>
                <c:pt idx="102">
                  <c:v>300</c:v>
                </c:pt>
                <c:pt idx="103">
                  <c:v>307</c:v>
                </c:pt>
                <c:pt idx="104">
                  <c:v>473</c:v>
                </c:pt>
                <c:pt idx="105">
                  <c:v>357</c:v>
                </c:pt>
                <c:pt idx="106">
                  <c:v>349</c:v>
                </c:pt>
                <c:pt idx="107">
                  <c:v>415</c:v>
                </c:pt>
                <c:pt idx="108">
                  <c:v>428</c:v>
                </c:pt>
                <c:pt idx="109">
                  <c:v>495</c:v>
                </c:pt>
                <c:pt idx="110">
                  <c:v>455</c:v>
                </c:pt>
                <c:pt idx="111">
                  <c:v>515</c:v>
                </c:pt>
                <c:pt idx="112">
                  <c:v>628</c:v>
                </c:pt>
                <c:pt idx="113">
                  <c:v>460</c:v>
                </c:pt>
                <c:pt idx="114">
                  <c:v>388</c:v>
                </c:pt>
                <c:pt idx="115">
                  <c:v>483</c:v>
                </c:pt>
                <c:pt idx="116">
                  <c:v>567</c:v>
                </c:pt>
                <c:pt idx="117">
                  <c:v>651</c:v>
                </c:pt>
                <c:pt idx="118">
                  <c:v>698</c:v>
                </c:pt>
                <c:pt idx="119">
                  <c:v>940</c:v>
                </c:pt>
                <c:pt idx="120">
                  <c:v>1130</c:v>
                </c:pt>
                <c:pt idx="121">
                  <c:v>1036</c:v>
                </c:pt>
                <c:pt idx="122">
                  <c:v>833</c:v>
                </c:pt>
                <c:pt idx="123">
                  <c:v>779</c:v>
                </c:pt>
                <c:pt idx="124">
                  <c:v>764</c:v>
                </c:pt>
                <c:pt idx="125">
                  <c:v>647</c:v>
                </c:pt>
                <c:pt idx="126">
                  <c:v>839</c:v>
                </c:pt>
                <c:pt idx="127">
                  <c:v>950</c:v>
                </c:pt>
                <c:pt idx="128">
                  <c:v>1112</c:v>
                </c:pt>
                <c:pt idx="129">
                  <c:v>1184</c:v>
                </c:pt>
                <c:pt idx="130">
                  <c:v>1243</c:v>
                </c:pt>
                <c:pt idx="131">
                  <c:v>1138</c:v>
                </c:pt>
                <c:pt idx="132">
                  <c:v>1127</c:v>
                </c:pt>
                <c:pt idx="133">
                  <c:v>1285</c:v>
                </c:pt>
                <c:pt idx="134">
                  <c:v>1322</c:v>
                </c:pt>
                <c:pt idx="135">
                  <c:v>1400</c:v>
                </c:pt>
                <c:pt idx="136">
                  <c:v>1409</c:v>
                </c:pt>
                <c:pt idx="137">
                  <c:v>1526</c:v>
                </c:pt>
                <c:pt idx="138">
                  <c:v>1523</c:v>
                </c:pt>
                <c:pt idx="139">
                  <c:v>1520</c:v>
                </c:pt>
                <c:pt idx="140">
                  <c:v>1482</c:v>
                </c:pt>
                <c:pt idx="141">
                  <c:v>1482</c:v>
                </c:pt>
                <c:pt idx="142">
                  <c:v>1333</c:v>
                </c:pt>
                <c:pt idx="143">
                  <c:v>1315</c:v>
                </c:pt>
                <c:pt idx="144">
                  <c:v>1017</c:v>
                </c:pt>
                <c:pt idx="145">
                  <c:v>939</c:v>
                </c:pt>
                <c:pt idx="146">
                  <c:v>1041</c:v>
                </c:pt>
                <c:pt idx="147">
                  <c:v>986</c:v>
                </c:pt>
                <c:pt idx="148">
                  <c:v>977</c:v>
                </c:pt>
                <c:pt idx="149">
                  <c:v>896</c:v>
                </c:pt>
                <c:pt idx="150">
                  <c:v>614</c:v>
                </c:pt>
                <c:pt idx="151">
                  <c:v>478</c:v>
                </c:pt>
                <c:pt idx="152">
                  <c:v>413</c:v>
                </c:pt>
                <c:pt idx="153">
                  <c:v>382</c:v>
                </c:pt>
                <c:pt idx="154">
                  <c:v>372</c:v>
                </c:pt>
                <c:pt idx="155">
                  <c:v>354</c:v>
                </c:pt>
                <c:pt idx="156">
                  <c:v>330</c:v>
                </c:pt>
                <c:pt idx="157">
                  <c:v>272</c:v>
                </c:pt>
                <c:pt idx="158">
                  <c:v>260</c:v>
                </c:pt>
                <c:pt idx="159">
                  <c:v>228</c:v>
                </c:pt>
                <c:pt idx="160">
                  <c:v>218</c:v>
                </c:pt>
                <c:pt idx="161">
                  <c:v>189</c:v>
                </c:pt>
                <c:pt idx="162">
                  <c:v>263</c:v>
                </c:pt>
                <c:pt idx="163">
                  <c:v>319</c:v>
                </c:pt>
                <c:pt idx="164">
                  <c:v>294</c:v>
                </c:pt>
                <c:pt idx="165">
                  <c:v>188</c:v>
                </c:pt>
                <c:pt idx="166">
                  <c:v>201</c:v>
                </c:pt>
                <c:pt idx="167">
                  <c:v>250</c:v>
                </c:pt>
                <c:pt idx="168">
                  <c:v>278</c:v>
                </c:pt>
                <c:pt idx="169">
                  <c:v>322</c:v>
                </c:pt>
                <c:pt idx="170">
                  <c:v>322</c:v>
                </c:pt>
                <c:pt idx="171">
                  <c:v>260</c:v>
                </c:pt>
                <c:pt idx="172">
                  <c:v>142</c:v>
                </c:pt>
                <c:pt idx="173">
                  <c:v>232</c:v>
                </c:pt>
                <c:pt idx="174">
                  <c:v>297</c:v>
                </c:pt>
                <c:pt idx="175">
                  <c:v>469</c:v>
                </c:pt>
                <c:pt idx="176">
                  <c:v>654</c:v>
                </c:pt>
                <c:pt idx="177">
                  <c:v>812</c:v>
                </c:pt>
                <c:pt idx="178">
                  <c:v>985</c:v>
                </c:pt>
                <c:pt idx="179">
                  <c:v>1216</c:v>
                </c:pt>
                <c:pt idx="180">
                  <c:v>1420</c:v>
                </c:pt>
                <c:pt idx="181">
                  <c:v>1432</c:v>
                </c:pt>
                <c:pt idx="182">
                  <c:v>1392</c:v>
                </c:pt>
                <c:pt idx="183">
                  <c:v>1442</c:v>
                </c:pt>
                <c:pt idx="184">
                  <c:v>1450</c:v>
                </c:pt>
                <c:pt idx="185">
                  <c:v>1432</c:v>
                </c:pt>
                <c:pt idx="186">
                  <c:v>1322</c:v>
                </c:pt>
                <c:pt idx="187">
                  <c:v>1209</c:v>
                </c:pt>
                <c:pt idx="188">
                  <c:v>1216</c:v>
                </c:pt>
                <c:pt idx="189">
                  <c:v>1233</c:v>
                </c:pt>
                <c:pt idx="190">
                  <c:v>1271</c:v>
                </c:pt>
                <c:pt idx="191">
                  <c:v>1213</c:v>
                </c:pt>
                <c:pt idx="192">
                  <c:v>764</c:v>
                </c:pt>
                <c:pt idx="193">
                  <c:v>788</c:v>
                </c:pt>
                <c:pt idx="194">
                  <c:v>848</c:v>
                </c:pt>
                <c:pt idx="195">
                  <c:v>876</c:v>
                </c:pt>
                <c:pt idx="196">
                  <c:v>927</c:v>
                </c:pt>
                <c:pt idx="197">
                  <c:v>825</c:v>
                </c:pt>
                <c:pt idx="198">
                  <c:v>649</c:v>
                </c:pt>
                <c:pt idx="199">
                  <c:v>615</c:v>
                </c:pt>
                <c:pt idx="200">
                  <c:v>554</c:v>
                </c:pt>
                <c:pt idx="201">
                  <c:v>565</c:v>
                </c:pt>
                <c:pt idx="202">
                  <c:v>509</c:v>
                </c:pt>
                <c:pt idx="203">
                  <c:v>460</c:v>
                </c:pt>
                <c:pt idx="204">
                  <c:v>538</c:v>
                </c:pt>
                <c:pt idx="205">
                  <c:v>653</c:v>
                </c:pt>
                <c:pt idx="206">
                  <c:v>762</c:v>
                </c:pt>
                <c:pt idx="207">
                  <c:v>793</c:v>
                </c:pt>
                <c:pt idx="208">
                  <c:v>863</c:v>
                </c:pt>
                <c:pt idx="209">
                  <c:v>844</c:v>
                </c:pt>
                <c:pt idx="210">
                  <c:v>737</c:v>
                </c:pt>
                <c:pt idx="211">
                  <c:v>663</c:v>
                </c:pt>
                <c:pt idx="212">
                  <c:v>718</c:v>
                </c:pt>
                <c:pt idx="213">
                  <c:v>720</c:v>
                </c:pt>
                <c:pt idx="214">
                  <c:v>641</c:v>
                </c:pt>
                <c:pt idx="215">
                  <c:v>572</c:v>
                </c:pt>
                <c:pt idx="216">
                  <c:v>512</c:v>
                </c:pt>
                <c:pt idx="217">
                  <c:v>491</c:v>
                </c:pt>
                <c:pt idx="218">
                  <c:v>393</c:v>
                </c:pt>
                <c:pt idx="219">
                  <c:v>274</c:v>
                </c:pt>
                <c:pt idx="220">
                  <c:v>316</c:v>
                </c:pt>
                <c:pt idx="221">
                  <c:v>336</c:v>
                </c:pt>
                <c:pt idx="222">
                  <c:v>355</c:v>
                </c:pt>
                <c:pt idx="223">
                  <c:v>395</c:v>
                </c:pt>
                <c:pt idx="224">
                  <c:v>518</c:v>
                </c:pt>
                <c:pt idx="225">
                  <c:v>552</c:v>
                </c:pt>
                <c:pt idx="226">
                  <c:v>589</c:v>
                </c:pt>
                <c:pt idx="227">
                  <c:v>541</c:v>
                </c:pt>
                <c:pt idx="228">
                  <c:v>531</c:v>
                </c:pt>
                <c:pt idx="229">
                  <c:v>554</c:v>
                </c:pt>
                <c:pt idx="230">
                  <c:v>577</c:v>
                </c:pt>
                <c:pt idx="231">
                  <c:v>549</c:v>
                </c:pt>
                <c:pt idx="232">
                  <c:v>513</c:v>
                </c:pt>
                <c:pt idx="233">
                  <c:v>477</c:v>
                </c:pt>
                <c:pt idx="234">
                  <c:v>369</c:v>
                </c:pt>
                <c:pt idx="235">
                  <c:v>333</c:v>
                </c:pt>
                <c:pt idx="236">
                  <c:v>354</c:v>
                </c:pt>
                <c:pt idx="237">
                  <c:v>250</c:v>
                </c:pt>
                <c:pt idx="238">
                  <c:v>192</c:v>
                </c:pt>
                <c:pt idx="239">
                  <c:v>181</c:v>
                </c:pt>
                <c:pt idx="240">
                  <c:v>131</c:v>
                </c:pt>
                <c:pt idx="241">
                  <c:v>170</c:v>
                </c:pt>
                <c:pt idx="242">
                  <c:v>144</c:v>
                </c:pt>
                <c:pt idx="243">
                  <c:v>81</c:v>
                </c:pt>
                <c:pt idx="244">
                  <c:v>62</c:v>
                </c:pt>
                <c:pt idx="245">
                  <c:v>24</c:v>
                </c:pt>
                <c:pt idx="246">
                  <c:v>46</c:v>
                </c:pt>
                <c:pt idx="247">
                  <c:v>86</c:v>
                </c:pt>
                <c:pt idx="248">
                  <c:v>125</c:v>
                </c:pt>
                <c:pt idx="249">
                  <c:v>211</c:v>
                </c:pt>
                <c:pt idx="250">
                  <c:v>321</c:v>
                </c:pt>
                <c:pt idx="251">
                  <c:v>467</c:v>
                </c:pt>
                <c:pt idx="252">
                  <c:v>444</c:v>
                </c:pt>
                <c:pt idx="253">
                  <c:v>425</c:v>
                </c:pt>
                <c:pt idx="254">
                  <c:v>378</c:v>
                </c:pt>
                <c:pt idx="255">
                  <c:v>366</c:v>
                </c:pt>
                <c:pt idx="256">
                  <c:v>378</c:v>
                </c:pt>
                <c:pt idx="257">
                  <c:v>452</c:v>
                </c:pt>
                <c:pt idx="258">
                  <c:v>600</c:v>
                </c:pt>
                <c:pt idx="259">
                  <c:v>749</c:v>
                </c:pt>
                <c:pt idx="260">
                  <c:v>732</c:v>
                </c:pt>
                <c:pt idx="261">
                  <c:v>712</c:v>
                </c:pt>
                <c:pt idx="262">
                  <c:v>747</c:v>
                </c:pt>
                <c:pt idx="263">
                  <c:v>802</c:v>
                </c:pt>
                <c:pt idx="264">
                  <c:v>909</c:v>
                </c:pt>
                <c:pt idx="265">
                  <c:v>1055</c:v>
                </c:pt>
                <c:pt idx="266">
                  <c:v>1036</c:v>
                </c:pt>
                <c:pt idx="267">
                  <c:v>1099</c:v>
                </c:pt>
                <c:pt idx="268">
                  <c:v>1093</c:v>
                </c:pt>
                <c:pt idx="269">
                  <c:v>1181</c:v>
                </c:pt>
                <c:pt idx="270">
                  <c:v>1164</c:v>
                </c:pt>
                <c:pt idx="271">
                  <c:v>1158</c:v>
                </c:pt>
                <c:pt idx="272">
                  <c:v>1440</c:v>
                </c:pt>
                <c:pt idx="273">
                  <c:v>1569</c:v>
                </c:pt>
                <c:pt idx="274">
                  <c:v>1609</c:v>
                </c:pt>
                <c:pt idx="275">
                  <c:v>1289</c:v>
                </c:pt>
                <c:pt idx="276">
                  <c:v>1081</c:v>
                </c:pt>
                <c:pt idx="277">
                  <c:v>970</c:v>
                </c:pt>
                <c:pt idx="278">
                  <c:v>1021</c:v>
                </c:pt>
                <c:pt idx="279">
                  <c:v>1336</c:v>
                </c:pt>
                <c:pt idx="280">
                  <c:v>1338</c:v>
                </c:pt>
                <c:pt idx="281">
                  <c:v>1306</c:v>
                </c:pt>
                <c:pt idx="282">
                  <c:v>1415</c:v>
                </c:pt>
                <c:pt idx="283">
                  <c:v>1551</c:v>
                </c:pt>
                <c:pt idx="284">
                  <c:v>1474</c:v>
                </c:pt>
                <c:pt idx="285">
                  <c:v>1373</c:v>
                </c:pt>
                <c:pt idx="286">
                  <c:v>1254</c:v>
                </c:pt>
                <c:pt idx="287">
                  <c:v>1098</c:v>
                </c:pt>
                <c:pt idx="288">
                  <c:v>1317</c:v>
                </c:pt>
                <c:pt idx="289">
                  <c:v>1336</c:v>
                </c:pt>
                <c:pt idx="290">
                  <c:v>1246</c:v>
                </c:pt>
                <c:pt idx="291">
                  <c:v>1091</c:v>
                </c:pt>
                <c:pt idx="292">
                  <c:v>926</c:v>
                </c:pt>
                <c:pt idx="293">
                  <c:v>753</c:v>
                </c:pt>
                <c:pt idx="294">
                  <c:v>719</c:v>
                </c:pt>
                <c:pt idx="295">
                  <c:v>587</c:v>
                </c:pt>
                <c:pt idx="296">
                  <c:v>484</c:v>
                </c:pt>
                <c:pt idx="297">
                  <c:v>394</c:v>
                </c:pt>
                <c:pt idx="298">
                  <c:v>297</c:v>
                </c:pt>
                <c:pt idx="299">
                  <c:v>377</c:v>
                </c:pt>
                <c:pt idx="300">
                  <c:v>330</c:v>
                </c:pt>
                <c:pt idx="301">
                  <c:v>196</c:v>
                </c:pt>
                <c:pt idx="302">
                  <c:v>149</c:v>
                </c:pt>
                <c:pt idx="303">
                  <c:v>89</c:v>
                </c:pt>
                <c:pt idx="304">
                  <c:v>232</c:v>
                </c:pt>
                <c:pt idx="305">
                  <c:v>192</c:v>
                </c:pt>
                <c:pt idx="306">
                  <c:v>86</c:v>
                </c:pt>
                <c:pt idx="307">
                  <c:v>-3</c:v>
                </c:pt>
                <c:pt idx="308">
                  <c:v>2</c:v>
                </c:pt>
                <c:pt idx="309">
                  <c:v>-20</c:v>
                </c:pt>
                <c:pt idx="310">
                  <c:v>40</c:v>
                </c:pt>
                <c:pt idx="311">
                  <c:v>45</c:v>
                </c:pt>
                <c:pt idx="312">
                  <c:v>30</c:v>
                </c:pt>
                <c:pt idx="313">
                  <c:v>26</c:v>
                </c:pt>
                <c:pt idx="314">
                  <c:v>72</c:v>
                </c:pt>
                <c:pt idx="315">
                  <c:v>149</c:v>
                </c:pt>
                <c:pt idx="316">
                  <c:v>248</c:v>
                </c:pt>
                <c:pt idx="317">
                  <c:v>266</c:v>
                </c:pt>
                <c:pt idx="318">
                  <c:v>257</c:v>
                </c:pt>
                <c:pt idx="319">
                  <c:v>337</c:v>
                </c:pt>
                <c:pt idx="320">
                  <c:v>357</c:v>
                </c:pt>
                <c:pt idx="321">
                  <c:v>337</c:v>
                </c:pt>
                <c:pt idx="322">
                  <c:v>394</c:v>
                </c:pt>
                <c:pt idx="323">
                  <c:v>379</c:v>
                </c:pt>
                <c:pt idx="324">
                  <c:v>317</c:v>
                </c:pt>
                <c:pt idx="325">
                  <c:v>372</c:v>
                </c:pt>
                <c:pt idx="326">
                  <c:v>388</c:v>
                </c:pt>
                <c:pt idx="327">
                  <c:v>250</c:v>
                </c:pt>
                <c:pt idx="328">
                  <c:v>134</c:v>
                </c:pt>
                <c:pt idx="329">
                  <c:v>107</c:v>
                </c:pt>
                <c:pt idx="330">
                  <c:v>143</c:v>
                </c:pt>
                <c:pt idx="331">
                  <c:v>82</c:v>
                </c:pt>
                <c:pt idx="332">
                  <c:v>62</c:v>
                </c:pt>
                <c:pt idx="333">
                  <c:v>60</c:v>
                </c:pt>
                <c:pt idx="334">
                  <c:v>58</c:v>
                </c:pt>
                <c:pt idx="335">
                  <c:v>-6</c:v>
                </c:pt>
                <c:pt idx="336">
                  <c:v>232</c:v>
                </c:pt>
                <c:pt idx="337">
                  <c:v>173</c:v>
                </c:pt>
                <c:pt idx="338">
                  <c:v>174</c:v>
                </c:pt>
                <c:pt idx="339">
                  <c:v>190</c:v>
                </c:pt>
                <c:pt idx="340">
                  <c:v>207</c:v>
                </c:pt>
                <c:pt idx="341">
                  <c:v>203</c:v>
                </c:pt>
                <c:pt idx="342">
                  <c:v>185</c:v>
                </c:pt>
                <c:pt idx="343">
                  <c:v>160</c:v>
                </c:pt>
                <c:pt idx="344">
                  <c:v>147</c:v>
                </c:pt>
                <c:pt idx="345">
                  <c:v>114</c:v>
                </c:pt>
                <c:pt idx="346">
                  <c:v>124</c:v>
                </c:pt>
                <c:pt idx="347">
                  <c:v>158</c:v>
                </c:pt>
                <c:pt idx="348">
                  <c:v>153</c:v>
                </c:pt>
                <c:pt idx="349">
                  <c:v>209</c:v>
                </c:pt>
                <c:pt idx="350">
                  <c:v>225</c:v>
                </c:pt>
                <c:pt idx="351">
                  <c:v>205</c:v>
                </c:pt>
                <c:pt idx="352">
                  <c:v>284</c:v>
                </c:pt>
                <c:pt idx="353">
                  <c:v>379</c:v>
                </c:pt>
                <c:pt idx="354">
                  <c:v>472</c:v>
                </c:pt>
                <c:pt idx="355">
                  <c:v>462</c:v>
                </c:pt>
                <c:pt idx="356">
                  <c:v>348</c:v>
                </c:pt>
                <c:pt idx="357">
                  <c:v>218</c:v>
                </c:pt>
                <c:pt idx="358">
                  <c:v>168</c:v>
                </c:pt>
                <c:pt idx="359">
                  <c:v>123</c:v>
                </c:pt>
                <c:pt idx="360">
                  <c:v>81</c:v>
                </c:pt>
                <c:pt idx="361">
                  <c:v>146</c:v>
                </c:pt>
                <c:pt idx="362">
                  <c:v>169</c:v>
                </c:pt>
                <c:pt idx="363">
                  <c:v>119</c:v>
                </c:pt>
                <c:pt idx="364">
                  <c:v>122</c:v>
                </c:pt>
                <c:pt idx="365">
                  <c:v>144</c:v>
                </c:pt>
                <c:pt idx="366">
                  <c:v>135</c:v>
                </c:pt>
                <c:pt idx="367">
                  <c:v>185</c:v>
                </c:pt>
                <c:pt idx="368">
                  <c:v>250</c:v>
                </c:pt>
                <c:pt idx="369">
                  <c:v>291</c:v>
                </c:pt>
                <c:pt idx="370">
                  <c:v>335</c:v>
                </c:pt>
                <c:pt idx="371">
                  <c:v>252</c:v>
                </c:pt>
                <c:pt idx="372">
                  <c:v>178</c:v>
                </c:pt>
                <c:pt idx="373">
                  <c:v>244</c:v>
                </c:pt>
                <c:pt idx="374">
                  <c:v>305</c:v>
                </c:pt>
                <c:pt idx="375">
                  <c:v>364</c:v>
                </c:pt>
                <c:pt idx="376">
                  <c:v>427</c:v>
                </c:pt>
                <c:pt idx="377">
                  <c:v>487</c:v>
                </c:pt>
                <c:pt idx="378">
                  <c:v>502</c:v>
                </c:pt>
                <c:pt idx="379">
                  <c:v>439</c:v>
                </c:pt>
                <c:pt idx="380">
                  <c:v>472</c:v>
                </c:pt>
                <c:pt idx="381">
                  <c:v>587</c:v>
                </c:pt>
                <c:pt idx="382">
                  <c:v>682</c:v>
                </c:pt>
                <c:pt idx="383">
                  <c:v>720</c:v>
                </c:pt>
                <c:pt idx="384">
                  <c:v>561</c:v>
                </c:pt>
                <c:pt idx="385">
                  <c:v>449</c:v>
                </c:pt>
                <c:pt idx="386">
                  <c:v>305</c:v>
                </c:pt>
                <c:pt idx="387">
                  <c:v>149</c:v>
                </c:pt>
                <c:pt idx="388">
                  <c:v>328</c:v>
                </c:pt>
                <c:pt idx="389">
                  <c:v>540</c:v>
                </c:pt>
                <c:pt idx="390">
                  <c:v>689</c:v>
                </c:pt>
                <c:pt idx="391">
                  <c:v>824</c:v>
                </c:pt>
                <c:pt idx="392">
                  <c:v>923</c:v>
                </c:pt>
                <c:pt idx="393">
                  <c:v>1055</c:v>
                </c:pt>
                <c:pt idx="394">
                  <c:v>1119</c:v>
                </c:pt>
                <c:pt idx="395">
                  <c:v>1048</c:v>
                </c:pt>
                <c:pt idx="396">
                  <c:v>1125</c:v>
                </c:pt>
                <c:pt idx="397">
                  <c:v>1009</c:v>
                </c:pt>
                <c:pt idx="398">
                  <c:v>776</c:v>
                </c:pt>
                <c:pt idx="399">
                  <c:v>795</c:v>
                </c:pt>
                <c:pt idx="400">
                  <c:v>658</c:v>
                </c:pt>
                <c:pt idx="401">
                  <c:v>695</c:v>
                </c:pt>
                <c:pt idx="402">
                  <c:v>714</c:v>
                </c:pt>
                <c:pt idx="403">
                  <c:v>653</c:v>
                </c:pt>
                <c:pt idx="404">
                  <c:v>597</c:v>
                </c:pt>
                <c:pt idx="405">
                  <c:v>543</c:v>
                </c:pt>
                <c:pt idx="406">
                  <c:v>342</c:v>
                </c:pt>
                <c:pt idx="407">
                  <c:v>545</c:v>
                </c:pt>
                <c:pt idx="408">
                  <c:v>319</c:v>
                </c:pt>
                <c:pt idx="409">
                  <c:v>390</c:v>
                </c:pt>
                <c:pt idx="410">
                  <c:v>259</c:v>
                </c:pt>
                <c:pt idx="411">
                  <c:v>11</c:v>
                </c:pt>
                <c:pt idx="412">
                  <c:v>132</c:v>
                </c:pt>
                <c:pt idx="413">
                  <c:v>404</c:v>
                </c:pt>
                <c:pt idx="414">
                  <c:v>328</c:v>
                </c:pt>
                <c:pt idx="415">
                  <c:v>344</c:v>
                </c:pt>
                <c:pt idx="416">
                  <c:v>398</c:v>
                </c:pt>
                <c:pt idx="417">
                  <c:v>450</c:v>
                </c:pt>
                <c:pt idx="418">
                  <c:v>377</c:v>
                </c:pt>
                <c:pt idx="419">
                  <c:v>257</c:v>
                </c:pt>
                <c:pt idx="420">
                  <c:v>14</c:v>
                </c:pt>
                <c:pt idx="421">
                  <c:v>-23</c:v>
                </c:pt>
                <c:pt idx="422">
                  <c:v>-183</c:v>
                </c:pt>
                <c:pt idx="423">
                  <c:v>-295</c:v>
                </c:pt>
                <c:pt idx="424">
                  <c:v>-327</c:v>
                </c:pt>
                <c:pt idx="425">
                  <c:v>-286</c:v>
                </c:pt>
                <c:pt idx="426">
                  <c:v>-452</c:v>
                </c:pt>
                <c:pt idx="427">
                  <c:v>-688</c:v>
                </c:pt>
                <c:pt idx="428">
                  <c:v>-967</c:v>
                </c:pt>
                <c:pt idx="429">
                  <c:v>-971</c:v>
                </c:pt>
                <c:pt idx="430">
                  <c:v>-946</c:v>
                </c:pt>
                <c:pt idx="431">
                  <c:v>-880</c:v>
                </c:pt>
                <c:pt idx="432">
                  <c:v>416</c:v>
                </c:pt>
                <c:pt idx="433">
                  <c:v>823</c:v>
                </c:pt>
                <c:pt idx="434">
                  <c:v>726</c:v>
                </c:pt>
                <c:pt idx="435">
                  <c:v>854</c:v>
                </c:pt>
                <c:pt idx="436">
                  <c:v>879</c:v>
                </c:pt>
                <c:pt idx="437">
                  <c:v>1040</c:v>
                </c:pt>
                <c:pt idx="438">
                  <c:v>884</c:v>
                </c:pt>
                <c:pt idx="439">
                  <c:v>603</c:v>
                </c:pt>
                <c:pt idx="440">
                  <c:v>555</c:v>
                </c:pt>
                <c:pt idx="441">
                  <c:v>658</c:v>
                </c:pt>
                <c:pt idx="442">
                  <c:v>692</c:v>
                </c:pt>
                <c:pt idx="443">
                  <c:v>716</c:v>
                </c:pt>
                <c:pt idx="444">
                  <c:v>618</c:v>
                </c:pt>
                <c:pt idx="445">
                  <c:v>664</c:v>
                </c:pt>
                <c:pt idx="446">
                  <c:v>564</c:v>
                </c:pt>
                <c:pt idx="447">
                  <c:v>612</c:v>
                </c:pt>
                <c:pt idx="448">
                  <c:v>1096</c:v>
                </c:pt>
                <c:pt idx="449">
                  <c:v>1761</c:v>
                </c:pt>
                <c:pt idx="450">
                  <c:v>2249</c:v>
                </c:pt>
                <c:pt idx="451">
                  <c:v>2307</c:v>
                </c:pt>
                <c:pt idx="452">
                  <c:v>2207</c:v>
                </c:pt>
                <c:pt idx="453">
                  <c:v>2013</c:v>
                </c:pt>
                <c:pt idx="454">
                  <c:v>1794</c:v>
                </c:pt>
                <c:pt idx="455">
                  <c:v>1910</c:v>
                </c:pt>
                <c:pt idx="456">
                  <c:v>1412</c:v>
                </c:pt>
                <c:pt idx="457">
                  <c:v>1409</c:v>
                </c:pt>
                <c:pt idx="458">
                  <c:v>1213</c:v>
                </c:pt>
                <c:pt idx="459">
                  <c:v>1012</c:v>
                </c:pt>
                <c:pt idx="460">
                  <c:v>1262</c:v>
                </c:pt>
                <c:pt idx="461">
                  <c:v>1490</c:v>
                </c:pt>
                <c:pt idx="462">
                  <c:v>1767</c:v>
                </c:pt>
                <c:pt idx="463">
                  <c:v>2038</c:v>
                </c:pt>
                <c:pt idx="464">
                  <c:v>2126</c:v>
                </c:pt>
                <c:pt idx="465">
                  <c:v>1804</c:v>
                </c:pt>
                <c:pt idx="466">
                  <c:v>1229</c:v>
                </c:pt>
                <c:pt idx="467">
                  <c:v>814</c:v>
                </c:pt>
                <c:pt idx="468">
                  <c:v>685</c:v>
                </c:pt>
                <c:pt idx="469">
                  <c:v>602</c:v>
                </c:pt>
                <c:pt idx="470">
                  <c:v>554</c:v>
                </c:pt>
                <c:pt idx="471">
                  <c:v>297</c:v>
                </c:pt>
                <c:pt idx="472">
                  <c:v>-70</c:v>
                </c:pt>
                <c:pt idx="473">
                  <c:v>-380</c:v>
                </c:pt>
                <c:pt idx="474">
                  <c:v>-448</c:v>
                </c:pt>
                <c:pt idx="475">
                  <c:v>-366</c:v>
                </c:pt>
                <c:pt idx="476">
                  <c:v>-229</c:v>
                </c:pt>
                <c:pt idx="477">
                  <c:v>-159</c:v>
                </c:pt>
                <c:pt idx="478">
                  <c:v>433</c:v>
                </c:pt>
                <c:pt idx="479">
                  <c:v>741</c:v>
                </c:pt>
                <c:pt idx="480">
                  <c:v>991</c:v>
                </c:pt>
                <c:pt idx="481">
                  <c:v>1095</c:v>
                </c:pt>
                <c:pt idx="482">
                  <c:v>1099</c:v>
                </c:pt>
                <c:pt idx="483">
                  <c:v>928</c:v>
                </c:pt>
                <c:pt idx="484">
                  <c:v>896</c:v>
                </c:pt>
                <c:pt idx="485">
                  <c:v>1092</c:v>
                </c:pt>
                <c:pt idx="486">
                  <c:v>1097</c:v>
                </c:pt>
                <c:pt idx="487">
                  <c:v>1389</c:v>
                </c:pt>
                <c:pt idx="488">
                  <c:v>1378</c:v>
                </c:pt>
                <c:pt idx="489">
                  <c:v>1711</c:v>
                </c:pt>
                <c:pt idx="490">
                  <c:v>2028</c:v>
                </c:pt>
                <c:pt idx="491">
                  <c:v>2024</c:v>
                </c:pt>
                <c:pt idx="492">
                  <c:v>2233</c:v>
                </c:pt>
                <c:pt idx="493">
                  <c:v>1706</c:v>
                </c:pt>
                <c:pt idx="494">
                  <c:v>1796</c:v>
                </c:pt>
                <c:pt idx="495">
                  <c:v>1805</c:v>
                </c:pt>
                <c:pt idx="496">
                  <c:v>1930</c:v>
                </c:pt>
                <c:pt idx="497">
                  <c:v>1974</c:v>
                </c:pt>
                <c:pt idx="498">
                  <c:v>1804</c:v>
                </c:pt>
                <c:pt idx="499">
                  <c:v>1781</c:v>
                </c:pt>
                <c:pt idx="500">
                  <c:v>1684</c:v>
                </c:pt>
                <c:pt idx="501">
                  <c:v>1473</c:v>
                </c:pt>
                <c:pt idx="502">
                  <c:v>1343</c:v>
                </c:pt>
                <c:pt idx="503">
                  <c:v>1146</c:v>
                </c:pt>
                <c:pt idx="504">
                  <c:v>871</c:v>
                </c:pt>
                <c:pt idx="505">
                  <c:v>756</c:v>
                </c:pt>
                <c:pt idx="506">
                  <c:v>1073</c:v>
                </c:pt>
                <c:pt idx="507">
                  <c:v>1367</c:v>
                </c:pt>
                <c:pt idx="508">
                  <c:v>1514</c:v>
                </c:pt>
                <c:pt idx="509">
                  <c:v>1708</c:v>
                </c:pt>
                <c:pt idx="510">
                  <c:v>1832</c:v>
                </c:pt>
                <c:pt idx="511">
                  <c:v>1753</c:v>
                </c:pt>
                <c:pt idx="512">
                  <c:v>1663</c:v>
                </c:pt>
                <c:pt idx="513">
                  <c:v>1453</c:v>
                </c:pt>
                <c:pt idx="514">
                  <c:v>1327</c:v>
                </c:pt>
                <c:pt idx="515">
                  <c:v>1308</c:v>
                </c:pt>
                <c:pt idx="516">
                  <c:v>1304</c:v>
                </c:pt>
                <c:pt idx="517">
                  <c:v>1644</c:v>
                </c:pt>
                <c:pt idx="518">
                  <c:v>1721</c:v>
                </c:pt>
                <c:pt idx="519">
                  <c:v>1674</c:v>
                </c:pt>
                <c:pt idx="520">
                  <c:v>1293</c:v>
                </c:pt>
                <c:pt idx="521">
                  <c:v>1026</c:v>
                </c:pt>
                <c:pt idx="522">
                  <c:v>1006</c:v>
                </c:pt>
                <c:pt idx="523">
                  <c:v>952</c:v>
                </c:pt>
                <c:pt idx="524">
                  <c:v>718</c:v>
                </c:pt>
                <c:pt idx="525">
                  <c:v>520</c:v>
                </c:pt>
                <c:pt idx="526">
                  <c:v>459</c:v>
                </c:pt>
                <c:pt idx="527">
                  <c:v>239</c:v>
                </c:pt>
                <c:pt idx="528">
                  <c:v>786</c:v>
                </c:pt>
                <c:pt idx="529">
                  <c:v>810</c:v>
                </c:pt>
                <c:pt idx="530">
                  <c:v>744</c:v>
                </c:pt>
                <c:pt idx="531">
                  <c:v>805</c:v>
                </c:pt>
                <c:pt idx="532">
                  <c:v>778</c:v>
                </c:pt>
                <c:pt idx="533">
                  <c:v>749</c:v>
                </c:pt>
                <c:pt idx="534">
                  <c:v>849</c:v>
                </c:pt>
                <c:pt idx="535">
                  <c:v>550</c:v>
                </c:pt>
                <c:pt idx="536">
                  <c:v>354</c:v>
                </c:pt>
                <c:pt idx="537">
                  <c:v>339</c:v>
                </c:pt>
                <c:pt idx="538">
                  <c:v>302</c:v>
                </c:pt>
                <c:pt idx="539">
                  <c:v>187</c:v>
                </c:pt>
                <c:pt idx="540">
                  <c:v>-137</c:v>
                </c:pt>
                <c:pt idx="541">
                  <c:v>199</c:v>
                </c:pt>
                <c:pt idx="542">
                  <c:v>630</c:v>
                </c:pt>
                <c:pt idx="543">
                  <c:v>819</c:v>
                </c:pt>
                <c:pt idx="544">
                  <c:v>882</c:v>
                </c:pt>
                <c:pt idx="545">
                  <c:v>755</c:v>
                </c:pt>
                <c:pt idx="546">
                  <c:v>820</c:v>
                </c:pt>
                <c:pt idx="547">
                  <c:v>904</c:v>
                </c:pt>
                <c:pt idx="548">
                  <c:v>913</c:v>
                </c:pt>
                <c:pt idx="549">
                  <c:v>1013</c:v>
                </c:pt>
                <c:pt idx="550">
                  <c:v>1270</c:v>
                </c:pt>
                <c:pt idx="551">
                  <c:v>1298</c:v>
                </c:pt>
                <c:pt idx="552">
                  <c:v>1274</c:v>
                </c:pt>
                <c:pt idx="553">
                  <c:v>1262</c:v>
                </c:pt>
                <c:pt idx="554">
                  <c:v>1155</c:v>
                </c:pt>
                <c:pt idx="555">
                  <c:v>1149</c:v>
                </c:pt>
                <c:pt idx="556">
                  <c:v>1246</c:v>
                </c:pt>
                <c:pt idx="557">
                  <c:v>1303</c:v>
                </c:pt>
                <c:pt idx="558">
                  <c:v>1492</c:v>
                </c:pt>
                <c:pt idx="559">
                  <c:v>1182</c:v>
                </c:pt>
                <c:pt idx="560">
                  <c:v>831</c:v>
                </c:pt>
                <c:pt idx="561">
                  <c:v>427</c:v>
                </c:pt>
                <c:pt idx="562">
                  <c:v>142</c:v>
                </c:pt>
                <c:pt idx="563">
                  <c:v>-63</c:v>
                </c:pt>
                <c:pt idx="564">
                  <c:v>-119</c:v>
                </c:pt>
                <c:pt idx="565">
                  <c:v>-180</c:v>
                </c:pt>
                <c:pt idx="566">
                  <c:v>-353</c:v>
                </c:pt>
                <c:pt idx="567">
                  <c:v>-442</c:v>
                </c:pt>
                <c:pt idx="568">
                  <c:v>-469</c:v>
                </c:pt>
                <c:pt idx="569">
                  <c:v>-686</c:v>
                </c:pt>
                <c:pt idx="570">
                  <c:v>-735</c:v>
                </c:pt>
                <c:pt idx="571">
                  <c:v>-863</c:v>
                </c:pt>
                <c:pt idx="572">
                  <c:v>-1022</c:v>
                </c:pt>
                <c:pt idx="573">
                  <c:v>-1131</c:v>
                </c:pt>
                <c:pt idx="574">
                  <c:v>-1153</c:v>
                </c:pt>
                <c:pt idx="575">
                  <c:v>-1044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0B-4D8A-8A09-4C0C2D2E0A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92574191"/>
        <c:axId val="1392575151"/>
      </c:lineChart>
      <c:catAx>
        <c:axId val="1392574191"/>
        <c:scaling>
          <c:orientation val="minMax"/>
        </c:scaling>
        <c:delete val="1"/>
        <c:axPos val="b"/>
        <c:majorTickMark val="none"/>
        <c:minorTickMark val="none"/>
        <c:tickLblPos val="nextTo"/>
        <c:crossAx val="1392575151"/>
        <c:crosses val="autoZero"/>
        <c:auto val="1"/>
        <c:lblAlgn val="ctr"/>
        <c:lblOffset val="100"/>
        <c:noMultiLvlLbl val="0"/>
      </c:catAx>
      <c:valAx>
        <c:axId val="1392575151"/>
        <c:scaling>
          <c:orientation val="minMax"/>
          <c:max val="3200"/>
          <c:min val="-1000"/>
        </c:scaling>
        <c:delete val="1"/>
        <c:axPos val="l"/>
        <c:numFmt formatCode="General" sourceLinked="1"/>
        <c:majorTickMark val="none"/>
        <c:minorTickMark val="none"/>
        <c:tickLblPos val="nextTo"/>
        <c:crossAx val="1392574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5.8796296296296296E-3"/>
          <c:w val="0.99999999999999989"/>
          <c:h val="0.96144027777777774"/>
        </c:manualLayout>
      </c:layout>
      <c:lineChart>
        <c:grouping val="standard"/>
        <c:varyColors val="0"/>
        <c:ser>
          <c:idx val="2"/>
          <c:order val="0"/>
          <c:tx>
            <c:strRef>
              <c:f>load_ramping!$D$1</c:f>
              <c:strCache>
                <c:ptCount val="1"/>
                <c:pt idx="0">
                  <c:v>2015</c:v>
                </c:pt>
              </c:strCache>
            </c:strRef>
          </c:tx>
          <c:spPr>
            <a:ln w="6350" cap="rnd">
              <a:solidFill>
                <a:srgbClr val="156082"/>
              </a:solidFill>
              <a:round/>
            </a:ln>
            <a:effectLst/>
          </c:spPr>
          <c:marker>
            <c:symbol val="none"/>
          </c:marker>
          <c:val>
            <c:numRef>
              <c:f>load_ramping!$D$2:$D$25</c:f>
              <c:numCache>
                <c:formatCode>General</c:formatCode>
                <c:ptCount val="24"/>
                <c:pt idx="0">
                  <c:v>19313</c:v>
                </c:pt>
                <c:pt idx="1">
                  <c:v>18258</c:v>
                </c:pt>
                <c:pt idx="2">
                  <c:v>17822</c:v>
                </c:pt>
                <c:pt idx="3">
                  <c:v>17666</c:v>
                </c:pt>
                <c:pt idx="4">
                  <c:v>17900</c:v>
                </c:pt>
                <c:pt idx="5">
                  <c:v>18576</c:v>
                </c:pt>
                <c:pt idx="6">
                  <c:v>20556</c:v>
                </c:pt>
                <c:pt idx="7">
                  <c:v>21255</c:v>
                </c:pt>
                <c:pt idx="8">
                  <c:v>19828</c:v>
                </c:pt>
                <c:pt idx="9">
                  <c:v>18643</c:v>
                </c:pt>
                <c:pt idx="10">
                  <c:v>18151</c:v>
                </c:pt>
                <c:pt idx="11">
                  <c:v>17571</c:v>
                </c:pt>
                <c:pt idx="12">
                  <c:v>17375</c:v>
                </c:pt>
                <c:pt idx="13">
                  <c:v>17560</c:v>
                </c:pt>
                <c:pt idx="14">
                  <c:v>17714</c:v>
                </c:pt>
                <c:pt idx="15">
                  <c:v>18176</c:v>
                </c:pt>
                <c:pt idx="16">
                  <c:v>19202</c:v>
                </c:pt>
                <c:pt idx="17">
                  <c:v>20934</c:v>
                </c:pt>
                <c:pt idx="18">
                  <c:v>22953</c:v>
                </c:pt>
                <c:pt idx="19">
                  <c:v>24839</c:v>
                </c:pt>
                <c:pt idx="20">
                  <c:v>26129</c:v>
                </c:pt>
                <c:pt idx="21">
                  <c:v>25022</c:v>
                </c:pt>
                <c:pt idx="22">
                  <c:v>22888</c:v>
                </c:pt>
                <c:pt idx="23">
                  <c:v>20759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D4-4285-BBEE-A4DDD0A1C569}"/>
            </c:ext>
          </c:extLst>
        </c:ser>
        <c:ser>
          <c:idx val="4"/>
          <c:order val="1"/>
          <c:tx>
            <c:strRef>
              <c:f>load_ramping!$F$1</c:f>
              <c:strCache>
                <c:ptCount val="1"/>
                <c:pt idx="0">
                  <c:v>2017</c:v>
                </c:pt>
              </c:strCache>
            </c:strRef>
          </c:tx>
          <c:spPr>
            <a:ln w="6350" cap="rnd">
              <a:solidFill>
                <a:srgbClr val="196B24"/>
              </a:solidFill>
              <a:round/>
            </a:ln>
            <a:effectLst/>
          </c:spPr>
          <c:marker>
            <c:symbol val="none"/>
          </c:marker>
          <c:val>
            <c:numRef>
              <c:f>load_ramping!$F$2:$F$25</c:f>
              <c:numCache>
                <c:formatCode>General</c:formatCode>
                <c:ptCount val="24"/>
                <c:pt idx="0">
                  <c:v>16896</c:v>
                </c:pt>
                <c:pt idx="1">
                  <c:v>15981</c:v>
                </c:pt>
                <c:pt idx="2">
                  <c:v>15791</c:v>
                </c:pt>
                <c:pt idx="3">
                  <c:v>15319</c:v>
                </c:pt>
                <c:pt idx="4">
                  <c:v>15998</c:v>
                </c:pt>
                <c:pt idx="5">
                  <c:v>17155</c:v>
                </c:pt>
                <c:pt idx="6">
                  <c:v>19077</c:v>
                </c:pt>
                <c:pt idx="7">
                  <c:v>18777</c:v>
                </c:pt>
                <c:pt idx="8">
                  <c:v>15229</c:v>
                </c:pt>
                <c:pt idx="9">
                  <c:v>12891</c:v>
                </c:pt>
                <c:pt idx="10">
                  <c:v>11961</c:v>
                </c:pt>
                <c:pt idx="11">
                  <c:v>12319</c:v>
                </c:pt>
                <c:pt idx="12">
                  <c:v>11703</c:v>
                </c:pt>
                <c:pt idx="13">
                  <c:v>11818</c:v>
                </c:pt>
                <c:pt idx="14">
                  <c:v>11981</c:v>
                </c:pt>
                <c:pt idx="15">
                  <c:v>12711</c:v>
                </c:pt>
                <c:pt idx="16">
                  <c:v>13716</c:v>
                </c:pt>
                <c:pt idx="17">
                  <c:v>16148</c:v>
                </c:pt>
                <c:pt idx="18">
                  <c:v>19721</c:v>
                </c:pt>
                <c:pt idx="19">
                  <c:v>22119</c:v>
                </c:pt>
                <c:pt idx="20">
                  <c:v>22389</c:v>
                </c:pt>
                <c:pt idx="21">
                  <c:v>21987</c:v>
                </c:pt>
                <c:pt idx="22">
                  <c:v>21697</c:v>
                </c:pt>
                <c:pt idx="23">
                  <c:v>20387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8D4-4285-BBEE-A4DDD0A1C569}"/>
            </c:ext>
          </c:extLst>
        </c:ser>
        <c:ser>
          <c:idx val="6"/>
          <c:order val="2"/>
          <c:tx>
            <c:strRef>
              <c:f>load_ramping!$H$1</c:f>
              <c:strCache>
                <c:ptCount val="1"/>
                <c:pt idx="0">
                  <c:v>2019</c:v>
                </c:pt>
              </c:strCache>
            </c:strRef>
          </c:tx>
          <c:spPr>
            <a:ln w="63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val>
            <c:numRef>
              <c:f>load_ramping!$H$2:$H$25</c:f>
              <c:numCache>
                <c:formatCode>General</c:formatCode>
                <c:ptCount val="24"/>
                <c:pt idx="0">
                  <c:v>19368</c:v>
                </c:pt>
                <c:pt idx="1">
                  <c:v>18725</c:v>
                </c:pt>
                <c:pt idx="2">
                  <c:v>18121</c:v>
                </c:pt>
                <c:pt idx="3">
                  <c:v>17963</c:v>
                </c:pt>
                <c:pt idx="4">
                  <c:v>18041</c:v>
                </c:pt>
                <c:pt idx="5">
                  <c:v>18465</c:v>
                </c:pt>
                <c:pt idx="6">
                  <c:v>19336</c:v>
                </c:pt>
                <c:pt idx="7">
                  <c:v>17021</c:v>
                </c:pt>
                <c:pt idx="8">
                  <c:v>12414</c:v>
                </c:pt>
                <c:pt idx="9">
                  <c:v>9950</c:v>
                </c:pt>
                <c:pt idx="10">
                  <c:v>8890</c:v>
                </c:pt>
                <c:pt idx="11">
                  <c:v>8822</c:v>
                </c:pt>
                <c:pt idx="12">
                  <c:v>8548</c:v>
                </c:pt>
                <c:pt idx="13">
                  <c:v>8430</c:v>
                </c:pt>
                <c:pt idx="14">
                  <c:v>8301</c:v>
                </c:pt>
                <c:pt idx="15">
                  <c:v>9154</c:v>
                </c:pt>
                <c:pt idx="16">
                  <c:v>11107</c:v>
                </c:pt>
                <c:pt idx="17">
                  <c:v>15943</c:v>
                </c:pt>
                <c:pt idx="18">
                  <c:v>21782</c:v>
                </c:pt>
                <c:pt idx="19">
                  <c:v>24541</c:v>
                </c:pt>
                <c:pt idx="20">
                  <c:v>24349</c:v>
                </c:pt>
                <c:pt idx="21">
                  <c:v>23280</c:v>
                </c:pt>
                <c:pt idx="22">
                  <c:v>21810</c:v>
                </c:pt>
                <c:pt idx="23">
                  <c:v>20391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8D4-4285-BBEE-A4DDD0A1C5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9266992"/>
        <c:axId val="539265552"/>
      </c:lineChart>
      <c:catAx>
        <c:axId val="539266992"/>
        <c:scaling>
          <c:orientation val="minMax"/>
        </c:scaling>
        <c:delete val="1"/>
        <c:axPos val="b"/>
        <c:majorTickMark val="none"/>
        <c:minorTickMark val="none"/>
        <c:tickLblPos val="nextTo"/>
        <c:crossAx val="539265552"/>
        <c:crosses val="autoZero"/>
        <c:auto val="1"/>
        <c:lblAlgn val="ctr"/>
        <c:lblOffset val="100"/>
        <c:noMultiLvlLbl val="0"/>
      </c:catAx>
      <c:valAx>
        <c:axId val="539265552"/>
        <c:scaling>
          <c:orientation val="minMax"/>
          <c:max val="27000"/>
          <c:min val="8000"/>
        </c:scaling>
        <c:delete val="1"/>
        <c:axPos val="l"/>
        <c:numFmt formatCode="General" sourceLinked="1"/>
        <c:majorTickMark val="none"/>
        <c:minorTickMark val="none"/>
        <c:tickLblPos val="nextTo"/>
        <c:crossAx val="539266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555555555555558E-3"/>
          <c:y val="5.8796296296296298E-2"/>
          <c:w val="0.9916666666666667"/>
          <c:h val="0.91805555555555551"/>
        </c:manualLayout>
      </c:layout>
      <c:areaChart>
        <c:grouping val="stacked"/>
        <c:varyColors val="0"/>
        <c:ser>
          <c:idx val="0"/>
          <c:order val="0"/>
          <c:tx>
            <c:strRef>
              <c:f>congestion_management!$C$1</c:f>
              <c:strCache>
                <c:ptCount val="1"/>
                <c:pt idx="0">
                  <c:v>Supply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congestion_management!$C$2:$C$49</c:f>
              <c:numCache>
                <c:formatCode>General</c:formatCode>
                <c:ptCount val="48"/>
                <c:pt idx="0">
                  <c:v>22915</c:v>
                </c:pt>
                <c:pt idx="1">
                  <c:v>23152</c:v>
                </c:pt>
                <c:pt idx="2">
                  <c:v>22550</c:v>
                </c:pt>
                <c:pt idx="3">
                  <c:v>21670</c:v>
                </c:pt>
                <c:pt idx="4">
                  <c:v>20860</c:v>
                </c:pt>
                <c:pt idx="5">
                  <c:v>20288</c:v>
                </c:pt>
                <c:pt idx="6">
                  <c:v>19428</c:v>
                </c:pt>
                <c:pt idx="7">
                  <c:v>18796</c:v>
                </c:pt>
                <c:pt idx="8">
                  <c:v>18333</c:v>
                </c:pt>
                <c:pt idx="9">
                  <c:v>18188</c:v>
                </c:pt>
                <c:pt idx="10">
                  <c:v>18223</c:v>
                </c:pt>
                <c:pt idx="11">
                  <c:v>18351</c:v>
                </c:pt>
                <c:pt idx="12">
                  <c:v>19142</c:v>
                </c:pt>
                <c:pt idx="13">
                  <c:v>19842</c:v>
                </c:pt>
                <c:pt idx="14">
                  <c:v>21355</c:v>
                </c:pt>
                <c:pt idx="15">
                  <c:v>22602</c:v>
                </c:pt>
                <c:pt idx="16">
                  <c:v>24565</c:v>
                </c:pt>
                <c:pt idx="17">
                  <c:v>25000</c:v>
                </c:pt>
                <c:pt idx="18">
                  <c:v>25000</c:v>
                </c:pt>
                <c:pt idx="19">
                  <c:v>25000</c:v>
                </c:pt>
                <c:pt idx="20">
                  <c:v>25000</c:v>
                </c:pt>
                <c:pt idx="21">
                  <c:v>25000</c:v>
                </c:pt>
                <c:pt idx="22">
                  <c:v>25000</c:v>
                </c:pt>
                <c:pt idx="23">
                  <c:v>25000</c:v>
                </c:pt>
                <c:pt idx="24">
                  <c:v>25000</c:v>
                </c:pt>
                <c:pt idx="25">
                  <c:v>25000</c:v>
                </c:pt>
                <c:pt idx="26">
                  <c:v>25000</c:v>
                </c:pt>
                <c:pt idx="27">
                  <c:v>25000</c:v>
                </c:pt>
                <c:pt idx="28">
                  <c:v>25000</c:v>
                </c:pt>
                <c:pt idx="29">
                  <c:v>25000</c:v>
                </c:pt>
                <c:pt idx="30">
                  <c:v>25000</c:v>
                </c:pt>
                <c:pt idx="31">
                  <c:v>25000</c:v>
                </c:pt>
                <c:pt idx="32">
                  <c:v>25000</c:v>
                </c:pt>
                <c:pt idx="33">
                  <c:v>25000</c:v>
                </c:pt>
                <c:pt idx="34">
                  <c:v>25000</c:v>
                </c:pt>
                <c:pt idx="35">
                  <c:v>25000</c:v>
                </c:pt>
                <c:pt idx="36">
                  <c:v>25000</c:v>
                </c:pt>
                <c:pt idx="37">
                  <c:v>25000</c:v>
                </c:pt>
                <c:pt idx="38">
                  <c:v>25000</c:v>
                </c:pt>
                <c:pt idx="39">
                  <c:v>25000</c:v>
                </c:pt>
                <c:pt idx="40">
                  <c:v>25000</c:v>
                </c:pt>
                <c:pt idx="41">
                  <c:v>25000</c:v>
                </c:pt>
                <c:pt idx="42">
                  <c:v>25000</c:v>
                </c:pt>
                <c:pt idx="43">
                  <c:v>24830</c:v>
                </c:pt>
                <c:pt idx="44">
                  <c:v>23972</c:v>
                </c:pt>
                <c:pt idx="45">
                  <c:v>23345</c:v>
                </c:pt>
                <c:pt idx="46">
                  <c:v>22452</c:v>
                </c:pt>
                <c:pt idx="47">
                  <c:v>21775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44-4077-9D4D-F03C3718D20D}"/>
            </c:ext>
          </c:extLst>
        </c:ser>
        <c:ser>
          <c:idx val="1"/>
          <c:order val="1"/>
          <c:tx>
            <c:strRef>
              <c:f>congestion_management!$D$1</c:f>
              <c:strCache>
                <c:ptCount val="1"/>
                <c:pt idx="0">
                  <c:v>Shaving</c:v>
                </c:pt>
              </c:strCache>
            </c:strRef>
          </c:tx>
          <c:spPr>
            <a:solidFill>
              <a:srgbClr val="156082"/>
            </a:solidFill>
            <a:ln>
              <a:noFill/>
            </a:ln>
            <a:effectLst/>
          </c:spPr>
          <c:val>
            <c:numRef>
              <c:f>congestion_management!$D$2:$D$49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1266</c:v>
                </c:pt>
                <c:pt idx="18">
                  <c:v>2949</c:v>
                </c:pt>
                <c:pt idx="19">
                  <c:v>3948</c:v>
                </c:pt>
                <c:pt idx="20">
                  <c:v>5078</c:v>
                </c:pt>
                <c:pt idx="21">
                  <c:v>5652</c:v>
                </c:pt>
                <c:pt idx="22">
                  <c:v>6352</c:v>
                </c:pt>
                <c:pt idx="23">
                  <c:v>7291</c:v>
                </c:pt>
                <c:pt idx="24">
                  <c:v>8436</c:v>
                </c:pt>
                <c:pt idx="25">
                  <c:v>9189</c:v>
                </c:pt>
                <c:pt idx="26">
                  <c:v>9401</c:v>
                </c:pt>
                <c:pt idx="27">
                  <c:v>9063</c:v>
                </c:pt>
                <c:pt idx="28">
                  <c:v>8487</c:v>
                </c:pt>
                <c:pt idx="29">
                  <c:v>7548</c:v>
                </c:pt>
                <c:pt idx="30">
                  <c:v>6795</c:v>
                </c:pt>
                <c:pt idx="31">
                  <c:v>6064</c:v>
                </c:pt>
                <c:pt idx="32">
                  <c:v>5810</c:v>
                </c:pt>
                <c:pt idx="33">
                  <c:v>5214</c:v>
                </c:pt>
                <c:pt idx="34">
                  <c:v>4478</c:v>
                </c:pt>
                <c:pt idx="35">
                  <c:v>3690</c:v>
                </c:pt>
                <c:pt idx="36">
                  <c:v>3077</c:v>
                </c:pt>
                <c:pt idx="37">
                  <c:v>2591</c:v>
                </c:pt>
                <c:pt idx="38">
                  <c:v>2114</c:v>
                </c:pt>
                <c:pt idx="39">
                  <c:v>1613</c:v>
                </c:pt>
                <c:pt idx="40">
                  <c:v>1279</c:v>
                </c:pt>
                <c:pt idx="41">
                  <c:v>1028</c:v>
                </c:pt>
                <c:pt idx="42">
                  <c:v>500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44-4077-9D4D-F03C3718D2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4227071"/>
        <c:axId val="57032127"/>
      </c:areaChart>
      <c:catAx>
        <c:axId val="1254227071"/>
        <c:scaling>
          <c:orientation val="minMax"/>
        </c:scaling>
        <c:delete val="1"/>
        <c:axPos val="b"/>
        <c:majorTickMark val="out"/>
        <c:minorTickMark val="none"/>
        <c:tickLblPos val="nextTo"/>
        <c:crossAx val="57032127"/>
        <c:crosses val="autoZero"/>
        <c:auto val="1"/>
        <c:lblAlgn val="ctr"/>
        <c:lblOffset val="100"/>
        <c:noMultiLvlLbl val="0"/>
      </c:catAx>
      <c:valAx>
        <c:axId val="57032127"/>
        <c:scaling>
          <c:orientation val="minMax"/>
          <c:max val="35000"/>
        </c:scaling>
        <c:delete val="1"/>
        <c:axPos val="l"/>
        <c:numFmt formatCode="General" sourceLinked="1"/>
        <c:majorTickMark val="none"/>
        <c:minorTickMark val="none"/>
        <c:tickLblPos val="nextTo"/>
        <c:crossAx val="12542270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areaChart>
        <c:grouping val="stacked"/>
        <c:varyColors val="0"/>
        <c:ser>
          <c:idx val="0"/>
          <c:order val="0"/>
          <c:tx>
            <c:strRef>
              <c:f>power_balancing!$B$1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val>
            <c:numRef>
              <c:f>power_balancing!$B$2:$B$577</c:f>
              <c:numCache>
                <c:formatCode>General</c:formatCode>
                <c:ptCount val="576"/>
                <c:pt idx="0">
                  <c:v>4117</c:v>
                </c:pt>
                <c:pt idx="1">
                  <c:v>4281</c:v>
                </c:pt>
                <c:pt idx="2">
                  <c:v>4239</c:v>
                </c:pt>
                <c:pt idx="3">
                  <c:v>4259</c:v>
                </c:pt>
                <c:pt idx="4">
                  <c:v>4443</c:v>
                </c:pt>
                <c:pt idx="5">
                  <c:v>4702</c:v>
                </c:pt>
                <c:pt idx="6">
                  <c:v>4873</c:v>
                </c:pt>
                <c:pt idx="7">
                  <c:v>5018</c:v>
                </c:pt>
                <c:pt idx="8">
                  <c:v>5485</c:v>
                </c:pt>
                <c:pt idx="9">
                  <c:v>5216</c:v>
                </c:pt>
                <c:pt idx="10">
                  <c:v>5507</c:v>
                </c:pt>
                <c:pt idx="11">
                  <c:v>6078</c:v>
                </c:pt>
                <c:pt idx="12">
                  <c:v>6384</c:v>
                </c:pt>
                <c:pt idx="13">
                  <c:v>6525</c:v>
                </c:pt>
                <c:pt idx="14">
                  <c:v>6743</c:v>
                </c:pt>
                <c:pt idx="15">
                  <c:v>6784</c:v>
                </c:pt>
                <c:pt idx="16">
                  <c:v>6701</c:v>
                </c:pt>
                <c:pt idx="17">
                  <c:v>6956</c:v>
                </c:pt>
                <c:pt idx="18">
                  <c:v>7028</c:v>
                </c:pt>
                <c:pt idx="19">
                  <c:v>6841</c:v>
                </c:pt>
                <c:pt idx="20">
                  <c:v>7071</c:v>
                </c:pt>
                <c:pt idx="21">
                  <c:v>7022</c:v>
                </c:pt>
                <c:pt idx="22">
                  <c:v>7440</c:v>
                </c:pt>
                <c:pt idx="23">
                  <c:v>8042</c:v>
                </c:pt>
                <c:pt idx="24">
                  <c:v>8210</c:v>
                </c:pt>
                <c:pt idx="25">
                  <c:v>8484</c:v>
                </c:pt>
                <c:pt idx="26">
                  <c:v>8991</c:v>
                </c:pt>
                <c:pt idx="27">
                  <c:v>9232</c:v>
                </c:pt>
                <c:pt idx="28">
                  <c:v>9270</c:v>
                </c:pt>
                <c:pt idx="29">
                  <c:v>9479</c:v>
                </c:pt>
                <c:pt idx="30">
                  <c:v>9654</c:v>
                </c:pt>
                <c:pt idx="31">
                  <c:v>10065</c:v>
                </c:pt>
                <c:pt idx="32">
                  <c:v>10151</c:v>
                </c:pt>
                <c:pt idx="33">
                  <c:v>10123</c:v>
                </c:pt>
                <c:pt idx="34">
                  <c:v>9943</c:v>
                </c:pt>
                <c:pt idx="35">
                  <c:v>9949</c:v>
                </c:pt>
                <c:pt idx="36">
                  <c:v>10196</c:v>
                </c:pt>
                <c:pt idx="37">
                  <c:v>10607</c:v>
                </c:pt>
                <c:pt idx="38">
                  <c:v>10593</c:v>
                </c:pt>
                <c:pt idx="39">
                  <c:v>10486</c:v>
                </c:pt>
                <c:pt idx="40">
                  <c:v>10580</c:v>
                </c:pt>
                <c:pt idx="41">
                  <c:v>10654</c:v>
                </c:pt>
                <c:pt idx="42">
                  <c:v>10384</c:v>
                </c:pt>
                <c:pt idx="43">
                  <c:v>10604</c:v>
                </c:pt>
                <c:pt idx="44">
                  <c:v>10364</c:v>
                </c:pt>
                <c:pt idx="45">
                  <c:v>10386</c:v>
                </c:pt>
                <c:pt idx="46">
                  <c:v>10345</c:v>
                </c:pt>
                <c:pt idx="47">
                  <c:v>10397</c:v>
                </c:pt>
                <c:pt idx="48">
                  <c:v>10336</c:v>
                </c:pt>
                <c:pt idx="49">
                  <c:v>10320</c:v>
                </c:pt>
                <c:pt idx="50">
                  <c:v>10088</c:v>
                </c:pt>
                <c:pt idx="51">
                  <c:v>9944</c:v>
                </c:pt>
                <c:pt idx="52">
                  <c:v>9787</c:v>
                </c:pt>
                <c:pt idx="53">
                  <c:v>9750</c:v>
                </c:pt>
                <c:pt idx="54">
                  <c:v>9724</c:v>
                </c:pt>
                <c:pt idx="55">
                  <c:v>9819</c:v>
                </c:pt>
                <c:pt idx="56">
                  <c:v>9847</c:v>
                </c:pt>
                <c:pt idx="57">
                  <c:v>9774</c:v>
                </c:pt>
                <c:pt idx="58">
                  <c:v>9654</c:v>
                </c:pt>
                <c:pt idx="59">
                  <c:v>9497</c:v>
                </c:pt>
                <c:pt idx="60">
                  <c:v>9595</c:v>
                </c:pt>
                <c:pt idx="61">
                  <c:v>10020</c:v>
                </c:pt>
                <c:pt idx="62">
                  <c:v>9981</c:v>
                </c:pt>
                <c:pt idx="63">
                  <c:v>9983</c:v>
                </c:pt>
                <c:pt idx="64">
                  <c:v>9933</c:v>
                </c:pt>
                <c:pt idx="65">
                  <c:v>9951</c:v>
                </c:pt>
                <c:pt idx="66">
                  <c:v>9669</c:v>
                </c:pt>
                <c:pt idx="67">
                  <c:v>9222</c:v>
                </c:pt>
                <c:pt idx="68">
                  <c:v>8769</c:v>
                </c:pt>
                <c:pt idx="69">
                  <c:v>8696</c:v>
                </c:pt>
                <c:pt idx="70">
                  <c:v>8609</c:v>
                </c:pt>
                <c:pt idx="71">
                  <c:v>8617</c:v>
                </c:pt>
                <c:pt idx="72">
                  <c:v>8485</c:v>
                </c:pt>
                <c:pt idx="73">
                  <c:v>8205</c:v>
                </c:pt>
                <c:pt idx="74">
                  <c:v>8452</c:v>
                </c:pt>
                <c:pt idx="75">
                  <c:v>8575</c:v>
                </c:pt>
                <c:pt idx="76">
                  <c:v>8578</c:v>
                </c:pt>
                <c:pt idx="77">
                  <c:v>8497</c:v>
                </c:pt>
                <c:pt idx="78">
                  <c:v>8278</c:v>
                </c:pt>
                <c:pt idx="79">
                  <c:v>8221</c:v>
                </c:pt>
                <c:pt idx="80">
                  <c:v>7988</c:v>
                </c:pt>
                <c:pt idx="81">
                  <c:v>7513</c:v>
                </c:pt>
                <c:pt idx="82">
                  <c:v>7358</c:v>
                </c:pt>
                <c:pt idx="83">
                  <c:v>6651</c:v>
                </c:pt>
                <c:pt idx="84">
                  <c:v>6286</c:v>
                </c:pt>
                <c:pt idx="85">
                  <c:v>6097</c:v>
                </c:pt>
                <c:pt idx="86">
                  <c:v>5748</c:v>
                </c:pt>
                <c:pt idx="87">
                  <c:v>5569</c:v>
                </c:pt>
                <c:pt idx="88">
                  <c:v>5663</c:v>
                </c:pt>
                <c:pt idx="89">
                  <c:v>5443</c:v>
                </c:pt>
                <c:pt idx="90">
                  <c:v>5134</c:v>
                </c:pt>
                <c:pt idx="91">
                  <c:v>4911</c:v>
                </c:pt>
                <c:pt idx="92">
                  <c:v>4817</c:v>
                </c:pt>
                <c:pt idx="93">
                  <c:v>4521</c:v>
                </c:pt>
                <c:pt idx="94">
                  <c:v>3855</c:v>
                </c:pt>
                <c:pt idx="95">
                  <c:v>3445</c:v>
                </c:pt>
                <c:pt idx="96">
                  <c:v>3187</c:v>
                </c:pt>
                <c:pt idx="97">
                  <c:v>3001</c:v>
                </c:pt>
                <c:pt idx="98">
                  <c:v>2905</c:v>
                </c:pt>
                <c:pt idx="99">
                  <c:v>2686</c:v>
                </c:pt>
                <c:pt idx="100">
                  <c:v>2561</c:v>
                </c:pt>
                <c:pt idx="101">
                  <c:v>2505</c:v>
                </c:pt>
                <c:pt idx="102">
                  <c:v>2436</c:v>
                </c:pt>
                <c:pt idx="103">
                  <c:v>2392</c:v>
                </c:pt>
                <c:pt idx="104">
                  <c:v>2511</c:v>
                </c:pt>
                <c:pt idx="105">
                  <c:v>2353</c:v>
                </c:pt>
                <c:pt idx="106">
                  <c:v>2305</c:v>
                </c:pt>
                <c:pt idx="107">
                  <c:v>2335</c:v>
                </c:pt>
                <c:pt idx="108">
                  <c:v>2323</c:v>
                </c:pt>
                <c:pt idx="109">
                  <c:v>2378</c:v>
                </c:pt>
                <c:pt idx="110">
                  <c:v>2355</c:v>
                </c:pt>
                <c:pt idx="111">
                  <c:v>2461</c:v>
                </c:pt>
                <c:pt idx="112">
                  <c:v>2618</c:v>
                </c:pt>
                <c:pt idx="113">
                  <c:v>2492</c:v>
                </c:pt>
                <c:pt idx="114">
                  <c:v>2429</c:v>
                </c:pt>
                <c:pt idx="115">
                  <c:v>2501</c:v>
                </c:pt>
                <c:pt idx="116">
                  <c:v>2573</c:v>
                </c:pt>
                <c:pt idx="117">
                  <c:v>2655</c:v>
                </c:pt>
                <c:pt idx="118">
                  <c:v>2690</c:v>
                </c:pt>
                <c:pt idx="119">
                  <c:v>2910</c:v>
                </c:pt>
                <c:pt idx="120">
                  <c:v>3071</c:v>
                </c:pt>
                <c:pt idx="121">
                  <c:v>2941</c:v>
                </c:pt>
                <c:pt idx="122">
                  <c:v>2698</c:v>
                </c:pt>
                <c:pt idx="123">
                  <c:v>2600</c:v>
                </c:pt>
                <c:pt idx="124">
                  <c:v>2549</c:v>
                </c:pt>
                <c:pt idx="125">
                  <c:v>2402</c:v>
                </c:pt>
                <c:pt idx="126">
                  <c:v>2494</c:v>
                </c:pt>
                <c:pt idx="127">
                  <c:v>2434</c:v>
                </c:pt>
                <c:pt idx="128">
                  <c:v>2488</c:v>
                </c:pt>
                <c:pt idx="129">
                  <c:v>2517</c:v>
                </c:pt>
                <c:pt idx="130">
                  <c:v>2534</c:v>
                </c:pt>
                <c:pt idx="131">
                  <c:v>2390</c:v>
                </c:pt>
                <c:pt idx="132">
                  <c:v>2327</c:v>
                </c:pt>
                <c:pt idx="133">
                  <c:v>2423</c:v>
                </c:pt>
                <c:pt idx="134">
                  <c:v>2400</c:v>
                </c:pt>
                <c:pt idx="135">
                  <c:v>2421</c:v>
                </c:pt>
                <c:pt idx="136">
                  <c:v>2376</c:v>
                </c:pt>
                <c:pt idx="137">
                  <c:v>2442</c:v>
                </c:pt>
                <c:pt idx="138">
                  <c:v>2383</c:v>
                </c:pt>
                <c:pt idx="139">
                  <c:v>2321</c:v>
                </c:pt>
                <c:pt idx="140">
                  <c:v>2227</c:v>
                </c:pt>
                <c:pt idx="141">
                  <c:v>2174</c:v>
                </c:pt>
                <c:pt idx="142">
                  <c:v>1976</c:v>
                </c:pt>
                <c:pt idx="143">
                  <c:v>1913</c:v>
                </c:pt>
                <c:pt idx="144">
                  <c:v>1977</c:v>
                </c:pt>
                <c:pt idx="145">
                  <c:v>1824</c:v>
                </c:pt>
                <c:pt idx="146">
                  <c:v>1856</c:v>
                </c:pt>
                <c:pt idx="147">
                  <c:v>1737</c:v>
                </c:pt>
                <c:pt idx="148">
                  <c:v>1672</c:v>
                </c:pt>
                <c:pt idx="149">
                  <c:v>1541</c:v>
                </c:pt>
                <c:pt idx="150">
                  <c:v>1218</c:v>
                </c:pt>
                <c:pt idx="151">
                  <c:v>1049</c:v>
                </c:pt>
                <c:pt idx="152">
                  <c:v>957</c:v>
                </c:pt>
                <c:pt idx="153">
                  <c:v>903</c:v>
                </c:pt>
                <c:pt idx="154">
                  <c:v>873</c:v>
                </c:pt>
                <c:pt idx="155">
                  <c:v>838</c:v>
                </c:pt>
                <c:pt idx="156">
                  <c:v>801</c:v>
                </c:pt>
                <c:pt idx="157">
                  <c:v>734</c:v>
                </c:pt>
                <c:pt idx="158">
                  <c:v>715</c:v>
                </c:pt>
                <c:pt idx="159">
                  <c:v>677</c:v>
                </c:pt>
                <c:pt idx="160">
                  <c:v>662</c:v>
                </c:pt>
                <c:pt idx="161">
                  <c:v>631</c:v>
                </c:pt>
                <c:pt idx="162">
                  <c:v>699</c:v>
                </c:pt>
                <c:pt idx="163">
                  <c:v>746</c:v>
                </c:pt>
                <c:pt idx="164">
                  <c:v>716</c:v>
                </c:pt>
                <c:pt idx="165">
                  <c:v>609</c:v>
                </c:pt>
                <c:pt idx="166">
                  <c:v>623</c:v>
                </c:pt>
                <c:pt idx="167">
                  <c:v>676</c:v>
                </c:pt>
                <c:pt idx="168">
                  <c:v>712</c:v>
                </c:pt>
                <c:pt idx="169">
                  <c:v>769</c:v>
                </c:pt>
                <c:pt idx="170">
                  <c:v>785</c:v>
                </c:pt>
                <c:pt idx="171">
                  <c:v>742</c:v>
                </c:pt>
                <c:pt idx="172">
                  <c:v>641</c:v>
                </c:pt>
                <c:pt idx="173">
                  <c:v>748</c:v>
                </c:pt>
                <c:pt idx="174">
                  <c:v>810</c:v>
                </c:pt>
                <c:pt idx="175">
                  <c:v>959</c:v>
                </c:pt>
                <c:pt idx="176">
                  <c:v>1140</c:v>
                </c:pt>
                <c:pt idx="177">
                  <c:v>1312</c:v>
                </c:pt>
                <c:pt idx="178">
                  <c:v>1500</c:v>
                </c:pt>
                <c:pt idx="179">
                  <c:v>1747</c:v>
                </c:pt>
                <c:pt idx="180">
                  <c:v>1965</c:v>
                </c:pt>
                <c:pt idx="181">
                  <c:v>1991</c:v>
                </c:pt>
                <c:pt idx="182">
                  <c:v>1965</c:v>
                </c:pt>
                <c:pt idx="183">
                  <c:v>2029</c:v>
                </c:pt>
                <c:pt idx="184">
                  <c:v>2052</c:v>
                </c:pt>
                <c:pt idx="185">
                  <c:v>2050</c:v>
                </c:pt>
                <c:pt idx="186">
                  <c:v>1948</c:v>
                </c:pt>
                <c:pt idx="187">
                  <c:v>1835</c:v>
                </c:pt>
                <c:pt idx="188">
                  <c:v>1842</c:v>
                </c:pt>
                <c:pt idx="189">
                  <c:v>1860</c:v>
                </c:pt>
                <c:pt idx="190">
                  <c:v>1900</c:v>
                </c:pt>
                <c:pt idx="191">
                  <c:v>1843</c:v>
                </c:pt>
                <c:pt idx="192">
                  <c:v>1748</c:v>
                </c:pt>
                <c:pt idx="193">
                  <c:v>1783</c:v>
                </c:pt>
                <c:pt idx="194">
                  <c:v>1852</c:v>
                </c:pt>
                <c:pt idx="195">
                  <c:v>1887</c:v>
                </c:pt>
                <c:pt idx="196">
                  <c:v>1942</c:v>
                </c:pt>
                <c:pt idx="197">
                  <c:v>1843</c:v>
                </c:pt>
                <c:pt idx="198">
                  <c:v>1662</c:v>
                </c:pt>
                <c:pt idx="199">
                  <c:v>1616</c:v>
                </c:pt>
                <c:pt idx="200">
                  <c:v>1545</c:v>
                </c:pt>
                <c:pt idx="201">
                  <c:v>1546</c:v>
                </c:pt>
                <c:pt idx="202">
                  <c:v>1478</c:v>
                </c:pt>
                <c:pt idx="203">
                  <c:v>1416</c:v>
                </c:pt>
                <c:pt idx="204">
                  <c:v>1481</c:v>
                </c:pt>
                <c:pt idx="205">
                  <c:v>1584</c:v>
                </c:pt>
                <c:pt idx="206">
                  <c:v>1682</c:v>
                </c:pt>
                <c:pt idx="207">
                  <c:v>1704</c:v>
                </c:pt>
                <c:pt idx="208">
                  <c:v>1764</c:v>
                </c:pt>
                <c:pt idx="209">
                  <c:v>1736</c:v>
                </c:pt>
                <c:pt idx="210">
                  <c:v>1613</c:v>
                </c:pt>
                <c:pt idx="211">
                  <c:v>1518</c:v>
                </c:pt>
                <c:pt idx="212">
                  <c:v>1543</c:v>
                </c:pt>
                <c:pt idx="213">
                  <c:v>1506</c:v>
                </c:pt>
                <c:pt idx="214">
                  <c:v>1389</c:v>
                </c:pt>
                <c:pt idx="215">
                  <c:v>1284</c:v>
                </c:pt>
                <c:pt idx="216">
                  <c:v>1196</c:v>
                </c:pt>
                <c:pt idx="217">
                  <c:v>1156</c:v>
                </c:pt>
                <c:pt idx="218">
                  <c:v>1044</c:v>
                </c:pt>
                <c:pt idx="219">
                  <c:v>917</c:v>
                </c:pt>
                <c:pt idx="220">
                  <c:v>951</c:v>
                </c:pt>
                <c:pt idx="221">
                  <c:v>964</c:v>
                </c:pt>
                <c:pt idx="222">
                  <c:v>972</c:v>
                </c:pt>
                <c:pt idx="223">
                  <c:v>998</c:v>
                </c:pt>
                <c:pt idx="224">
                  <c:v>1110</c:v>
                </c:pt>
                <c:pt idx="225">
                  <c:v>1136</c:v>
                </c:pt>
                <c:pt idx="226">
                  <c:v>1167</c:v>
                </c:pt>
                <c:pt idx="227">
                  <c:v>1114</c:v>
                </c:pt>
                <c:pt idx="228">
                  <c:v>1094</c:v>
                </c:pt>
                <c:pt idx="229">
                  <c:v>1102</c:v>
                </c:pt>
                <c:pt idx="230">
                  <c:v>1115</c:v>
                </c:pt>
                <c:pt idx="231">
                  <c:v>1081</c:v>
                </c:pt>
                <c:pt idx="232">
                  <c:v>1045</c:v>
                </c:pt>
                <c:pt idx="233">
                  <c:v>1014</c:v>
                </c:pt>
                <c:pt idx="234">
                  <c:v>908</c:v>
                </c:pt>
                <c:pt idx="235">
                  <c:v>871</c:v>
                </c:pt>
                <c:pt idx="236">
                  <c:v>897</c:v>
                </c:pt>
                <c:pt idx="237">
                  <c:v>803</c:v>
                </c:pt>
                <c:pt idx="238">
                  <c:v>760</c:v>
                </c:pt>
                <c:pt idx="239">
                  <c:v>770</c:v>
                </c:pt>
                <c:pt idx="240">
                  <c:v>826</c:v>
                </c:pt>
                <c:pt idx="241">
                  <c:v>855</c:v>
                </c:pt>
                <c:pt idx="242">
                  <c:v>818</c:v>
                </c:pt>
                <c:pt idx="243">
                  <c:v>742</c:v>
                </c:pt>
                <c:pt idx="244">
                  <c:v>710</c:v>
                </c:pt>
                <c:pt idx="245">
                  <c:v>660</c:v>
                </c:pt>
                <c:pt idx="246">
                  <c:v>674</c:v>
                </c:pt>
                <c:pt idx="247">
                  <c:v>708</c:v>
                </c:pt>
                <c:pt idx="248">
                  <c:v>744</c:v>
                </c:pt>
                <c:pt idx="249">
                  <c:v>829</c:v>
                </c:pt>
                <c:pt idx="250">
                  <c:v>937</c:v>
                </c:pt>
                <c:pt idx="251">
                  <c:v>1080</c:v>
                </c:pt>
                <c:pt idx="252">
                  <c:v>1052</c:v>
                </c:pt>
                <c:pt idx="253">
                  <c:v>1026</c:v>
                </c:pt>
                <c:pt idx="254">
                  <c:v>973</c:v>
                </c:pt>
                <c:pt idx="255">
                  <c:v>955</c:v>
                </c:pt>
                <c:pt idx="256">
                  <c:v>967</c:v>
                </c:pt>
                <c:pt idx="257">
                  <c:v>1045</c:v>
                </c:pt>
                <c:pt idx="258">
                  <c:v>1200</c:v>
                </c:pt>
                <c:pt idx="259">
                  <c:v>1358</c:v>
                </c:pt>
                <c:pt idx="260">
                  <c:v>1356</c:v>
                </c:pt>
                <c:pt idx="261">
                  <c:v>1358</c:v>
                </c:pt>
                <c:pt idx="262">
                  <c:v>1418</c:v>
                </c:pt>
                <c:pt idx="263">
                  <c:v>1499</c:v>
                </c:pt>
                <c:pt idx="264">
                  <c:v>1644</c:v>
                </c:pt>
                <c:pt idx="265">
                  <c:v>1841</c:v>
                </c:pt>
                <c:pt idx="266">
                  <c:v>1877</c:v>
                </c:pt>
                <c:pt idx="267">
                  <c:v>2000</c:v>
                </c:pt>
                <c:pt idx="268">
                  <c:v>2062</c:v>
                </c:pt>
                <c:pt idx="269">
                  <c:v>2225</c:v>
                </c:pt>
                <c:pt idx="270">
                  <c:v>2297</c:v>
                </c:pt>
                <c:pt idx="271">
                  <c:v>2395</c:v>
                </c:pt>
                <c:pt idx="272">
                  <c:v>2763</c:v>
                </c:pt>
                <c:pt idx="273">
                  <c:v>2960</c:v>
                </c:pt>
                <c:pt idx="274">
                  <c:v>3077</c:v>
                </c:pt>
                <c:pt idx="275">
                  <c:v>2841</c:v>
                </c:pt>
                <c:pt idx="276">
                  <c:v>2682</c:v>
                </c:pt>
                <c:pt idx="277">
                  <c:v>2586</c:v>
                </c:pt>
                <c:pt idx="278">
                  <c:v>2659</c:v>
                </c:pt>
                <c:pt idx="279">
                  <c:v>3003</c:v>
                </c:pt>
                <c:pt idx="280">
                  <c:v>3044</c:v>
                </c:pt>
                <c:pt idx="281">
                  <c:v>3063</c:v>
                </c:pt>
                <c:pt idx="282">
                  <c:v>3191</c:v>
                </c:pt>
                <c:pt idx="283">
                  <c:v>3317</c:v>
                </c:pt>
                <c:pt idx="284">
                  <c:v>3238</c:v>
                </c:pt>
                <c:pt idx="285">
                  <c:v>3142</c:v>
                </c:pt>
                <c:pt idx="286">
                  <c:v>3037</c:v>
                </c:pt>
                <c:pt idx="287">
                  <c:v>2902</c:v>
                </c:pt>
                <c:pt idx="288">
                  <c:v>2821</c:v>
                </c:pt>
                <c:pt idx="289">
                  <c:v>2812</c:v>
                </c:pt>
                <c:pt idx="290">
                  <c:v>2692</c:v>
                </c:pt>
                <c:pt idx="291">
                  <c:v>2503</c:v>
                </c:pt>
                <c:pt idx="292">
                  <c:v>2308</c:v>
                </c:pt>
                <c:pt idx="293">
                  <c:v>2107</c:v>
                </c:pt>
                <c:pt idx="294">
                  <c:v>2053</c:v>
                </c:pt>
                <c:pt idx="295">
                  <c:v>1908</c:v>
                </c:pt>
                <c:pt idx="296">
                  <c:v>1788</c:v>
                </c:pt>
                <c:pt idx="297">
                  <c:v>1677</c:v>
                </c:pt>
                <c:pt idx="298">
                  <c:v>1569</c:v>
                </c:pt>
                <c:pt idx="299">
                  <c:v>1647</c:v>
                </c:pt>
                <c:pt idx="300">
                  <c:v>1613</c:v>
                </c:pt>
                <c:pt idx="301">
                  <c:v>1509</c:v>
                </c:pt>
                <c:pt idx="302">
                  <c:v>1475</c:v>
                </c:pt>
                <c:pt idx="303">
                  <c:v>1412</c:v>
                </c:pt>
                <c:pt idx="304">
                  <c:v>1557</c:v>
                </c:pt>
                <c:pt idx="305">
                  <c:v>1522</c:v>
                </c:pt>
                <c:pt idx="306">
                  <c:v>1431</c:v>
                </c:pt>
                <c:pt idx="307">
                  <c:v>1367</c:v>
                </c:pt>
                <c:pt idx="308">
                  <c:v>1356</c:v>
                </c:pt>
                <c:pt idx="309">
                  <c:v>1279</c:v>
                </c:pt>
                <c:pt idx="310">
                  <c:v>1286</c:v>
                </c:pt>
                <c:pt idx="311">
                  <c:v>1242</c:v>
                </c:pt>
                <c:pt idx="312">
                  <c:v>1184</c:v>
                </c:pt>
                <c:pt idx="313">
                  <c:v>1142</c:v>
                </c:pt>
                <c:pt idx="314">
                  <c:v>1151</c:v>
                </c:pt>
                <c:pt idx="315">
                  <c:v>1193</c:v>
                </c:pt>
                <c:pt idx="316">
                  <c:v>1258</c:v>
                </c:pt>
                <c:pt idx="317">
                  <c:v>1243</c:v>
                </c:pt>
                <c:pt idx="318">
                  <c:v>1218</c:v>
                </c:pt>
                <c:pt idx="319">
                  <c:v>1300</c:v>
                </c:pt>
                <c:pt idx="320">
                  <c:v>1323</c:v>
                </c:pt>
                <c:pt idx="321">
                  <c:v>1307</c:v>
                </c:pt>
                <c:pt idx="322">
                  <c:v>1369</c:v>
                </c:pt>
                <c:pt idx="323">
                  <c:v>1360</c:v>
                </c:pt>
                <c:pt idx="324">
                  <c:v>1300</c:v>
                </c:pt>
                <c:pt idx="325">
                  <c:v>1354</c:v>
                </c:pt>
                <c:pt idx="326">
                  <c:v>1369</c:v>
                </c:pt>
                <c:pt idx="327">
                  <c:v>1230</c:v>
                </c:pt>
                <c:pt idx="328">
                  <c:v>1114</c:v>
                </c:pt>
                <c:pt idx="329">
                  <c:v>1087</c:v>
                </c:pt>
                <c:pt idx="330">
                  <c:v>1112</c:v>
                </c:pt>
                <c:pt idx="331">
                  <c:v>1029</c:v>
                </c:pt>
                <c:pt idx="332">
                  <c:v>988</c:v>
                </c:pt>
                <c:pt idx="333">
                  <c:v>967</c:v>
                </c:pt>
                <c:pt idx="334">
                  <c:v>946</c:v>
                </c:pt>
                <c:pt idx="335">
                  <c:v>865</c:v>
                </c:pt>
                <c:pt idx="336">
                  <c:v>826</c:v>
                </c:pt>
                <c:pt idx="337">
                  <c:v>754</c:v>
                </c:pt>
                <c:pt idx="338">
                  <c:v>743</c:v>
                </c:pt>
                <c:pt idx="339">
                  <c:v>746</c:v>
                </c:pt>
                <c:pt idx="340">
                  <c:v>752</c:v>
                </c:pt>
                <c:pt idx="341">
                  <c:v>740</c:v>
                </c:pt>
                <c:pt idx="342">
                  <c:v>718</c:v>
                </c:pt>
                <c:pt idx="343">
                  <c:v>693</c:v>
                </c:pt>
                <c:pt idx="344">
                  <c:v>680</c:v>
                </c:pt>
                <c:pt idx="345">
                  <c:v>647</c:v>
                </c:pt>
                <c:pt idx="346">
                  <c:v>655</c:v>
                </c:pt>
                <c:pt idx="347">
                  <c:v>686</c:v>
                </c:pt>
                <c:pt idx="348">
                  <c:v>684</c:v>
                </c:pt>
                <c:pt idx="349">
                  <c:v>748</c:v>
                </c:pt>
                <c:pt idx="350">
                  <c:v>774</c:v>
                </c:pt>
                <c:pt idx="351">
                  <c:v>765</c:v>
                </c:pt>
                <c:pt idx="352">
                  <c:v>858</c:v>
                </c:pt>
                <c:pt idx="353">
                  <c:v>971</c:v>
                </c:pt>
                <c:pt idx="354">
                  <c:v>1078</c:v>
                </c:pt>
                <c:pt idx="355">
                  <c:v>1078</c:v>
                </c:pt>
                <c:pt idx="356">
                  <c:v>971</c:v>
                </c:pt>
                <c:pt idx="357">
                  <c:v>845</c:v>
                </c:pt>
                <c:pt idx="358">
                  <c:v>795</c:v>
                </c:pt>
                <c:pt idx="359">
                  <c:v>747</c:v>
                </c:pt>
                <c:pt idx="360">
                  <c:v>698</c:v>
                </c:pt>
                <c:pt idx="361">
                  <c:v>753</c:v>
                </c:pt>
                <c:pt idx="362">
                  <c:v>768</c:v>
                </c:pt>
                <c:pt idx="363">
                  <c:v>712</c:v>
                </c:pt>
                <c:pt idx="364">
                  <c:v>710</c:v>
                </c:pt>
                <c:pt idx="365">
                  <c:v>728</c:v>
                </c:pt>
                <c:pt idx="366">
                  <c:v>756</c:v>
                </c:pt>
                <c:pt idx="367">
                  <c:v>884</c:v>
                </c:pt>
                <c:pt idx="368">
                  <c:v>1011</c:v>
                </c:pt>
                <c:pt idx="369">
                  <c:v>1097</c:v>
                </c:pt>
                <c:pt idx="370">
                  <c:v>1190</c:v>
                </c:pt>
                <c:pt idx="371">
                  <c:v>1159</c:v>
                </c:pt>
                <c:pt idx="372">
                  <c:v>1139</c:v>
                </c:pt>
                <c:pt idx="373">
                  <c:v>1260</c:v>
                </c:pt>
                <c:pt idx="374">
                  <c:v>1380</c:v>
                </c:pt>
                <c:pt idx="375">
                  <c:v>1501</c:v>
                </c:pt>
                <c:pt idx="376">
                  <c:v>1631</c:v>
                </c:pt>
                <c:pt idx="377">
                  <c:v>1761</c:v>
                </c:pt>
                <c:pt idx="378">
                  <c:v>1831</c:v>
                </c:pt>
                <c:pt idx="379">
                  <c:v>1807</c:v>
                </c:pt>
                <c:pt idx="380">
                  <c:v>1881</c:v>
                </c:pt>
                <c:pt idx="381">
                  <c:v>2039</c:v>
                </c:pt>
                <c:pt idx="382">
                  <c:v>2179</c:v>
                </c:pt>
                <c:pt idx="383">
                  <c:v>2264</c:v>
                </c:pt>
                <c:pt idx="384">
                  <c:v>2299</c:v>
                </c:pt>
                <c:pt idx="385">
                  <c:v>2279</c:v>
                </c:pt>
                <c:pt idx="386">
                  <c:v>2227</c:v>
                </c:pt>
                <c:pt idx="387">
                  <c:v>2164</c:v>
                </c:pt>
                <c:pt idx="388">
                  <c:v>2436</c:v>
                </c:pt>
                <c:pt idx="389">
                  <c:v>2742</c:v>
                </c:pt>
                <c:pt idx="390">
                  <c:v>2988</c:v>
                </c:pt>
                <c:pt idx="391">
                  <c:v>3223</c:v>
                </c:pt>
                <c:pt idx="392">
                  <c:v>3420</c:v>
                </c:pt>
                <c:pt idx="393">
                  <c:v>3645</c:v>
                </c:pt>
                <c:pt idx="394">
                  <c:v>3817</c:v>
                </c:pt>
                <c:pt idx="395">
                  <c:v>3869</c:v>
                </c:pt>
                <c:pt idx="396">
                  <c:v>4084</c:v>
                </c:pt>
                <c:pt idx="397">
                  <c:v>4119</c:v>
                </c:pt>
                <c:pt idx="398">
                  <c:v>4058</c:v>
                </c:pt>
                <c:pt idx="399">
                  <c:v>4271</c:v>
                </c:pt>
                <c:pt idx="400">
                  <c:v>4339</c:v>
                </c:pt>
                <c:pt idx="401">
                  <c:v>4592</c:v>
                </c:pt>
                <c:pt idx="402">
                  <c:v>4793</c:v>
                </c:pt>
                <c:pt idx="403">
                  <c:v>4880</c:v>
                </c:pt>
                <c:pt idx="404">
                  <c:v>4944</c:v>
                </c:pt>
                <c:pt idx="405">
                  <c:v>4983</c:v>
                </c:pt>
                <c:pt idx="406">
                  <c:v>4847</c:v>
                </c:pt>
                <c:pt idx="407">
                  <c:v>5088</c:v>
                </c:pt>
                <c:pt idx="408">
                  <c:v>4905</c:v>
                </c:pt>
                <c:pt idx="409">
                  <c:v>5025</c:v>
                </c:pt>
                <c:pt idx="410">
                  <c:v>4972</c:v>
                </c:pt>
                <c:pt idx="411">
                  <c:v>4833</c:v>
                </c:pt>
                <c:pt idx="412">
                  <c:v>5074</c:v>
                </c:pt>
                <c:pt idx="413">
                  <c:v>5478</c:v>
                </c:pt>
                <c:pt idx="414">
                  <c:v>5513</c:v>
                </c:pt>
                <c:pt idx="415">
                  <c:v>5617</c:v>
                </c:pt>
                <c:pt idx="416">
                  <c:v>5824</c:v>
                </c:pt>
                <c:pt idx="417">
                  <c:v>6096</c:v>
                </c:pt>
                <c:pt idx="418">
                  <c:v>6240</c:v>
                </c:pt>
                <c:pt idx="419">
                  <c:v>6336</c:v>
                </c:pt>
                <c:pt idx="420">
                  <c:v>6172</c:v>
                </c:pt>
                <c:pt idx="421">
                  <c:v>6075</c:v>
                </c:pt>
                <c:pt idx="422">
                  <c:v>5855</c:v>
                </c:pt>
                <c:pt idx="423">
                  <c:v>5683</c:v>
                </c:pt>
                <c:pt idx="424">
                  <c:v>5590</c:v>
                </c:pt>
                <c:pt idx="425">
                  <c:v>5571</c:v>
                </c:pt>
                <c:pt idx="426">
                  <c:v>5310</c:v>
                </c:pt>
                <c:pt idx="427">
                  <c:v>4943</c:v>
                </c:pt>
                <c:pt idx="428">
                  <c:v>4531</c:v>
                </c:pt>
                <c:pt idx="429">
                  <c:v>4391</c:v>
                </c:pt>
                <c:pt idx="430">
                  <c:v>4279</c:v>
                </c:pt>
                <c:pt idx="431">
                  <c:v>4206</c:v>
                </c:pt>
                <c:pt idx="432">
                  <c:v>4539</c:v>
                </c:pt>
                <c:pt idx="433">
                  <c:v>4855</c:v>
                </c:pt>
                <c:pt idx="434">
                  <c:v>4677</c:v>
                </c:pt>
                <c:pt idx="435">
                  <c:v>4736</c:v>
                </c:pt>
                <c:pt idx="436">
                  <c:v>4726</c:v>
                </c:pt>
                <c:pt idx="437">
                  <c:v>4887</c:v>
                </c:pt>
                <c:pt idx="438">
                  <c:v>4733</c:v>
                </c:pt>
                <c:pt idx="439">
                  <c:v>4454</c:v>
                </c:pt>
                <c:pt idx="440">
                  <c:v>4411</c:v>
                </c:pt>
                <c:pt idx="441">
                  <c:v>4521</c:v>
                </c:pt>
                <c:pt idx="442">
                  <c:v>4575</c:v>
                </c:pt>
                <c:pt idx="443">
                  <c:v>4634</c:v>
                </c:pt>
                <c:pt idx="444">
                  <c:v>4612</c:v>
                </c:pt>
                <c:pt idx="445">
                  <c:v>4777</c:v>
                </c:pt>
                <c:pt idx="446">
                  <c:v>4816</c:v>
                </c:pt>
                <c:pt idx="447">
                  <c:v>5023</c:v>
                </c:pt>
                <c:pt idx="448">
                  <c:v>5656</c:v>
                </c:pt>
                <c:pt idx="449">
                  <c:v>6461</c:v>
                </c:pt>
                <c:pt idx="450">
                  <c:v>7060</c:v>
                </c:pt>
                <c:pt idx="451">
                  <c:v>7201</c:v>
                </c:pt>
                <c:pt idx="452">
                  <c:v>7176</c:v>
                </c:pt>
                <c:pt idx="453">
                  <c:v>7050</c:v>
                </c:pt>
                <c:pt idx="454">
                  <c:v>6901</c:v>
                </c:pt>
                <c:pt idx="455">
                  <c:v>7089</c:v>
                </c:pt>
                <c:pt idx="456">
                  <c:v>6671</c:v>
                </c:pt>
                <c:pt idx="457">
                  <c:v>6758</c:v>
                </c:pt>
                <c:pt idx="458">
                  <c:v>6677</c:v>
                </c:pt>
                <c:pt idx="459">
                  <c:v>6615</c:v>
                </c:pt>
                <c:pt idx="460">
                  <c:v>7032</c:v>
                </c:pt>
                <c:pt idx="461">
                  <c:v>7455</c:v>
                </c:pt>
                <c:pt idx="462">
                  <c:v>7936</c:v>
                </c:pt>
                <c:pt idx="463">
                  <c:v>8420</c:v>
                </c:pt>
                <c:pt idx="464">
                  <c:v>8689</c:v>
                </c:pt>
                <c:pt idx="465">
                  <c:v>8514</c:v>
                </c:pt>
                <c:pt idx="466">
                  <c:v>8078</c:v>
                </c:pt>
                <c:pt idx="467">
                  <c:v>7796</c:v>
                </c:pt>
                <c:pt idx="468">
                  <c:v>7767</c:v>
                </c:pt>
                <c:pt idx="469">
                  <c:v>7753</c:v>
                </c:pt>
                <c:pt idx="470">
                  <c:v>7770</c:v>
                </c:pt>
                <c:pt idx="471">
                  <c:v>7574</c:v>
                </c:pt>
                <c:pt idx="472">
                  <c:v>7259</c:v>
                </c:pt>
                <c:pt idx="473">
                  <c:v>6994</c:v>
                </c:pt>
                <c:pt idx="474">
                  <c:v>6900</c:v>
                </c:pt>
                <c:pt idx="475">
                  <c:v>6883</c:v>
                </c:pt>
                <c:pt idx="476">
                  <c:v>6917</c:v>
                </c:pt>
                <c:pt idx="477">
                  <c:v>6878</c:v>
                </c:pt>
                <c:pt idx="478">
                  <c:v>7360</c:v>
                </c:pt>
                <c:pt idx="479">
                  <c:v>7558</c:v>
                </c:pt>
                <c:pt idx="480">
                  <c:v>7407</c:v>
                </c:pt>
                <c:pt idx="481">
                  <c:v>7271</c:v>
                </c:pt>
                <c:pt idx="482">
                  <c:v>7079</c:v>
                </c:pt>
                <c:pt idx="483">
                  <c:v>6754</c:v>
                </c:pt>
                <c:pt idx="484">
                  <c:v>6596</c:v>
                </c:pt>
                <c:pt idx="485">
                  <c:v>6693</c:v>
                </c:pt>
                <c:pt idx="486">
                  <c:v>6562</c:v>
                </c:pt>
                <c:pt idx="487">
                  <c:v>6680</c:v>
                </c:pt>
                <c:pt idx="488">
                  <c:v>6478</c:v>
                </c:pt>
                <c:pt idx="489">
                  <c:v>6602</c:v>
                </c:pt>
                <c:pt idx="490">
                  <c:v>6680</c:v>
                </c:pt>
                <c:pt idx="491">
                  <c:v>6407</c:v>
                </c:pt>
                <c:pt idx="492">
                  <c:v>6359</c:v>
                </c:pt>
                <c:pt idx="493">
                  <c:v>5587</c:v>
                </c:pt>
                <c:pt idx="494">
                  <c:v>5458</c:v>
                </c:pt>
                <c:pt idx="495">
                  <c:v>5275</c:v>
                </c:pt>
                <c:pt idx="496">
                  <c:v>5269</c:v>
                </c:pt>
                <c:pt idx="497">
                  <c:v>5245</c:v>
                </c:pt>
                <c:pt idx="498">
                  <c:v>5055</c:v>
                </c:pt>
                <c:pt idx="499">
                  <c:v>5060</c:v>
                </c:pt>
                <c:pt idx="500">
                  <c:v>5036</c:v>
                </c:pt>
                <c:pt idx="501">
                  <c:v>4942</c:v>
                </c:pt>
                <c:pt idx="502">
                  <c:v>4963</c:v>
                </c:pt>
                <c:pt idx="503">
                  <c:v>4952</c:v>
                </c:pt>
                <c:pt idx="504">
                  <c:v>4909</c:v>
                </c:pt>
                <c:pt idx="505">
                  <c:v>5072</c:v>
                </c:pt>
                <c:pt idx="506">
                  <c:v>5699</c:v>
                </c:pt>
                <c:pt idx="507">
                  <c:v>6335</c:v>
                </c:pt>
                <c:pt idx="508">
                  <c:v>6807</c:v>
                </c:pt>
                <c:pt idx="509">
                  <c:v>7312</c:v>
                </c:pt>
                <c:pt idx="510">
                  <c:v>7701</c:v>
                </c:pt>
                <c:pt idx="511">
                  <c:v>7841</c:v>
                </c:pt>
                <c:pt idx="512">
                  <c:v>8032</c:v>
                </c:pt>
                <c:pt idx="513">
                  <c:v>8165</c:v>
                </c:pt>
                <c:pt idx="514">
                  <c:v>8389</c:v>
                </c:pt>
                <c:pt idx="515">
                  <c:v>8728</c:v>
                </c:pt>
                <c:pt idx="516">
                  <c:v>9017</c:v>
                </c:pt>
                <c:pt idx="517">
                  <c:v>9586</c:v>
                </c:pt>
                <c:pt idx="518">
                  <c:v>9902</c:v>
                </c:pt>
                <c:pt idx="519">
                  <c:v>10105</c:v>
                </c:pt>
                <c:pt idx="520">
                  <c:v>9975</c:v>
                </c:pt>
                <c:pt idx="521">
                  <c:v>9959</c:v>
                </c:pt>
                <c:pt idx="522">
                  <c:v>10149</c:v>
                </c:pt>
                <c:pt idx="523">
                  <c:v>10263</c:v>
                </c:pt>
                <c:pt idx="524">
                  <c:v>10181</c:v>
                </c:pt>
                <c:pt idx="525">
                  <c:v>10119</c:v>
                </c:pt>
                <c:pt idx="526">
                  <c:v>10180</c:v>
                </c:pt>
                <c:pt idx="527">
                  <c:v>10067</c:v>
                </c:pt>
                <c:pt idx="528">
                  <c:v>10230</c:v>
                </c:pt>
                <c:pt idx="529">
                  <c:v>10475</c:v>
                </c:pt>
                <c:pt idx="530">
                  <c:v>10610</c:v>
                </c:pt>
                <c:pt idx="531">
                  <c:v>10854</c:v>
                </c:pt>
                <c:pt idx="532">
                  <c:v>10986</c:v>
                </c:pt>
                <c:pt idx="533">
                  <c:v>11092</c:v>
                </c:pt>
                <c:pt idx="534">
                  <c:v>11324</c:v>
                </c:pt>
                <c:pt idx="535">
                  <c:v>11152</c:v>
                </c:pt>
                <c:pt idx="536">
                  <c:v>11084</c:v>
                </c:pt>
                <c:pt idx="537">
                  <c:v>11197</c:v>
                </c:pt>
                <c:pt idx="538">
                  <c:v>11296</c:v>
                </c:pt>
                <c:pt idx="539">
                  <c:v>11326</c:v>
                </c:pt>
                <c:pt idx="540">
                  <c:v>11119</c:v>
                </c:pt>
                <c:pt idx="541">
                  <c:v>11544</c:v>
                </c:pt>
                <c:pt idx="542">
                  <c:v>12061</c:v>
                </c:pt>
                <c:pt idx="543">
                  <c:v>12334</c:v>
                </c:pt>
                <c:pt idx="544">
                  <c:v>12474</c:v>
                </c:pt>
                <c:pt idx="545">
                  <c:v>12418</c:v>
                </c:pt>
                <c:pt idx="546">
                  <c:v>12532</c:v>
                </c:pt>
                <c:pt idx="547">
                  <c:v>12645</c:v>
                </c:pt>
                <c:pt idx="548">
                  <c:v>12656</c:v>
                </c:pt>
                <c:pt idx="549">
                  <c:v>12732</c:v>
                </c:pt>
                <c:pt idx="550">
                  <c:v>12954</c:v>
                </c:pt>
                <c:pt idx="551">
                  <c:v>12935</c:v>
                </c:pt>
                <c:pt idx="552">
                  <c:v>12905</c:v>
                </c:pt>
                <c:pt idx="553">
                  <c:v>12930</c:v>
                </c:pt>
                <c:pt idx="554">
                  <c:v>12862</c:v>
                </c:pt>
                <c:pt idx="555">
                  <c:v>12897</c:v>
                </c:pt>
                <c:pt idx="556">
                  <c:v>13033</c:v>
                </c:pt>
                <c:pt idx="557">
                  <c:v>13126</c:v>
                </c:pt>
                <c:pt idx="558">
                  <c:v>13455</c:v>
                </c:pt>
                <c:pt idx="559">
                  <c:v>13391</c:v>
                </c:pt>
                <c:pt idx="560">
                  <c:v>13191</c:v>
                </c:pt>
                <c:pt idx="561">
                  <c:v>12842</c:v>
                </c:pt>
                <c:pt idx="562">
                  <c:v>12612</c:v>
                </c:pt>
                <c:pt idx="563">
                  <c:v>12459</c:v>
                </c:pt>
                <c:pt idx="564">
                  <c:v>12445</c:v>
                </c:pt>
                <c:pt idx="565">
                  <c:v>12414</c:v>
                </c:pt>
                <c:pt idx="566">
                  <c:v>12270</c:v>
                </c:pt>
                <c:pt idx="567">
                  <c:v>12209</c:v>
                </c:pt>
                <c:pt idx="568">
                  <c:v>12210</c:v>
                </c:pt>
                <c:pt idx="569">
                  <c:v>12019</c:v>
                </c:pt>
                <c:pt idx="570">
                  <c:v>11981</c:v>
                </c:pt>
                <c:pt idx="571">
                  <c:v>11848</c:v>
                </c:pt>
                <c:pt idx="572">
                  <c:v>11683</c:v>
                </c:pt>
                <c:pt idx="573">
                  <c:v>11567</c:v>
                </c:pt>
                <c:pt idx="574">
                  <c:v>11536</c:v>
                </c:pt>
                <c:pt idx="575">
                  <c:v>11635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E0-4B85-8D68-76D1C62BB7AC}"/>
            </c:ext>
          </c:extLst>
        </c:ser>
        <c:ser>
          <c:idx val="1"/>
          <c:order val="1"/>
          <c:tx>
            <c:strRef>
              <c:f>power_balancing!$C$1</c:f>
              <c:strCache>
                <c:ptCount val="1"/>
                <c:pt idx="0">
                  <c:v>OtherEnergy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val>
            <c:numRef>
              <c:f>power_balancing!$C$2:$C$577</c:f>
              <c:numCache>
                <c:formatCode>General</c:formatCode>
                <c:ptCount val="576"/>
                <c:pt idx="0">
                  <c:v>21701</c:v>
                </c:pt>
                <c:pt idx="1">
                  <c:v>21831</c:v>
                </c:pt>
                <c:pt idx="2">
                  <c:v>21425</c:v>
                </c:pt>
                <c:pt idx="3">
                  <c:v>20827</c:v>
                </c:pt>
                <c:pt idx="4">
                  <c:v>19976</c:v>
                </c:pt>
                <c:pt idx="5">
                  <c:v>19430</c:v>
                </c:pt>
                <c:pt idx="6">
                  <c:v>18719</c:v>
                </c:pt>
                <c:pt idx="7">
                  <c:v>18053</c:v>
                </c:pt>
                <c:pt idx="8">
                  <c:v>17368</c:v>
                </c:pt>
                <c:pt idx="9">
                  <c:v>17578</c:v>
                </c:pt>
                <c:pt idx="10">
                  <c:v>18132</c:v>
                </c:pt>
                <c:pt idx="11">
                  <c:v>18569</c:v>
                </c:pt>
                <c:pt idx="12">
                  <c:v>21028</c:v>
                </c:pt>
                <c:pt idx="13">
                  <c:v>23554</c:v>
                </c:pt>
                <c:pt idx="14">
                  <c:v>26701</c:v>
                </c:pt>
                <c:pt idx="15">
                  <c:v>28706</c:v>
                </c:pt>
                <c:pt idx="16">
                  <c:v>30093</c:v>
                </c:pt>
                <c:pt idx="17">
                  <c:v>30242</c:v>
                </c:pt>
                <c:pt idx="18">
                  <c:v>30459</c:v>
                </c:pt>
                <c:pt idx="19">
                  <c:v>30603</c:v>
                </c:pt>
                <c:pt idx="20">
                  <c:v>30360</c:v>
                </c:pt>
                <c:pt idx="21">
                  <c:v>30206</c:v>
                </c:pt>
                <c:pt idx="22">
                  <c:v>29704</c:v>
                </c:pt>
                <c:pt idx="23">
                  <c:v>28995</c:v>
                </c:pt>
                <c:pt idx="24">
                  <c:v>29114</c:v>
                </c:pt>
                <c:pt idx="25">
                  <c:v>28843</c:v>
                </c:pt>
                <c:pt idx="26">
                  <c:v>28319</c:v>
                </c:pt>
                <c:pt idx="27">
                  <c:v>27645</c:v>
                </c:pt>
                <c:pt idx="28">
                  <c:v>27677</c:v>
                </c:pt>
                <c:pt idx="29">
                  <c:v>27461</c:v>
                </c:pt>
                <c:pt idx="30">
                  <c:v>27561</c:v>
                </c:pt>
                <c:pt idx="31">
                  <c:v>28345</c:v>
                </c:pt>
                <c:pt idx="32">
                  <c:v>29933</c:v>
                </c:pt>
                <c:pt idx="33">
                  <c:v>31234</c:v>
                </c:pt>
                <c:pt idx="34">
                  <c:v>31935</c:v>
                </c:pt>
                <c:pt idx="35">
                  <c:v>31799</c:v>
                </c:pt>
                <c:pt idx="36">
                  <c:v>30870</c:v>
                </c:pt>
                <c:pt idx="37">
                  <c:v>29505</c:v>
                </c:pt>
                <c:pt idx="38">
                  <c:v>28356</c:v>
                </c:pt>
                <c:pt idx="39">
                  <c:v>27256</c:v>
                </c:pt>
                <c:pt idx="40">
                  <c:v>25744</c:v>
                </c:pt>
                <c:pt idx="41">
                  <c:v>24212</c:v>
                </c:pt>
                <c:pt idx="42">
                  <c:v>22727</c:v>
                </c:pt>
                <c:pt idx="43">
                  <c:v>20663</c:v>
                </c:pt>
                <c:pt idx="44">
                  <c:v>18969</c:v>
                </c:pt>
                <c:pt idx="45">
                  <c:v>17191</c:v>
                </c:pt>
                <c:pt idx="46">
                  <c:v>15372</c:v>
                </c:pt>
                <c:pt idx="47">
                  <c:v>14003</c:v>
                </c:pt>
                <c:pt idx="48">
                  <c:v>13846</c:v>
                </c:pt>
                <c:pt idx="49">
                  <c:v>14258</c:v>
                </c:pt>
                <c:pt idx="50">
                  <c:v>14091</c:v>
                </c:pt>
                <c:pt idx="51">
                  <c:v>13491</c:v>
                </c:pt>
                <c:pt idx="52">
                  <c:v>13017</c:v>
                </c:pt>
                <c:pt idx="53">
                  <c:v>12677</c:v>
                </c:pt>
                <c:pt idx="54">
                  <c:v>12444</c:v>
                </c:pt>
                <c:pt idx="55">
                  <c:v>11985</c:v>
                </c:pt>
                <c:pt idx="56">
                  <c:v>11840</c:v>
                </c:pt>
                <c:pt idx="57">
                  <c:v>12164</c:v>
                </c:pt>
                <c:pt idx="58">
                  <c:v>12840</c:v>
                </c:pt>
                <c:pt idx="59">
                  <c:v>14231</c:v>
                </c:pt>
                <c:pt idx="60">
                  <c:v>16920</c:v>
                </c:pt>
                <c:pt idx="61">
                  <c:v>19272</c:v>
                </c:pt>
                <c:pt idx="62">
                  <c:v>22424</c:v>
                </c:pt>
                <c:pt idx="63">
                  <c:v>24094</c:v>
                </c:pt>
                <c:pt idx="64">
                  <c:v>25641</c:v>
                </c:pt>
                <c:pt idx="65">
                  <c:v>25638</c:v>
                </c:pt>
                <c:pt idx="66">
                  <c:v>26677</c:v>
                </c:pt>
                <c:pt idx="67">
                  <c:v>27141</c:v>
                </c:pt>
                <c:pt idx="68">
                  <c:v>27296</c:v>
                </c:pt>
                <c:pt idx="69">
                  <c:v>27367</c:v>
                </c:pt>
                <c:pt idx="70">
                  <c:v>27490</c:v>
                </c:pt>
                <c:pt idx="71">
                  <c:v>27636</c:v>
                </c:pt>
                <c:pt idx="72">
                  <c:v>28016</c:v>
                </c:pt>
                <c:pt idx="73">
                  <c:v>28234</c:v>
                </c:pt>
                <c:pt idx="74">
                  <c:v>28058</c:v>
                </c:pt>
                <c:pt idx="75">
                  <c:v>27792</c:v>
                </c:pt>
                <c:pt idx="76">
                  <c:v>28526</c:v>
                </c:pt>
                <c:pt idx="77">
                  <c:v>28769</c:v>
                </c:pt>
                <c:pt idx="78">
                  <c:v>29234</c:v>
                </c:pt>
                <c:pt idx="79">
                  <c:v>30255</c:v>
                </c:pt>
                <c:pt idx="80">
                  <c:v>32700</c:v>
                </c:pt>
                <c:pt idx="81">
                  <c:v>34157</c:v>
                </c:pt>
                <c:pt idx="82">
                  <c:v>34105</c:v>
                </c:pt>
                <c:pt idx="83">
                  <c:v>34756</c:v>
                </c:pt>
                <c:pt idx="84">
                  <c:v>34743</c:v>
                </c:pt>
                <c:pt idx="85">
                  <c:v>34544</c:v>
                </c:pt>
                <c:pt idx="86">
                  <c:v>33573</c:v>
                </c:pt>
                <c:pt idx="87">
                  <c:v>32735</c:v>
                </c:pt>
                <c:pt idx="88">
                  <c:v>31790</c:v>
                </c:pt>
                <c:pt idx="89">
                  <c:v>30530</c:v>
                </c:pt>
                <c:pt idx="90">
                  <c:v>29291</c:v>
                </c:pt>
                <c:pt idx="91">
                  <c:v>27680</c:v>
                </c:pt>
                <c:pt idx="92">
                  <c:v>26026</c:v>
                </c:pt>
                <c:pt idx="93">
                  <c:v>24415</c:v>
                </c:pt>
                <c:pt idx="94">
                  <c:v>23129</c:v>
                </c:pt>
                <c:pt idx="95">
                  <c:v>22382</c:v>
                </c:pt>
                <c:pt idx="96">
                  <c:v>22349</c:v>
                </c:pt>
                <c:pt idx="97">
                  <c:v>22702</c:v>
                </c:pt>
                <c:pt idx="98">
                  <c:v>22781</c:v>
                </c:pt>
                <c:pt idx="99">
                  <c:v>22456</c:v>
                </c:pt>
                <c:pt idx="100">
                  <c:v>22080</c:v>
                </c:pt>
                <c:pt idx="101">
                  <c:v>21893</c:v>
                </c:pt>
                <c:pt idx="102">
                  <c:v>21539</c:v>
                </c:pt>
                <c:pt idx="103">
                  <c:v>21053</c:v>
                </c:pt>
                <c:pt idx="104">
                  <c:v>20920</c:v>
                </c:pt>
                <c:pt idx="105">
                  <c:v>21009</c:v>
                </c:pt>
                <c:pt idx="106">
                  <c:v>21711</c:v>
                </c:pt>
                <c:pt idx="107">
                  <c:v>23236</c:v>
                </c:pt>
                <c:pt idx="108">
                  <c:v>25875</c:v>
                </c:pt>
                <c:pt idx="109">
                  <c:v>28408</c:v>
                </c:pt>
                <c:pt idx="110">
                  <c:v>31704</c:v>
                </c:pt>
                <c:pt idx="111">
                  <c:v>33320</c:v>
                </c:pt>
                <c:pt idx="112">
                  <c:v>34451</c:v>
                </c:pt>
                <c:pt idx="113">
                  <c:v>34885</c:v>
                </c:pt>
                <c:pt idx="114">
                  <c:v>35783</c:v>
                </c:pt>
                <c:pt idx="115">
                  <c:v>35686</c:v>
                </c:pt>
                <c:pt idx="116">
                  <c:v>35954</c:v>
                </c:pt>
                <c:pt idx="117">
                  <c:v>35812</c:v>
                </c:pt>
                <c:pt idx="118">
                  <c:v>35117</c:v>
                </c:pt>
                <c:pt idx="119">
                  <c:v>35081</c:v>
                </c:pt>
                <c:pt idx="120">
                  <c:v>35463</c:v>
                </c:pt>
                <c:pt idx="121">
                  <c:v>35663</c:v>
                </c:pt>
                <c:pt idx="122">
                  <c:v>35771</c:v>
                </c:pt>
                <c:pt idx="123">
                  <c:v>35867</c:v>
                </c:pt>
                <c:pt idx="124">
                  <c:v>35778</c:v>
                </c:pt>
                <c:pt idx="125">
                  <c:v>35523</c:v>
                </c:pt>
                <c:pt idx="126">
                  <c:v>35565</c:v>
                </c:pt>
                <c:pt idx="127">
                  <c:v>36099</c:v>
                </c:pt>
                <c:pt idx="128">
                  <c:v>38096</c:v>
                </c:pt>
                <c:pt idx="129">
                  <c:v>39229</c:v>
                </c:pt>
                <c:pt idx="130">
                  <c:v>39277</c:v>
                </c:pt>
                <c:pt idx="131">
                  <c:v>39533</c:v>
                </c:pt>
                <c:pt idx="132">
                  <c:v>39302</c:v>
                </c:pt>
                <c:pt idx="133">
                  <c:v>38974</c:v>
                </c:pt>
                <c:pt idx="134">
                  <c:v>37777</c:v>
                </c:pt>
                <c:pt idx="135">
                  <c:v>36872</c:v>
                </c:pt>
                <c:pt idx="136">
                  <c:v>35654</c:v>
                </c:pt>
                <c:pt idx="137">
                  <c:v>34478</c:v>
                </c:pt>
                <c:pt idx="138">
                  <c:v>33198</c:v>
                </c:pt>
                <c:pt idx="139">
                  <c:v>31355</c:v>
                </c:pt>
                <c:pt idx="140">
                  <c:v>29601</c:v>
                </c:pt>
                <c:pt idx="141">
                  <c:v>27895</c:v>
                </c:pt>
                <c:pt idx="142">
                  <c:v>26157</c:v>
                </c:pt>
                <c:pt idx="143">
                  <c:v>24993</c:v>
                </c:pt>
                <c:pt idx="144">
                  <c:v>24510</c:v>
                </c:pt>
                <c:pt idx="145">
                  <c:v>25068</c:v>
                </c:pt>
                <c:pt idx="146">
                  <c:v>24646</c:v>
                </c:pt>
                <c:pt idx="147">
                  <c:v>24033</c:v>
                </c:pt>
                <c:pt idx="148">
                  <c:v>23447</c:v>
                </c:pt>
                <c:pt idx="149">
                  <c:v>23203</c:v>
                </c:pt>
                <c:pt idx="150">
                  <c:v>23066</c:v>
                </c:pt>
                <c:pt idx="151">
                  <c:v>22961</c:v>
                </c:pt>
                <c:pt idx="152">
                  <c:v>22824</c:v>
                </c:pt>
                <c:pt idx="153">
                  <c:v>22979</c:v>
                </c:pt>
                <c:pt idx="154">
                  <c:v>23696</c:v>
                </c:pt>
                <c:pt idx="155">
                  <c:v>24946</c:v>
                </c:pt>
                <c:pt idx="156">
                  <c:v>27738</c:v>
                </c:pt>
                <c:pt idx="157">
                  <c:v>30187</c:v>
                </c:pt>
                <c:pt idx="158">
                  <c:v>33392</c:v>
                </c:pt>
                <c:pt idx="159">
                  <c:v>35059</c:v>
                </c:pt>
                <c:pt idx="160">
                  <c:v>36824</c:v>
                </c:pt>
                <c:pt idx="161">
                  <c:v>37484</c:v>
                </c:pt>
                <c:pt idx="162">
                  <c:v>37517</c:v>
                </c:pt>
                <c:pt idx="163">
                  <c:v>37842</c:v>
                </c:pt>
                <c:pt idx="164">
                  <c:v>38166</c:v>
                </c:pt>
                <c:pt idx="165">
                  <c:v>38021</c:v>
                </c:pt>
                <c:pt idx="166">
                  <c:v>37750</c:v>
                </c:pt>
                <c:pt idx="167">
                  <c:v>37525</c:v>
                </c:pt>
                <c:pt idx="168">
                  <c:v>38057</c:v>
                </c:pt>
                <c:pt idx="169">
                  <c:v>37825</c:v>
                </c:pt>
                <c:pt idx="170">
                  <c:v>37594</c:v>
                </c:pt>
                <c:pt idx="171">
                  <c:v>37396</c:v>
                </c:pt>
                <c:pt idx="172">
                  <c:v>37631</c:v>
                </c:pt>
                <c:pt idx="173">
                  <c:v>37475</c:v>
                </c:pt>
                <c:pt idx="174">
                  <c:v>37525</c:v>
                </c:pt>
                <c:pt idx="175">
                  <c:v>38190</c:v>
                </c:pt>
                <c:pt idx="176">
                  <c:v>39717</c:v>
                </c:pt>
                <c:pt idx="177">
                  <c:v>40359</c:v>
                </c:pt>
                <c:pt idx="178">
                  <c:v>40481</c:v>
                </c:pt>
                <c:pt idx="179">
                  <c:v>40049</c:v>
                </c:pt>
                <c:pt idx="180">
                  <c:v>39649</c:v>
                </c:pt>
                <c:pt idx="181">
                  <c:v>38861</c:v>
                </c:pt>
                <c:pt idx="182">
                  <c:v>37625</c:v>
                </c:pt>
                <c:pt idx="183">
                  <c:v>36231</c:v>
                </c:pt>
                <c:pt idx="184">
                  <c:v>34955</c:v>
                </c:pt>
                <c:pt idx="185">
                  <c:v>33694</c:v>
                </c:pt>
                <c:pt idx="186">
                  <c:v>32310</c:v>
                </c:pt>
                <c:pt idx="187">
                  <c:v>31143</c:v>
                </c:pt>
                <c:pt idx="188">
                  <c:v>29314</c:v>
                </c:pt>
                <c:pt idx="189">
                  <c:v>27643</c:v>
                </c:pt>
                <c:pt idx="190">
                  <c:v>26032</c:v>
                </c:pt>
                <c:pt idx="191">
                  <c:v>24999</c:v>
                </c:pt>
                <c:pt idx="192">
                  <c:v>24589</c:v>
                </c:pt>
                <c:pt idx="193">
                  <c:v>24993</c:v>
                </c:pt>
                <c:pt idx="194">
                  <c:v>24364</c:v>
                </c:pt>
                <c:pt idx="195">
                  <c:v>23622</c:v>
                </c:pt>
                <c:pt idx="196">
                  <c:v>22823</c:v>
                </c:pt>
                <c:pt idx="197">
                  <c:v>22433</c:v>
                </c:pt>
                <c:pt idx="198">
                  <c:v>22242</c:v>
                </c:pt>
                <c:pt idx="199">
                  <c:v>21907</c:v>
                </c:pt>
                <c:pt idx="200">
                  <c:v>21668</c:v>
                </c:pt>
                <c:pt idx="201">
                  <c:v>21580</c:v>
                </c:pt>
                <c:pt idx="202">
                  <c:v>21836</c:v>
                </c:pt>
                <c:pt idx="203">
                  <c:v>22462</c:v>
                </c:pt>
                <c:pt idx="204">
                  <c:v>23732</c:v>
                </c:pt>
                <c:pt idx="205">
                  <c:v>24699</c:v>
                </c:pt>
                <c:pt idx="206">
                  <c:v>26249</c:v>
                </c:pt>
                <c:pt idx="207">
                  <c:v>27506</c:v>
                </c:pt>
                <c:pt idx="208">
                  <c:v>29281</c:v>
                </c:pt>
                <c:pt idx="209">
                  <c:v>30608</c:v>
                </c:pt>
                <c:pt idx="210">
                  <c:v>32010</c:v>
                </c:pt>
                <c:pt idx="211">
                  <c:v>32764</c:v>
                </c:pt>
                <c:pt idx="212">
                  <c:v>33078</c:v>
                </c:pt>
                <c:pt idx="213">
                  <c:v>33269</c:v>
                </c:pt>
                <c:pt idx="214">
                  <c:v>34131</c:v>
                </c:pt>
                <c:pt idx="215">
                  <c:v>34470</c:v>
                </c:pt>
                <c:pt idx="216">
                  <c:v>34468</c:v>
                </c:pt>
                <c:pt idx="217">
                  <c:v>34313</c:v>
                </c:pt>
                <c:pt idx="218">
                  <c:v>34495</c:v>
                </c:pt>
                <c:pt idx="219">
                  <c:v>34437</c:v>
                </c:pt>
                <c:pt idx="220">
                  <c:v>34419</c:v>
                </c:pt>
                <c:pt idx="221">
                  <c:v>34477</c:v>
                </c:pt>
                <c:pt idx="222">
                  <c:v>35031</c:v>
                </c:pt>
                <c:pt idx="223">
                  <c:v>35602</c:v>
                </c:pt>
                <c:pt idx="224">
                  <c:v>36555</c:v>
                </c:pt>
                <c:pt idx="225">
                  <c:v>37980</c:v>
                </c:pt>
                <c:pt idx="226">
                  <c:v>38929</c:v>
                </c:pt>
                <c:pt idx="227">
                  <c:v>39090</c:v>
                </c:pt>
                <c:pt idx="228">
                  <c:v>38582</c:v>
                </c:pt>
                <c:pt idx="229">
                  <c:v>37430</c:v>
                </c:pt>
                <c:pt idx="230">
                  <c:v>36098</c:v>
                </c:pt>
                <c:pt idx="231">
                  <c:v>34892</c:v>
                </c:pt>
                <c:pt idx="232">
                  <c:v>34359</c:v>
                </c:pt>
                <c:pt idx="233">
                  <c:v>33095</c:v>
                </c:pt>
                <c:pt idx="234">
                  <c:v>32013</c:v>
                </c:pt>
                <c:pt idx="235">
                  <c:v>31031</c:v>
                </c:pt>
                <c:pt idx="236">
                  <c:v>29604</c:v>
                </c:pt>
                <c:pt idx="237">
                  <c:v>28432</c:v>
                </c:pt>
                <c:pt idx="238">
                  <c:v>26881</c:v>
                </c:pt>
                <c:pt idx="239">
                  <c:v>25759</c:v>
                </c:pt>
                <c:pt idx="240">
                  <c:v>25510</c:v>
                </c:pt>
                <c:pt idx="241">
                  <c:v>25767</c:v>
                </c:pt>
                <c:pt idx="242">
                  <c:v>25478</c:v>
                </c:pt>
                <c:pt idx="243">
                  <c:v>24844</c:v>
                </c:pt>
                <c:pt idx="244">
                  <c:v>24215</c:v>
                </c:pt>
                <c:pt idx="245">
                  <c:v>23849</c:v>
                </c:pt>
                <c:pt idx="246">
                  <c:v>23616</c:v>
                </c:pt>
                <c:pt idx="247">
                  <c:v>23098</c:v>
                </c:pt>
                <c:pt idx="248">
                  <c:v>22741</c:v>
                </c:pt>
                <c:pt idx="249">
                  <c:v>22372</c:v>
                </c:pt>
                <c:pt idx="250">
                  <c:v>22459</c:v>
                </c:pt>
                <c:pt idx="251">
                  <c:v>22544</c:v>
                </c:pt>
                <c:pt idx="252">
                  <c:v>23459</c:v>
                </c:pt>
                <c:pt idx="253">
                  <c:v>24365</c:v>
                </c:pt>
                <c:pt idx="254">
                  <c:v>25685</c:v>
                </c:pt>
                <c:pt idx="255">
                  <c:v>26677</c:v>
                </c:pt>
                <c:pt idx="256">
                  <c:v>28386</c:v>
                </c:pt>
                <c:pt idx="257">
                  <c:v>29983</c:v>
                </c:pt>
                <c:pt idx="258">
                  <c:v>31610</c:v>
                </c:pt>
                <c:pt idx="259">
                  <c:v>32513</c:v>
                </c:pt>
                <c:pt idx="260">
                  <c:v>33431</c:v>
                </c:pt>
                <c:pt idx="261">
                  <c:v>33935</c:v>
                </c:pt>
                <c:pt idx="262">
                  <c:v>34324</c:v>
                </c:pt>
                <c:pt idx="263">
                  <c:v>34594</c:v>
                </c:pt>
                <c:pt idx="264">
                  <c:v>34918</c:v>
                </c:pt>
                <c:pt idx="265">
                  <c:v>34987</c:v>
                </c:pt>
                <c:pt idx="266">
                  <c:v>34985</c:v>
                </c:pt>
                <c:pt idx="267">
                  <c:v>34897</c:v>
                </c:pt>
                <c:pt idx="268">
                  <c:v>34915</c:v>
                </c:pt>
                <c:pt idx="269">
                  <c:v>35127</c:v>
                </c:pt>
                <c:pt idx="270">
                  <c:v>35508</c:v>
                </c:pt>
                <c:pt idx="271">
                  <c:v>36049</c:v>
                </c:pt>
                <c:pt idx="272">
                  <c:v>37538</c:v>
                </c:pt>
                <c:pt idx="273">
                  <c:v>38457</c:v>
                </c:pt>
                <c:pt idx="274">
                  <c:v>38801</c:v>
                </c:pt>
                <c:pt idx="275">
                  <c:v>38601</c:v>
                </c:pt>
                <c:pt idx="276">
                  <c:v>37676</c:v>
                </c:pt>
                <c:pt idx="277">
                  <c:v>37081</c:v>
                </c:pt>
                <c:pt idx="278">
                  <c:v>35697</c:v>
                </c:pt>
                <c:pt idx="279">
                  <c:v>34300</c:v>
                </c:pt>
                <c:pt idx="280">
                  <c:v>33201</c:v>
                </c:pt>
                <c:pt idx="281">
                  <c:v>31760</c:v>
                </c:pt>
                <c:pt idx="282">
                  <c:v>30414</c:v>
                </c:pt>
                <c:pt idx="283">
                  <c:v>28891</c:v>
                </c:pt>
                <c:pt idx="284">
                  <c:v>27390</c:v>
                </c:pt>
                <c:pt idx="285">
                  <c:v>25899</c:v>
                </c:pt>
                <c:pt idx="286">
                  <c:v>24249</c:v>
                </c:pt>
                <c:pt idx="287">
                  <c:v>23185</c:v>
                </c:pt>
                <c:pt idx="288">
                  <c:v>22986</c:v>
                </c:pt>
                <c:pt idx="289">
                  <c:v>23434</c:v>
                </c:pt>
                <c:pt idx="290">
                  <c:v>23351</c:v>
                </c:pt>
                <c:pt idx="291">
                  <c:v>23010</c:v>
                </c:pt>
                <c:pt idx="292">
                  <c:v>22707</c:v>
                </c:pt>
                <c:pt idx="293">
                  <c:v>22613</c:v>
                </c:pt>
                <c:pt idx="294">
                  <c:v>22302</c:v>
                </c:pt>
                <c:pt idx="295">
                  <c:v>21998</c:v>
                </c:pt>
                <c:pt idx="296">
                  <c:v>22042</c:v>
                </c:pt>
                <c:pt idx="297">
                  <c:v>22411</c:v>
                </c:pt>
                <c:pt idx="298">
                  <c:v>23284</c:v>
                </c:pt>
                <c:pt idx="299">
                  <c:v>24302</c:v>
                </c:pt>
                <c:pt idx="300">
                  <c:v>26749</c:v>
                </c:pt>
                <c:pt idx="301">
                  <c:v>29056</c:v>
                </c:pt>
                <c:pt idx="302">
                  <c:v>31667</c:v>
                </c:pt>
                <c:pt idx="303">
                  <c:v>33588</c:v>
                </c:pt>
                <c:pt idx="304">
                  <c:v>35681</c:v>
                </c:pt>
                <c:pt idx="305">
                  <c:v>37169</c:v>
                </c:pt>
                <c:pt idx="306">
                  <c:v>38296</c:v>
                </c:pt>
                <c:pt idx="307">
                  <c:v>38706</c:v>
                </c:pt>
                <c:pt idx="308">
                  <c:v>38690</c:v>
                </c:pt>
                <c:pt idx="309">
                  <c:v>38780</c:v>
                </c:pt>
                <c:pt idx="310">
                  <c:v>39423</c:v>
                </c:pt>
                <c:pt idx="311">
                  <c:v>39462</c:v>
                </c:pt>
                <c:pt idx="312">
                  <c:v>39458</c:v>
                </c:pt>
                <c:pt idx="313">
                  <c:v>39548</c:v>
                </c:pt>
                <c:pt idx="314">
                  <c:v>39809</c:v>
                </c:pt>
                <c:pt idx="315">
                  <c:v>39934</c:v>
                </c:pt>
                <c:pt idx="316">
                  <c:v>40252</c:v>
                </c:pt>
                <c:pt idx="317">
                  <c:v>40063</c:v>
                </c:pt>
                <c:pt idx="318">
                  <c:v>40386</c:v>
                </c:pt>
                <c:pt idx="319">
                  <c:v>40097</c:v>
                </c:pt>
                <c:pt idx="320">
                  <c:v>41163</c:v>
                </c:pt>
                <c:pt idx="321">
                  <c:v>41629</c:v>
                </c:pt>
                <c:pt idx="322">
                  <c:v>42279</c:v>
                </c:pt>
                <c:pt idx="323">
                  <c:v>42002</c:v>
                </c:pt>
                <c:pt idx="324">
                  <c:v>41622</c:v>
                </c:pt>
                <c:pt idx="325">
                  <c:v>41097</c:v>
                </c:pt>
                <c:pt idx="326">
                  <c:v>40111</c:v>
                </c:pt>
                <c:pt idx="327">
                  <c:v>39137</c:v>
                </c:pt>
                <c:pt idx="328">
                  <c:v>38037</c:v>
                </c:pt>
                <c:pt idx="329">
                  <c:v>36698</c:v>
                </c:pt>
                <c:pt idx="330">
                  <c:v>35281</c:v>
                </c:pt>
                <c:pt idx="331">
                  <c:v>33602</c:v>
                </c:pt>
                <c:pt idx="332">
                  <c:v>31656</c:v>
                </c:pt>
                <c:pt idx="333">
                  <c:v>30019</c:v>
                </c:pt>
                <c:pt idx="334">
                  <c:v>28074</c:v>
                </c:pt>
                <c:pt idx="335">
                  <c:v>26774</c:v>
                </c:pt>
                <c:pt idx="336">
                  <c:v>26233</c:v>
                </c:pt>
                <c:pt idx="337">
                  <c:v>26623</c:v>
                </c:pt>
                <c:pt idx="338">
                  <c:v>26270</c:v>
                </c:pt>
                <c:pt idx="339">
                  <c:v>25794</c:v>
                </c:pt>
                <c:pt idx="340">
                  <c:v>25218</c:v>
                </c:pt>
                <c:pt idx="341">
                  <c:v>24954</c:v>
                </c:pt>
                <c:pt idx="342">
                  <c:v>24711</c:v>
                </c:pt>
                <c:pt idx="343">
                  <c:v>24323</c:v>
                </c:pt>
                <c:pt idx="344">
                  <c:v>24224</c:v>
                </c:pt>
                <c:pt idx="345">
                  <c:v>24357</c:v>
                </c:pt>
                <c:pt idx="346">
                  <c:v>24862</c:v>
                </c:pt>
                <c:pt idx="347">
                  <c:v>25918</c:v>
                </c:pt>
                <c:pt idx="348">
                  <c:v>28471</c:v>
                </c:pt>
                <c:pt idx="349">
                  <c:v>30450</c:v>
                </c:pt>
                <c:pt idx="350">
                  <c:v>32758</c:v>
                </c:pt>
                <c:pt idx="351">
                  <c:v>34568</c:v>
                </c:pt>
                <c:pt idx="352">
                  <c:v>36621</c:v>
                </c:pt>
                <c:pt idx="353">
                  <c:v>37789</c:v>
                </c:pt>
                <c:pt idx="354">
                  <c:v>38685</c:v>
                </c:pt>
                <c:pt idx="355">
                  <c:v>39170</c:v>
                </c:pt>
                <c:pt idx="356">
                  <c:v>38774</c:v>
                </c:pt>
                <c:pt idx="357">
                  <c:v>39064</c:v>
                </c:pt>
                <c:pt idx="358">
                  <c:v>39923</c:v>
                </c:pt>
                <c:pt idx="359">
                  <c:v>39905</c:v>
                </c:pt>
                <c:pt idx="360">
                  <c:v>39953</c:v>
                </c:pt>
                <c:pt idx="361">
                  <c:v>40027</c:v>
                </c:pt>
                <c:pt idx="362">
                  <c:v>39954</c:v>
                </c:pt>
                <c:pt idx="363">
                  <c:v>39819</c:v>
                </c:pt>
                <c:pt idx="364">
                  <c:v>39757</c:v>
                </c:pt>
                <c:pt idx="365">
                  <c:v>39375</c:v>
                </c:pt>
                <c:pt idx="366">
                  <c:v>39842</c:v>
                </c:pt>
                <c:pt idx="367">
                  <c:v>40515</c:v>
                </c:pt>
                <c:pt idx="368">
                  <c:v>41462</c:v>
                </c:pt>
                <c:pt idx="369">
                  <c:v>42277</c:v>
                </c:pt>
                <c:pt idx="370">
                  <c:v>42579</c:v>
                </c:pt>
                <c:pt idx="371">
                  <c:v>42175</c:v>
                </c:pt>
                <c:pt idx="372">
                  <c:v>41879</c:v>
                </c:pt>
                <c:pt idx="373">
                  <c:v>41509</c:v>
                </c:pt>
                <c:pt idx="374">
                  <c:v>40701</c:v>
                </c:pt>
                <c:pt idx="375">
                  <c:v>39370</c:v>
                </c:pt>
                <c:pt idx="376">
                  <c:v>38147</c:v>
                </c:pt>
                <c:pt idx="377">
                  <c:v>36656</c:v>
                </c:pt>
                <c:pt idx="378">
                  <c:v>34834</c:v>
                </c:pt>
                <c:pt idx="379">
                  <c:v>33253</c:v>
                </c:pt>
                <c:pt idx="380">
                  <c:v>31414</c:v>
                </c:pt>
                <c:pt idx="381">
                  <c:v>29376</c:v>
                </c:pt>
                <c:pt idx="382">
                  <c:v>27403</c:v>
                </c:pt>
                <c:pt idx="383">
                  <c:v>26068</c:v>
                </c:pt>
                <c:pt idx="384">
                  <c:v>25664</c:v>
                </c:pt>
                <c:pt idx="385">
                  <c:v>25877</c:v>
                </c:pt>
                <c:pt idx="386">
                  <c:v>25579</c:v>
                </c:pt>
                <c:pt idx="387">
                  <c:v>25002</c:v>
                </c:pt>
                <c:pt idx="388">
                  <c:v>24293</c:v>
                </c:pt>
                <c:pt idx="389">
                  <c:v>23688</c:v>
                </c:pt>
                <c:pt idx="390">
                  <c:v>22847</c:v>
                </c:pt>
                <c:pt idx="391">
                  <c:v>22275</c:v>
                </c:pt>
                <c:pt idx="392">
                  <c:v>21731</c:v>
                </c:pt>
                <c:pt idx="393">
                  <c:v>21658</c:v>
                </c:pt>
                <c:pt idx="394">
                  <c:v>22122</c:v>
                </c:pt>
                <c:pt idx="395">
                  <c:v>23118</c:v>
                </c:pt>
                <c:pt idx="396">
                  <c:v>25403</c:v>
                </c:pt>
                <c:pt idx="397">
                  <c:v>27262</c:v>
                </c:pt>
                <c:pt idx="398">
                  <c:v>29858</c:v>
                </c:pt>
                <c:pt idx="399">
                  <c:v>31477</c:v>
                </c:pt>
                <c:pt idx="400">
                  <c:v>33295</c:v>
                </c:pt>
                <c:pt idx="401">
                  <c:v>34271</c:v>
                </c:pt>
                <c:pt idx="402">
                  <c:v>35125</c:v>
                </c:pt>
                <c:pt idx="403">
                  <c:v>35352</c:v>
                </c:pt>
                <c:pt idx="404">
                  <c:v>35741</c:v>
                </c:pt>
                <c:pt idx="405">
                  <c:v>35910</c:v>
                </c:pt>
                <c:pt idx="406">
                  <c:v>35990</c:v>
                </c:pt>
                <c:pt idx="407">
                  <c:v>35915</c:v>
                </c:pt>
                <c:pt idx="408">
                  <c:v>36415</c:v>
                </c:pt>
                <c:pt idx="409">
                  <c:v>36383</c:v>
                </c:pt>
                <c:pt idx="410">
                  <c:v>36351</c:v>
                </c:pt>
                <c:pt idx="411">
                  <c:v>36177</c:v>
                </c:pt>
                <c:pt idx="412">
                  <c:v>36064</c:v>
                </c:pt>
                <c:pt idx="413">
                  <c:v>35393</c:v>
                </c:pt>
                <c:pt idx="414">
                  <c:v>35678</c:v>
                </c:pt>
                <c:pt idx="415">
                  <c:v>36113</c:v>
                </c:pt>
                <c:pt idx="416">
                  <c:v>36662</c:v>
                </c:pt>
                <c:pt idx="417">
                  <c:v>37079</c:v>
                </c:pt>
                <c:pt idx="418">
                  <c:v>37264</c:v>
                </c:pt>
                <c:pt idx="419">
                  <c:v>37053</c:v>
                </c:pt>
                <c:pt idx="420">
                  <c:v>36792</c:v>
                </c:pt>
                <c:pt idx="421">
                  <c:v>35981</c:v>
                </c:pt>
                <c:pt idx="422">
                  <c:v>35403</c:v>
                </c:pt>
                <c:pt idx="423">
                  <c:v>34657</c:v>
                </c:pt>
                <c:pt idx="424">
                  <c:v>33126</c:v>
                </c:pt>
                <c:pt idx="425">
                  <c:v>31725</c:v>
                </c:pt>
                <c:pt idx="426">
                  <c:v>31057</c:v>
                </c:pt>
                <c:pt idx="427">
                  <c:v>29493</c:v>
                </c:pt>
                <c:pt idx="428">
                  <c:v>28017</c:v>
                </c:pt>
                <c:pt idx="429">
                  <c:v>26392</c:v>
                </c:pt>
                <c:pt idx="430">
                  <c:v>24823</c:v>
                </c:pt>
                <c:pt idx="431">
                  <c:v>23484</c:v>
                </c:pt>
                <c:pt idx="432">
                  <c:v>22948</c:v>
                </c:pt>
                <c:pt idx="433">
                  <c:v>22911</c:v>
                </c:pt>
                <c:pt idx="434">
                  <c:v>22646</c:v>
                </c:pt>
                <c:pt idx="435">
                  <c:v>21955</c:v>
                </c:pt>
                <c:pt idx="436">
                  <c:v>21306</c:v>
                </c:pt>
                <c:pt idx="437">
                  <c:v>20784</c:v>
                </c:pt>
                <c:pt idx="438">
                  <c:v>20398</c:v>
                </c:pt>
                <c:pt idx="439">
                  <c:v>20187</c:v>
                </c:pt>
                <c:pt idx="440">
                  <c:v>19813</c:v>
                </c:pt>
                <c:pt idx="441">
                  <c:v>19792</c:v>
                </c:pt>
                <c:pt idx="442">
                  <c:v>20351</c:v>
                </c:pt>
                <c:pt idx="443">
                  <c:v>21171</c:v>
                </c:pt>
                <c:pt idx="444">
                  <c:v>23080</c:v>
                </c:pt>
                <c:pt idx="445">
                  <c:v>24536</c:v>
                </c:pt>
                <c:pt idx="446">
                  <c:v>26776</c:v>
                </c:pt>
                <c:pt idx="447">
                  <c:v>28232</c:v>
                </c:pt>
                <c:pt idx="448">
                  <c:v>29244</c:v>
                </c:pt>
                <c:pt idx="449">
                  <c:v>29600</c:v>
                </c:pt>
                <c:pt idx="450">
                  <c:v>30903</c:v>
                </c:pt>
                <c:pt idx="451">
                  <c:v>31311</c:v>
                </c:pt>
                <c:pt idx="452">
                  <c:v>31554</c:v>
                </c:pt>
                <c:pt idx="453">
                  <c:v>31390</c:v>
                </c:pt>
                <c:pt idx="454">
                  <c:v>31544</c:v>
                </c:pt>
                <c:pt idx="455">
                  <c:v>31309</c:v>
                </c:pt>
                <c:pt idx="456">
                  <c:v>32181</c:v>
                </c:pt>
                <c:pt idx="457">
                  <c:v>31873</c:v>
                </c:pt>
                <c:pt idx="458">
                  <c:v>31684</c:v>
                </c:pt>
                <c:pt idx="459">
                  <c:v>31145</c:v>
                </c:pt>
                <c:pt idx="460">
                  <c:v>30719</c:v>
                </c:pt>
                <c:pt idx="461">
                  <c:v>30760</c:v>
                </c:pt>
                <c:pt idx="462">
                  <c:v>30358</c:v>
                </c:pt>
                <c:pt idx="463">
                  <c:v>30165</c:v>
                </c:pt>
                <c:pt idx="464">
                  <c:v>30977</c:v>
                </c:pt>
                <c:pt idx="465">
                  <c:v>31994</c:v>
                </c:pt>
                <c:pt idx="466">
                  <c:v>32985</c:v>
                </c:pt>
                <c:pt idx="467">
                  <c:v>32692</c:v>
                </c:pt>
                <c:pt idx="468">
                  <c:v>32480</c:v>
                </c:pt>
                <c:pt idx="469">
                  <c:v>31857</c:v>
                </c:pt>
                <c:pt idx="470">
                  <c:v>30791</c:v>
                </c:pt>
                <c:pt idx="471">
                  <c:v>29940</c:v>
                </c:pt>
                <c:pt idx="472">
                  <c:v>29000</c:v>
                </c:pt>
                <c:pt idx="473">
                  <c:v>27914</c:v>
                </c:pt>
                <c:pt idx="474">
                  <c:v>26697</c:v>
                </c:pt>
                <c:pt idx="475">
                  <c:v>25223</c:v>
                </c:pt>
                <c:pt idx="476">
                  <c:v>23544</c:v>
                </c:pt>
                <c:pt idx="477">
                  <c:v>21849</c:v>
                </c:pt>
                <c:pt idx="478">
                  <c:v>19805</c:v>
                </c:pt>
                <c:pt idx="479">
                  <c:v>18357</c:v>
                </c:pt>
                <c:pt idx="480">
                  <c:v>18141</c:v>
                </c:pt>
                <c:pt idx="481">
                  <c:v>18678</c:v>
                </c:pt>
                <c:pt idx="482">
                  <c:v>18433</c:v>
                </c:pt>
                <c:pt idx="483">
                  <c:v>17994</c:v>
                </c:pt>
                <c:pt idx="484">
                  <c:v>17506</c:v>
                </c:pt>
                <c:pt idx="485">
                  <c:v>16842</c:v>
                </c:pt>
                <c:pt idx="486">
                  <c:v>16394</c:v>
                </c:pt>
                <c:pt idx="487">
                  <c:v>15967</c:v>
                </c:pt>
                <c:pt idx="488">
                  <c:v>15782</c:v>
                </c:pt>
                <c:pt idx="489">
                  <c:v>15702</c:v>
                </c:pt>
                <c:pt idx="490">
                  <c:v>16124</c:v>
                </c:pt>
                <c:pt idx="491">
                  <c:v>17233</c:v>
                </c:pt>
                <c:pt idx="492">
                  <c:v>18911</c:v>
                </c:pt>
                <c:pt idx="493">
                  <c:v>21014</c:v>
                </c:pt>
                <c:pt idx="494">
                  <c:v>23049</c:v>
                </c:pt>
                <c:pt idx="495">
                  <c:v>24518</c:v>
                </c:pt>
                <c:pt idx="496">
                  <c:v>26275</c:v>
                </c:pt>
                <c:pt idx="497">
                  <c:v>27772</c:v>
                </c:pt>
                <c:pt idx="498">
                  <c:v>29141</c:v>
                </c:pt>
                <c:pt idx="499">
                  <c:v>29946</c:v>
                </c:pt>
                <c:pt idx="500">
                  <c:v>30340</c:v>
                </c:pt>
                <c:pt idx="501">
                  <c:v>30471</c:v>
                </c:pt>
                <c:pt idx="502">
                  <c:v>30561</c:v>
                </c:pt>
                <c:pt idx="503">
                  <c:v>30697</c:v>
                </c:pt>
                <c:pt idx="504">
                  <c:v>30502</c:v>
                </c:pt>
                <c:pt idx="505">
                  <c:v>30177</c:v>
                </c:pt>
                <c:pt idx="506">
                  <c:v>29454</c:v>
                </c:pt>
                <c:pt idx="507">
                  <c:v>28673</c:v>
                </c:pt>
                <c:pt idx="508">
                  <c:v>28078</c:v>
                </c:pt>
                <c:pt idx="509">
                  <c:v>27308</c:v>
                </c:pt>
                <c:pt idx="510">
                  <c:v>27232</c:v>
                </c:pt>
                <c:pt idx="511">
                  <c:v>27545</c:v>
                </c:pt>
                <c:pt idx="512">
                  <c:v>28420</c:v>
                </c:pt>
                <c:pt idx="513">
                  <c:v>28895</c:v>
                </c:pt>
                <c:pt idx="514">
                  <c:v>29241</c:v>
                </c:pt>
                <c:pt idx="515">
                  <c:v>28543</c:v>
                </c:pt>
                <c:pt idx="516">
                  <c:v>27467</c:v>
                </c:pt>
                <c:pt idx="517">
                  <c:v>25794</c:v>
                </c:pt>
                <c:pt idx="518">
                  <c:v>24211</c:v>
                </c:pt>
                <c:pt idx="519">
                  <c:v>22777</c:v>
                </c:pt>
                <c:pt idx="520">
                  <c:v>21762</c:v>
                </c:pt>
                <c:pt idx="521">
                  <c:v>20741</c:v>
                </c:pt>
                <c:pt idx="522">
                  <c:v>19358</c:v>
                </c:pt>
                <c:pt idx="523">
                  <c:v>18297</c:v>
                </c:pt>
                <c:pt idx="524">
                  <c:v>17005</c:v>
                </c:pt>
                <c:pt idx="525">
                  <c:v>15457</c:v>
                </c:pt>
                <c:pt idx="526">
                  <c:v>14153</c:v>
                </c:pt>
                <c:pt idx="527">
                  <c:v>13298</c:v>
                </c:pt>
                <c:pt idx="528">
                  <c:v>12685</c:v>
                </c:pt>
                <c:pt idx="529">
                  <c:v>12677</c:v>
                </c:pt>
                <c:pt idx="530">
                  <c:v>11940</c:v>
                </c:pt>
                <c:pt idx="531">
                  <c:v>10816</c:v>
                </c:pt>
                <c:pt idx="532">
                  <c:v>9874</c:v>
                </c:pt>
                <c:pt idx="533">
                  <c:v>9196</c:v>
                </c:pt>
                <c:pt idx="534">
                  <c:v>8104</c:v>
                </c:pt>
                <c:pt idx="535">
                  <c:v>7644</c:v>
                </c:pt>
                <c:pt idx="536">
                  <c:v>7249</c:v>
                </c:pt>
                <c:pt idx="537">
                  <c:v>6991</c:v>
                </c:pt>
                <c:pt idx="538">
                  <c:v>6927</c:v>
                </c:pt>
                <c:pt idx="539">
                  <c:v>7025</c:v>
                </c:pt>
                <c:pt idx="540">
                  <c:v>8023</c:v>
                </c:pt>
                <c:pt idx="541">
                  <c:v>8298</c:v>
                </c:pt>
                <c:pt idx="542">
                  <c:v>9294</c:v>
                </c:pt>
                <c:pt idx="543">
                  <c:v>10268</c:v>
                </c:pt>
                <c:pt idx="544">
                  <c:v>12091</c:v>
                </c:pt>
                <c:pt idx="545">
                  <c:v>13848</c:v>
                </c:pt>
                <c:pt idx="546">
                  <c:v>15417</c:v>
                </c:pt>
                <c:pt idx="547">
                  <c:v>16303</c:v>
                </c:pt>
                <c:pt idx="548">
                  <c:v>17422</c:v>
                </c:pt>
                <c:pt idx="549">
                  <c:v>17920</c:v>
                </c:pt>
                <c:pt idx="550">
                  <c:v>18398</c:v>
                </c:pt>
                <c:pt idx="551">
                  <c:v>19356</c:v>
                </c:pt>
                <c:pt idx="552">
                  <c:v>20531</c:v>
                </c:pt>
                <c:pt idx="553">
                  <c:v>21259</c:v>
                </c:pt>
                <c:pt idx="554">
                  <c:v>21539</c:v>
                </c:pt>
                <c:pt idx="555">
                  <c:v>21166</c:v>
                </c:pt>
                <c:pt idx="556">
                  <c:v>20454</c:v>
                </c:pt>
                <c:pt idx="557">
                  <c:v>19422</c:v>
                </c:pt>
                <c:pt idx="558">
                  <c:v>18340</c:v>
                </c:pt>
                <c:pt idx="559">
                  <c:v>17673</c:v>
                </c:pt>
                <c:pt idx="560">
                  <c:v>17619</c:v>
                </c:pt>
                <c:pt idx="561">
                  <c:v>17372</c:v>
                </c:pt>
                <c:pt idx="562">
                  <c:v>16866</c:v>
                </c:pt>
                <c:pt idx="563">
                  <c:v>16231</c:v>
                </c:pt>
                <c:pt idx="564">
                  <c:v>15632</c:v>
                </c:pt>
                <c:pt idx="565">
                  <c:v>15177</c:v>
                </c:pt>
                <c:pt idx="566">
                  <c:v>14844</c:v>
                </c:pt>
                <c:pt idx="567">
                  <c:v>14404</c:v>
                </c:pt>
                <c:pt idx="568">
                  <c:v>14069</c:v>
                </c:pt>
                <c:pt idx="569">
                  <c:v>14009</c:v>
                </c:pt>
                <c:pt idx="570">
                  <c:v>13519</c:v>
                </c:pt>
                <c:pt idx="571">
                  <c:v>12982</c:v>
                </c:pt>
                <c:pt idx="572">
                  <c:v>12289</c:v>
                </c:pt>
                <c:pt idx="573">
                  <c:v>11778</c:v>
                </c:pt>
                <c:pt idx="574">
                  <c:v>10916</c:v>
                </c:pt>
                <c:pt idx="575">
                  <c:v>10140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E0-4B85-8D68-76D1C62BB7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74490576"/>
        <c:axId val="1574491536"/>
      </c:areaChart>
      <c:catAx>
        <c:axId val="1574490576"/>
        <c:scaling>
          <c:orientation val="minMax"/>
        </c:scaling>
        <c:delete val="1"/>
        <c:axPos val="b"/>
        <c:majorTickMark val="out"/>
        <c:minorTickMark val="none"/>
        <c:tickLblPos val="nextTo"/>
        <c:crossAx val="1574491536"/>
        <c:crosses val="autoZero"/>
        <c:auto val="1"/>
        <c:lblAlgn val="ctr"/>
        <c:lblOffset val="100"/>
        <c:noMultiLvlLbl val="0"/>
      </c:catAx>
      <c:valAx>
        <c:axId val="1574491536"/>
        <c:scaling>
          <c:orientation val="minMax"/>
          <c:max val="44000"/>
        </c:scaling>
        <c:delete val="1"/>
        <c:axPos val="l"/>
        <c:numFmt formatCode="General" sourceLinked="1"/>
        <c:majorTickMark val="none"/>
        <c:minorTickMark val="none"/>
        <c:tickLblPos val="nextTo"/>
        <c:crossAx val="15744905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power_balancing!$E$1</c:f>
              <c:strCache>
                <c:ptCount val="1"/>
                <c:pt idx="0">
                  <c:v>Imbalance</c:v>
                </c:pt>
              </c:strCache>
            </c:strRef>
          </c:tx>
          <c:spPr>
            <a:ln w="63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power_balancing!$E$2:$E$577</c:f>
              <c:numCache>
                <c:formatCode>General</c:formatCode>
                <c:ptCount val="576"/>
                <c:pt idx="0">
                  <c:v>-66</c:v>
                </c:pt>
                <c:pt idx="1">
                  <c:v>67</c:v>
                </c:pt>
                <c:pt idx="2">
                  <c:v>-25</c:v>
                </c:pt>
                <c:pt idx="3">
                  <c:v>-74</c:v>
                </c:pt>
                <c:pt idx="4">
                  <c:v>31</c:v>
                </c:pt>
                <c:pt idx="5">
                  <c:v>201</c:v>
                </c:pt>
                <c:pt idx="6">
                  <c:v>283</c:v>
                </c:pt>
                <c:pt idx="7">
                  <c:v>340</c:v>
                </c:pt>
                <c:pt idx="8">
                  <c:v>700</c:v>
                </c:pt>
                <c:pt idx="9">
                  <c:v>305</c:v>
                </c:pt>
                <c:pt idx="10">
                  <c:v>461</c:v>
                </c:pt>
                <c:pt idx="11">
                  <c:v>887</c:v>
                </c:pt>
                <c:pt idx="12">
                  <c:v>1038</c:v>
                </c:pt>
                <c:pt idx="13">
                  <c:v>1012</c:v>
                </c:pt>
                <c:pt idx="14">
                  <c:v>1065</c:v>
                </c:pt>
                <c:pt idx="15">
                  <c:v>943</c:v>
                </c:pt>
                <c:pt idx="16">
                  <c:v>695</c:v>
                </c:pt>
                <c:pt idx="17">
                  <c:v>784</c:v>
                </c:pt>
                <c:pt idx="18">
                  <c:v>723</c:v>
                </c:pt>
                <c:pt idx="19">
                  <c:v>436</c:v>
                </c:pt>
                <c:pt idx="20">
                  <c:v>524</c:v>
                </c:pt>
                <c:pt idx="21">
                  <c:v>291</c:v>
                </c:pt>
                <c:pt idx="22">
                  <c:v>546</c:v>
                </c:pt>
                <c:pt idx="23">
                  <c:v>1006</c:v>
                </c:pt>
                <c:pt idx="24">
                  <c:v>1073</c:v>
                </c:pt>
                <c:pt idx="25">
                  <c:v>1286</c:v>
                </c:pt>
                <c:pt idx="26">
                  <c:v>1734</c:v>
                </c:pt>
                <c:pt idx="27">
                  <c:v>1919</c:v>
                </c:pt>
                <c:pt idx="28">
                  <c:v>1885</c:v>
                </c:pt>
                <c:pt idx="29">
                  <c:v>2008</c:v>
                </c:pt>
                <c:pt idx="30">
                  <c:v>2028</c:v>
                </c:pt>
                <c:pt idx="31">
                  <c:v>2214</c:v>
                </c:pt>
                <c:pt idx="32">
                  <c:v>2169</c:v>
                </c:pt>
                <c:pt idx="33">
                  <c:v>2103</c:v>
                </c:pt>
                <c:pt idx="34">
                  <c:v>1887</c:v>
                </c:pt>
                <c:pt idx="35">
                  <c:v>1859</c:v>
                </c:pt>
                <c:pt idx="36">
                  <c:v>2051</c:v>
                </c:pt>
                <c:pt idx="37">
                  <c:v>2387</c:v>
                </c:pt>
                <c:pt idx="38">
                  <c:v>2300</c:v>
                </c:pt>
                <c:pt idx="39">
                  <c:v>2123</c:v>
                </c:pt>
                <c:pt idx="40">
                  <c:v>2149</c:v>
                </c:pt>
                <c:pt idx="41">
                  <c:v>2157</c:v>
                </c:pt>
                <c:pt idx="42">
                  <c:v>1828</c:v>
                </c:pt>
                <c:pt idx="43">
                  <c:v>1996</c:v>
                </c:pt>
                <c:pt idx="44">
                  <c:v>1706</c:v>
                </c:pt>
                <c:pt idx="45">
                  <c:v>1679</c:v>
                </c:pt>
                <c:pt idx="46">
                  <c:v>1591</c:v>
                </c:pt>
                <c:pt idx="47">
                  <c:v>1598</c:v>
                </c:pt>
                <c:pt idx="48">
                  <c:v>532</c:v>
                </c:pt>
                <c:pt idx="49">
                  <c:v>567</c:v>
                </c:pt>
                <c:pt idx="50">
                  <c:v>379</c:v>
                </c:pt>
                <c:pt idx="51">
                  <c:v>271</c:v>
                </c:pt>
                <c:pt idx="52">
                  <c:v>159</c:v>
                </c:pt>
                <c:pt idx="53">
                  <c:v>175</c:v>
                </c:pt>
                <c:pt idx="54">
                  <c:v>204</c:v>
                </c:pt>
                <c:pt idx="55">
                  <c:v>357</c:v>
                </c:pt>
                <c:pt idx="56">
                  <c:v>482</c:v>
                </c:pt>
                <c:pt idx="57">
                  <c:v>547</c:v>
                </c:pt>
                <c:pt idx="58">
                  <c:v>570</c:v>
                </c:pt>
                <c:pt idx="59">
                  <c:v>562</c:v>
                </c:pt>
                <c:pt idx="60">
                  <c:v>808</c:v>
                </c:pt>
                <c:pt idx="61">
                  <c:v>1380</c:v>
                </c:pt>
                <c:pt idx="62">
                  <c:v>1495</c:v>
                </c:pt>
                <c:pt idx="63">
                  <c:v>1659</c:v>
                </c:pt>
                <c:pt idx="64">
                  <c:v>1742</c:v>
                </c:pt>
                <c:pt idx="65">
                  <c:v>1865</c:v>
                </c:pt>
                <c:pt idx="66">
                  <c:v>1681</c:v>
                </c:pt>
                <c:pt idx="67">
                  <c:v>1325</c:v>
                </c:pt>
                <c:pt idx="68">
                  <c:v>989</c:v>
                </c:pt>
                <c:pt idx="69">
                  <c:v>1059</c:v>
                </c:pt>
                <c:pt idx="70">
                  <c:v>1124</c:v>
                </c:pt>
                <c:pt idx="71">
                  <c:v>1294</c:v>
                </c:pt>
                <c:pt idx="72">
                  <c:v>1394</c:v>
                </c:pt>
                <c:pt idx="73">
                  <c:v>1416</c:v>
                </c:pt>
                <c:pt idx="74">
                  <c:v>1972</c:v>
                </c:pt>
                <c:pt idx="75">
                  <c:v>2409</c:v>
                </c:pt>
                <c:pt idx="76">
                  <c:v>2731</c:v>
                </c:pt>
                <c:pt idx="77">
                  <c:v>2973</c:v>
                </c:pt>
                <c:pt idx="78">
                  <c:v>3024</c:v>
                </c:pt>
                <c:pt idx="79">
                  <c:v>3183</c:v>
                </c:pt>
                <c:pt idx="80">
                  <c:v>3180</c:v>
                </c:pt>
                <c:pt idx="81">
                  <c:v>2949</c:v>
                </c:pt>
                <c:pt idx="82">
                  <c:v>3032</c:v>
                </c:pt>
                <c:pt idx="83">
                  <c:v>2556</c:v>
                </c:pt>
                <c:pt idx="84">
                  <c:v>2394</c:v>
                </c:pt>
                <c:pt idx="85">
                  <c:v>2379</c:v>
                </c:pt>
                <c:pt idx="86">
                  <c:v>2199</c:v>
                </c:pt>
                <c:pt idx="87">
                  <c:v>2185</c:v>
                </c:pt>
                <c:pt idx="88">
                  <c:v>2437</c:v>
                </c:pt>
                <c:pt idx="89">
                  <c:v>2369</c:v>
                </c:pt>
                <c:pt idx="90">
                  <c:v>2188</c:v>
                </c:pt>
                <c:pt idx="91">
                  <c:v>2069</c:v>
                </c:pt>
                <c:pt idx="92">
                  <c:v>2073</c:v>
                </c:pt>
                <c:pt idx="93">
                  <c:v>1871</c:v>
                </c:pt>
                <c:pt idx="94">
                  <c:v>1293</c:v>
                </c:pt>
                <c:pt idx="95">
                  <c:v>967</c:v>
                </c:pt>
                <c:pt idx="96">
                  <c:v>208</c:v>
                </c:pt>
                <c:pt idx="97">
                  <c:v>189</c:v>
                </c:pt>
                <c:pt idx="98">
                  <c:v>263</c:v>
                </c:pt>
                <c:pt idx="99">
                  <c:v>216</c:v>
                </c:pt>
                <c:pt idx="100">
                  <c:v>232</c:v>
                </c:pt>
                <c:pt idx="101">
                  <c:v>288</c:v>
                </c:pt>
                <c:pt idx="102">
                  <c:v>300</c:v>
                </c:pt>
                <c:pt idx="103">
                  <c:v>307</c:v>
                </c:pt>
                <c:pt idx="104">
                  <c:v>473</c:v>
                </c:pt>
                <c:pt idx="105">
                  <c:v>357</c:v>
                </c:pt>
                <c:pt idx="106">
                  <c:v>349</c:v>
                </c:pt>
                <c:pt idx="107">
                  <c:v>415</c:v>
                </c:pt>
                <c:pt idx="108">
                  <c:v>428</c:v>
                </c:pt>
                <c:pt idx="109">
                  <c:v>495</c:v>
                </c:pt>
                <c:pt idx="110">
                  <c:v>455</c:v>
                </c:pt>
                <c:pt idx="111">
                  <c:v>515</c:v>
                </c:pt>
                <c:pt idx="112">
                  <c:v>628</c:v>
                </c:pt>
                <c:pt idx="113">
                  <c:v>460</c:v>
                </c:pt>
                <c:pt idx="114">
                  <c:v>388</c:v>
                </c:pt>
                <c:pt idx="115">
                  <c:v>483</c:v>
                </c:pt>
                <c:pt idx="116">
                  <c:v>567</c:v>
                </c:pt>
                <c:pt idx="117">
                  <c:v>651</c:v>
                </c:pt>
                <c:pt idx="118">
                  <c:v>698</c:v>
                </c:pt>
                <c:pt idx="119">
                  <c:v>940</c:v>
                </c:pt>
                <c:pt idx="120">
                  <c:v>1130</c:v>
                </c:pt>
                <c:pt idx="121">
                  <c:v>1036</c:v>
                </c:pt>
                <c:pt idx="122">
                  <c:v>833</c:v>
                </c:pt>
                <c:pt idx="123">
                  <c:v>779</c:v>
                </c:pt>
                <c:pt idx="124">
                  <c:v>764</c:v>
                </c:pt>
                <c:pt idx="125">
                  <c:v>647</c:v>
                </c:pt>
                <c:pt idx="126">
                  <c:v>839</c:v>
                </c:pt>
                <c:pt idx="127">
                  <c:v>950</c:v>
                </c:pt>
                <c:pt idx="128">
                  <c:v>1112</c:v>
                </c:pt>
                <c:pt idx="129">
                  <c:v>1184</c:v>
                </c:pt>
                <c:pt idx="130">
                  <c:v>1243</c:v>
                </c:pt>
                <c:pt idx="131">
                  <c:v>1138</c:v>
                </c:pt>
                <c:pt idx="132">
                  <c:v>1127</c:v>
                </c:pt>
                <c:pt idx="133">
                  <c:v>1285</c:v>
                </c:pt>
                <c:pt idx="134">
                  <c:v>1322</c:v>
                </c:pt>
                <c:pt idx="135">
                  <c:v>1400</c:v>
                </c:pt>
                <c:pt idx="136">
                  <c:v>1409</c:v>
                </c:pt>
                <c:pt idx="137">
                  <c:v>1526</c:v>
                </c:pt>
                <c:pt idx="138">
                  <c:v>1523</c:v>
                </c:pt>
                <c:pt idx="139">
                  <c:v>1520</c:v>
                </c:pt>
                <c:pt idx="140">
                  <c:v>1482</c:v>
                </c:pt>
                <c:pt idx="141">
                  <c:v>1482</c:v>
                </c:pt>
                <c:pt idx="142">
                  <c:v>1333</c:v>
                </c:pt>
                <c:pt idx="143">
                  <c:v>1315</c:v>
                </c:pt>
                <c:pt idx="144">
                  <c:v>1017</c:v>
                </c:pt>
                <c:pt idx="145">
                  <c:v>939</c:v>
                </c:pt>
                <c:pt idx="146">
                  <c:v>1041</c:v>
                </c:pt>
                <c:pt idx="147">
                  <c:v>986</c:v>
                </c:pt>
                <c:pt idx="148">
                  <c:v>977</c:v>
                </c:pt>
                <c:pt idx="149">
                  <c:v>896</c:v>
                </c:pt>
                <c:pt idx="150">
                  <c:v>614</c:v>
                </c:pt>
                <c:pt idx="151">
                  <c:v>478</c:v>
                </c:pt>
                <c:pt idx="152">
                  <c:v>413</c:v>
                </c:pt>
                <c:pt idx="153">
                  <c:v>382</c:v>
                </c:pt>
                <c:pt idx="154">
                  <c:v>372</c:v>
                </c:pt>
                <c:pt idx="155">
                  <c:v>354</c:v>
                </c:pt>
                <c:pt idx="156">
                  <c:v>330</c:v>
                </c:pt>
                <c:pt idx="157">
                  <c:v>272</c:v>
                </c:pt>
                <c:pt idx="158">
                  <c:v>260</c:v>
                </c:pt>
                <c:pt idx="159">
                  <c:v>228</c:v>
                </c:pt>
                <c:pt idx="160">
                  <c:v>218</c:v>
                </c:pt>
                <c:pt idx="161">
                  <c:v>189</c:v>
                </c:pt>
                <c:pt idx="162">
                  <c:v>263</c:v>
                </c:pt>
                <c:pt idx="163">
                  <c:v>319</c:v>
                </c:pt>
                <c:pt idx="164">
                  <c:v>294</c:v>
                </c:pt>
                <c:pt idx="165">
                  <c:v>188</c:v>
                </c:pt>
                <c:pt idx="166">
                  <c:v>201</c:v>
                </c:pt>
                <c:pt idx="167">
                  <c:v>250</c:v>
                </c:pt>
                <c:pt idx="168">
                  <c:v>278</c:v>
                </c:pt>
                <c:pt idx="169">
                  <c:v>322</c:v>
                </c:pt>
                <c:pt idx="170">
                  <c:v>322</c:v>
                </c:pt>
                <c:pt idx="171">
                  <c:v>260</c:v>
                </c:pt>
                <c:pt idx="172">
                  <c:v>142</c:v>
                </c:pt>
                <c:pt idx="173">
                  <c:v>232</c:v>
                </c:pt>
                <c:pt idx="174">
                  <c:v>297</c:v>
                </c:pt>
                <c:pt idx="175">
                  <c:v>469</c:v>
                </c:pt>
                <c:pt idx="176">
                  <c:v>654</c:v>
                </c:pt>
                <c:pt idx="177">
                  <c:v>812</c:v>
                </c:pt>
                <c:pt idx="178">
                  <c:v>985</c:v>
                </c:pt>
                <c:pt idx="179">
                  <c:v>1216</c:v>
                </c:pt>
                <c:pt idx="180">
                  <c:v>1420</c:v>
                </c:pt>
                <c:pt idx="181">
                  <c:v>1432</c:v>
                </c:pt>
                <c:pt idx="182">
                  <c:v>1392</c:v>
                </c:pt>
                <c:pt idx="183">
                  <c:v>1442</c:v>
                </c:pt>
                <c:pt idx="184">
                  <c:v>1450</c:v>
                </c:pt>
                <c:pt idx="185">
                  <c:v>1432</c:v>
                </c:pt>
                <c:pt idx="186">
                  <c:v>1322</c:v>
                </c:pt>
                <c:pt idx="187">
                  <c:v>1209</c:v>
                </c:pt>
                <c:pt idx="188">
                  <c:v>1216</c:v>
                </c:pt>
                <c:pt idx="189">
                  <c:v>1233</c:v>
                </c:pt>
                <c:pt idx="190">
                  <c:v>1271</c:v>
                </c:pt>
                <c:pt idx="191">
                  <c:v>1213</c:v>
                </c:pt>
                <c:pt idx="192">
                  <c:v>764</c:v>
                </c:pt>
                <c:pt idx="193">
                  <c:v>788</c:v>
                </c:pt>
                <c:pt idx="194">
                  <c:v>848</c:v>
                </c:pt>
                <c:pt idx="195">
                  <c:v>876</c:v>
                </c:pt>
                <c:pt idx="196">
                  <c:v>927</c:v>
                </c:pt>
                <c:pt idx="197">
                  <c:v>825</c:v>
                </c:pt>
                <c:pt idx="198">
                  <c:v>649</c:v>
                </c:pt>
                <c:pt idx="199">
                  <c:v>615</c:v>
                </c:pt>
                <c:pt idx="200">
                  <c:v>554</c:v>
                </c:pt>
                <c:pt idx="201">
                  <c:v>565</c:v>
                </c:pt>
                <c:pt idx="202">
                  <c:v>509</c:v>
                </c:pt>
                <c:pt idx="203">
                  <c:v>460</c:v>
                </c:pt>
                <c:pt idx="204">
                  <c:v>538</c:v>
                </c:pt>
                <c:pt idx="205">
                  <c:v>653</c:v>
                </c:pt>
                <c:pt idx="206">
                  <c:v>762</c:v>
                </c:pt>
                <c:pt idx="207">
                  <c:v>793</c:v>
                </c:pt>
                <c:pt idx="208">
                  <c:v>863</c:v>
                </c:pt>
                <c:pt idx="209">
                  <c:v>844</c:v>
                </c:pt>
                <c:pt idx="210">
                  <c:v>737</c:v>
                </c:pt>
                <c:pt idx="211">
                  <c:v>663</c:v>
                </c:pt>
                <c:pt idx="212">
                  <c:v>718</c:v>
                </c:pt>
                <c:pt idx="213">
                  <c:v>720</c:v>
                </c:pt>
                <c:pt idx="214">
                  <c:v>641</c:v>
                </c:pt>
                <c:pt idx="215">
                  <c:v>572</c:v>
                </c:pt>
                <c:pt idx="216">
                  <c:v>512</c:v>
                </c:pt>
                <c:pt idx="217">
                  <c:v>491</c:v>
                </c:pt>
                <c:pt idx="218">
                  <c:v>393</c:v>
                </c:pt>
                <c:pt idx="219">
                  <c:v>274</c:v>
                </c:pt>
                <c:pt idx="220">
                  <c:v>316</c:v>
                </c:pt>
                <c:pt idx="221">
                  <c:v>336</c:v>
                </c:pt>
                <c:pt idx="222">
                  <c:v>355</c:v>
                </c:pt>
                <c:pt idx="223">
                  <c:v>395</c:v>
                </c:pt>
                <c:pt idx="224">
                  <c:v>518</c:v>
                </c:pt>
                <c:pt idx="225">
                  <c:v>552</c:v>
                </c:pt>
                <c:pt idx="226">
                  <c:v>589</c:v>
                </c:pt>
                <c:pt idx="227">
                  <c:v>541</c:v>
                </c:pt>
                <c:pt idx="228">
                  <c:v>531</c:v>
                </c:pt>
                <c:pt idx="229">
                  <c:v>554</c:v>
                </c:pt>
                <c:pt idx="230">
                  <c:v>577</c:v>
                </c:pt>
                <c:pt idx="231">
                  <c:v>549</c:v>
                </c:pt>
                <c:pt idx="232">
                  <c:v>513</c:v>
                </c:pt>
                <c:pt idx="233">
                  <c:v>477</c:v>
                </c:pt>
                <c:pt idx="234">
                  <c:v>369</c:v>
                </c:pt>
                <c:pt idx="235">
                  <c:v>333</c:v>
                </c:pt>
                <c:pt idx="236">
                  <c:v>354</c:v>
                </c:pt>
                <c:pt idx="237">
                  <c:v>250</c:v>
                </c:pt>
                <c:pt idx="238">
                  <c:v>192</c:v>
                </c:pt>
                <c:pt idx="239">
                  <c:v>181</c:v>
                </c:pt>
                <c:pt idx="240">
                  <c:v>131</c:v>
                </c:pt>
                <c:pt idx="241">
                  <c:v>170</c:v>
                </c:pt>
                <c:pt idx="242">
                  <c:v>144</c:v>
                </c:pt>
                <c:pt idx="243">
                  <c:v>81</c:v>
                </c:pt>
                <c:pt idx="244">
                  <c:v>62</c:v>
                </c:pt>
                <c:pt idx="245">
                  <c:v>24</c:v>
                </c:pt>
                <c:pt idx="246">
                  <c:v>46</c:v>
                </c:pt>
                <c:pt idx="247">
                  <c:v>86</c:v>
                </c:pt>
                <c:pt idx="248">
                  <c:v>125</c:v>
                </c:pt>
                <c:pt idx="249">
                  <c:v>211</c:v>
                </c:pt>
                <c:pt idx="250">
                  <c:v>321</c:v>
                </c:pt>
                <c:pt idx="251">
                  <c:v>467</c:v>
                </c:pt>
                <c:pt idx="252">
                  <c:v>444</c:v>
                </c:pt>
                <c:pt idx="253">
                  <c:v>425</c:v>
                </c:pt>
                <c:pt idx="254">
                  <c:v>378</c:v>
                </c:pt>
                <c:pt idx="255">
                  <c:v>366</c:v>
                </c:pt>
                <c:pt idx="256">
                  <c:v>378</c:v>
                </c:pt>
                <c:pt idx="257">
                  <c:v>452</c:v>
                </c:pt>
                <c:pt idx="258">
                  <c:v>600</c:v>
                </c:pt>
                <c:pt idx="259">
                  <c:v>749</c:v>
                </c:pt>
                <c:pt idx="260">
                  <c:v>732</c:v>
                </c:pt>
                <c:pt idx="261">
                  <c:v>712</c:v>
                </c:pt>
                <c:pt idx="262">
                  <c:v>747</c:v>
                </c:pt>
                <c:pt idx="263">
                  <c:v>802</c:v>
                </c:pt>
                <c:pt idx="264">
                  <c:v>909</c:v>
                </c:pt>
                <c:pt idx="265">
                  <c:v>1055</c:v>
                </c:pt>
                <c:pt idx="266">
                  <c:v>1036</c:v>
                </c:pt>
                <c:pt idx="267">
                  <c:v>1099</c:v>
                </c:pt>
                <c:pt idx="268">
                  <c:v>1093</c:v>
                </c:pt>
                <c:pt idx="269">
                  <c:v>1181</c:v>
                </c:pt>
                <c:pt idx="270">
                  <c:v>1164</c:v>
                </c:pt>
                <c:pt idx="271">
                  <c:v>1158</c:v>
                </c:pt>
                <c:pt idx="272">
                  <c:v>1440</c:v>
                </c:pt>
                <c:pt idx="273">
                  <c:v>1569</c:v>
                </c:pt>
                <c:pt idx="274">
                  <c:v>1609</c:v>
                </c:pt>
                <c:pt idx="275">
                  <c:v>1289</c:v>
                </c:pt>
                <c:pt idx="276">
                  <c:v>1081</c:v>
                </c:pt>
                <c:pt idx="277">
                  <c:v>970</c:v>
                </c:pt>
                <c:pt idx="278">
                  <c:v>1021</c:v>
                </c:pt>
                <c:pt idx="279">
                  <c:v>1336</c:v>
                </c:pt>
                <c:pt idx="280">
                  <c:v>1338</c:v>
                </c:pt>
                <c:pt idx="281">
                  <c:v>1306</c:v>
                </c:pt>
                <c:pt idx="282">
                  <c:v>1415</c:v>
                </c:pt>
                <c:pt idx="283">
                  <c:v>1551</c:v>
                </c:pt>
                <c:pt idx="284">
                  <c:v>1474</c:v>
                </c:pt>
                <c:pt idx="285">
                  <c:v>1373</c:v>
                </c:pt>
                <c:pt idx="286">
                  <c:v>1254</c:v>
                </c:pt>
                <c:pt idx="287">
                  <c:v>1098</c:v>
                </c:pt>
                <c:pt idx="288">
                  <c:v>1317</c:v>
                </c:pt>
                <c:pt idx="289">
                  <c:v>1336</c:v>
                </c:pt>
                <c:pt idx="290">
                  <c:v>1246</c:v>
                </c:pt>
                <c:pt idx="291">
                  <c:v>1091</c:v>
                </c:pt>
                <c:pt idx="292">
                  <c:v>926</c:v>
                </c:pt>
                <c:pt idx="293">
                  <c:v>753</c:v>
                </c:pt>
                <c:pt idx="294">
                  <c:v>719</c:v>
                </c:pt>
                <c:pt idx="295">
                  <c:v>587</c:v>
                </c:pt>
                <c:pt idx="296">
                  <c:v>484</c:v>
                </c:pt>
                <c:pt idx="297">
                  <c:v>394</c:v>
                </c:pt>
                <c:pt idx="298">
                  <c:v>297</c:v>
                </c:pt>
                <c:pt idx="299">
                  <c:v>377</c:v>
                </c:pt>
                <c:pt idx="300">
                  <c:v>330</c:v>
                </c:pt>
                <c:pt idx="301">
                  <c:v>196</c:v>
                </c:pt>
                <c:pt idx="302">
                  <c:v>149</c:v>
                </c:pt>
                <c:pt idx="303">
                  <c:v>89</c:v>
                </c:pt>
                <c:pt idx="304">
                  <c:v>232</c:v>
                </c:pt>
                <c:pt idx="305">
                  <c:v>192</c:v>
                </c:pt>
                <c:pt idx="306">
                  <c:v>86</c:v>
                </c:pt>
                <c:pt idx="307">
                  <c:v>-3</c:v>
                </c:pt>
                <c:pt idx="308">
                  <c:v>2</c:v>
                </c:pt>
                <c:pt idx="309">
                  <c:v>-20</c:v>
                </c:pt>
                <c:pt idx="310">
                  <c:v>40</c:v>
                </c:pt>
                <c:pt idx="311">
                  <c:v>45</c:v>
                </c:pt>
                <c:pt idx="312">
                  <c:v>30</c:v>
                </c:pt>
                <c:pt idx="313">
                  <c:v>26</c:v>
                </c:pt>
                <c:pt idx="314">
                  <c:v>72</c:v>
                </c:pt>
                <c:pt idx="315">
                  <c:v>149</c:v>
                </c:pt>
                <c:pt idx="316">
                  <c:v>248</c:v>
                </c:pt>
                <c:pt idx="317">
                  <c:v>266</c:v>
                </c:pt>
                <c:pt idx="318">
                  <c:v>257</c:v>
                </c:pt>
                <c:pt idx="319">
                  <c:v>337</c:v>
                </c:pt>
                <c:pt idx="320">
                  <c:v>357</c:v>
                </c:pt>
                <c:pt idx="321">
                  <c:v>337</c:v>
                </c:pt>
                <c:pt idx="322">
                  <c:v>394</c:v>
                </c:pt>
                <c:pt idx="323">
                  <c:v>379</c:v>
                </c:pt>
                <c:pt idx="324">
                  <c:v>317</c:v>
                </c:pt>
                <c:pt idx="325">
                  <c:v>372</c:v>
                </c:pt>
                <c:pt idx="326">
                  <c:v>388</c:v>
                </c:pt>
                <c:pt idx="327">
                  <c:v>250</c:v>
                </c:pt>
                <c:pt idx="328">
                  <c:v>134</c:v>
                </c:pt>
                <c:pt idx="329">
                  <c:v>107</c:v>
                </c:pt>
                <c:pt idx="330">
                  <c:v>143</c:v>
                </c:pt>
                <c:pt idx="331">
                  <c:v>82</c:v>
                </c:pt>
                <c:pt idx="332">
                  <c:v>62</c:v>
                </c:pt>
                <c:pt idx="333">
                  <c:v>60</c:v>
                </c:pt>
                <c:pt idx="334">
                  <c:v>58</c:v>
                </c:pt>
                <c:pt idx="335">
                  <c:v>-6</c:v>
                </c:pt>
                <c:pt idx="336">
                  <c:v>232</c:v>
                </c:pt>
                <c:pt idx="337">
                  <c:v>173</c:v>
                </c:pt>
                <c:pt idx="338">
                  <c:v>174</c:v>
                </c:pt>
                <c:pt idx="339">
                  <c:v>190</c:v>
                </c:pt>
                <c:pt idx="340">
                  <c:v>207</c:v>
                </c:pt>
                <c:pt idx="341">
                  <c:v>203</c:v>
                </c:pt>
                <c:pt idx="342">
                  <c:v>185</c:v>
                </c:pt>
                <c:pt idx="343">
                  <c:v>160</c:v>
                </c:pt>
                <c:pt idx="344">
                  <c:v>147</c:v>
                </c:pt>
                <c:pt idx="345">
                  <c:v>114</c:v>
                </c:pt>
                <c:pt idx="346">
                  <c:v>124</c:v>
                </c:pt>
                <c:pt idx="347">
                  <c:v>158</c:v>
                </c:pt>
                <c:pt idx="348">
                  <c:v>153</c:v>
                </c:pt>
                <c:pt idx="349">
                  <c:v>209</c:v>
                </c:pt>
                <c:pt idx="350">
                  <c:v>225</c:v>
                </c:pt>
                <c:pt idx="351">
                  <c:v>205</c:v>
                </c:pt>
                <c:pt idx="352">
                  <c:v>284</c:v>
                </c:pt>
                <c:pt idx="353">
                  <c:v>379</c:v>
                </c:pt>
                <c:pt idx="354">
                  <c:v>472</c:v>
                </c:pt>
                <c:pt idx="355">
                  <c:v>462</c:v>
                </c:pt>
                <c:pt idx="356">
                  <c:v>348</c:v>
                </c:pt>
                <c:pt idx="357">
                  <c:v>218</c:v>
                </c:pt>
                <c:pt idx="358">
                  <c:v>168</c:v>
                </c:pt>
                <c:pt idx="359">
                  <c:v>123</c:v>
                </c:pt>
                <c:pt idx="360">
                  <c:v>81</c:v>
                </c:pt>
                <c:pt idx="361">
                  <c:v>146</c:v>
                </c:pt>
                <c:pt idx="362">
                  <c:v>169</c:v>
                </c:pt>
                <c:pt idx="363">
                  <c:v>119</c:v>
                </c:pt>
                <c:pt idx="364">
                  <c:v>122</c:v>
                </c:pt>
                <c:pt idx="365">
                  <c:v>144</c:v>
                </c:pt>
                <c:pt idx="366">
                  <c:v>135</c:v>
                </c:pt>
                <c:pt idx="367">
                  <c:v>185</c:v>
                </c:pt>
                <c:pt idx="368">
                  <c:v>250</c:v>
                </c:pt>
                <c:pt idx="369">
                  <c:v>291</c:v>
                </c:pt>
                <c:pt idx="370">
                  <c:v>335</c:v>
                </c:pt>
                <c:pt idx="371">
                  <c:v>252</c:v>
                </c:pt>
                <c:pt idx="372">
                  <c:v>178</c:v>
                </c:pt>
                <c:pt idx="373">
                  <c:v>244</c:v>
                </c:pt>
                <c:pt idx="374">
                  <c:v>305</c:v>
                </c:pt>
                <c:pt idx="375">
                  <c:v>364</c:v>
                </c:pt>
                <c:pt idx="376">
                  <c:v>427</c:v>
                </c:pt>
                <c:pt idx="377">
                  <c:v>487</c:v>
                </c:pt>
                <c:pt idx="378">
                  <c:v>502</c:v>
                </c:pt>
                <c:pt idx="379">
                  <c:v>439</c:v>
                </c:pt>
                <c:pt idx="380">
                  <c:v>472</c:v>
                </c:pt>
                <c:pt idx="381">
                  <c:v>587</c:v>
                </c:pt>
                <c:pt idx="382">
                  <c:v>682</c:v>
                </c:pt>
                <c:pt idx="383">
                  <c:v>720</c:v>
                </c:pt>
                <c:pt idx="384">
                  <c:v>561</c:v>
                </c:pt>
                <c:pt idx="385">
                  <c:v>449</c:v>
                </c:pt>
                <c:pt idx="386">
                  <c:v>305</c:v>
                </c:pt>
                <c:pt idx="387">
                  <c:v>149</c:v>
                </c:pt>
                <c:pt idx="388">
                  <c:v>328</c:v>
                </c:pt>
                <c:pt idx="389">
                  <c:v>540</c:v>
                </c:pt>
                <c:pt idx="390">
                  <c:v>689</c:v>
                </c:pt>
                <c:pt idx="391">
                  <c:v>824</c:v>
                </c:pt>
                <c:pt idx="392">
                  <c:v>923</c:v>
                </c:pt>
                <c:pt idx="393">
                  <c:v>1055</c:v>
                </c:pt>
                <c:pt idx="394">
                  <c:v>1119</c:v>
                </c:pt>
                <c:pt idx="395">
                  <c:v>1048</c:v>
                </c:pt>
                <c:pt idx="396">
                  <c:v>1125</c:v>
                </c:pt>
                <c:pt idx="397">
                  <c:v>1009</c:v>
                </c:pt>
                <c:pt idx="398">
                  <c:v>776</c:v>
                </c:pt>
                <c:pt idx="399">
                  <c:v>795</c:v>
                </c:pt>
                <c:pt idx="400">
                  <c:v>658</c:v>
                </c:pt>
                <c:pt idx="401">
                  <c:v>695</c:v>
                </c:pt>
                <c:pt idx="402">
                  <c:v>714</c:v>
                </c:pt>
                <c:pt idx="403">
                  <c:v>653</c:v>
                </c:pt>
                <c:pt idx="404">
                  <c:v>597</c:v>
                </c:pt>
                <c:pt idx="405">
                  <c:v>543</c:v>
                </c:pt>
                <c:pt idx="406">
                  <c:v>342</c:v>
                </c:pt>
                <c:pt idx="407">
                  <c:v>545</c:v>
                </c:pt>
                <c:pt idx="408">
                  <c:v>319</c:v>
                </c:pt>
                <c:pt idx="409">
                  <c:v>390</c:v>
                </c:pt>
                <c:pt idx="410">
                  <c:v>259</c:v>
                </c:pt>
                <c:pt idx="411">
                  <c:v>11</c:v>
                </c:pt>
                <c:pt idx="412">
                  <c:v>132</c:v>
                </c:pt>
                <c:pt idx="413">
                  <c:v>404</c:v>
                </c:pt>
                <c:pt idx="414">
                  <c:v>328</c:v>
                </c:pt>
                <c:pt idx="415">
                  <c:v>344</c:v>
                </c:pt>
                <c:pt idx="416">
                  <c:v>398</c:v>
                </c:pt>
                <c:pt idx="417">
                  <c:v>450</c:v>
                </c:pt>
                <c:pt idx="418">
                  <c:v>377</c:v>
                </c:pt>
                <c:pt idx="419">
                  <c:v>257</c:v>
                </c:pt>
                <c:pt idx="420">
                  <c:v>14</c:v>
                </c:pt>
                <c:pt idx="421">
                  <c:v>-23</c:v>
                </c:pt>
                <c:pt idx="422">
                  <c:v>-183</c:v>
                </c:pt>
                <c:pt idx="423">
                  <c:v>-295</c:v>
                </c:pt>
                <c:pt idx="424">
                  <c:v>-327</c:v>
                </c:pt>
                <c:pt idx="425">
                  <c:v>-286</c:v>
                </c:pt>
                <c:pt idx="426">
                  <c:v>-452</c:v>
                </c:pt>
                <c:pt idx="427">
                  <c:v>-688</c:v>
                </c:pt>
                <c:pt idx="428">
                  <c:v>-967</c:v>
                </c:pt>
                <c:pt idx="429">
                  <c:v>-971</c:v>
                </c:pt>
                <c:pt idx="430">
                  <c:v>-946</c:v>
                </c:pt>
                <c:pt idx="431">
                  <c:v>-880</c:v>
                </c:pt>
                <c:pt idx="432">
                  <c:v>416</c:v>
                </c:pt>
                <c:pt idx="433">
                  <c:v>823</c:v>
                </c:pt>
                <c:pt idx="434">
                  <c:v>726</c:v>
                </c:pt>
                <c:pt idx="435">
                  <c:v>854</c:v>
                </c:pt>
                <c:pt idx="436">
                  <c:v>879</c:v>
                </c:pt>
                <c:pt idx="437">
                  <c:v>1040</c:v>
                </c:pt>
                <c:pt idx="438">
                  <c:v>884</c:v>
                </c:pt>
                <c:pt idx="439">
                  <c:v>603</c:v>
                </c:pt>
                <c:pt idx="440">
                  <c:v>555</c:v>
                </c:pt>
                <c:pt idx="441">
                  <c:v>658</c:v>
                </c:pt>
                <c:pt idx="442">
                  <c:v>692</c:v>
                </c:pt>
                <c:pt idx="443">
                  <c:v>716</c:v>
                </c:pt>
                <c:pt idx="444">
                  <c:v>618</c:v>
                </c:pt>
                <c:pt idx="445">
                  <c:v>664</c:v>
                </c:pt>
                <c:pt idx="446">
                  <c:v>564</c:v>
                </c:pt>
                <c:pt idx="447">
                  <c:v>612</c:v>
                </c:pt>
                <c:pt idx="448">
                  <c:v>1096</c:v>
                </c:pt>
                <c:pt idx="449">
                  <c:v>1761</c:v>
                </c:pt>
                <c:pt idx="450">
                  <c:v>2249</c:v>
                </c:pt>
                <c:pt idx="451">
                  <c:v>2307</c:v>
                </c:pt>
                <c:pt idx="452">
                  <c:v>2207</c:v>
                </c:pt>
                <c:pt idx="453">
                  <c:v>2013</c:v>
                </c:pt>
                <c:pt idx="454">
                  <c:v>1794</c:v>
                </c:pt>
                <c:pt idx="455">
                  <c:v>1910</c:v>
                </c:pt>
                <c:pt idx="456">
                  <c:v>1412</c:v>
                </c:pt>
                <c:pt idx="457">
                  <c:v>1409</c:v>
                </c:pt>
                <c:pt idx="458">
                  <c:v>1213</c:v>
                </c:pt>
                <c:pt idx="459">
                  <c:v>1012</c:v>
                </c:pt>
                <c:pt idx="460">
                  <c:v>1262</c:v>
                </c:pt>
                <c:pt idx="461">
                  <c:v>1490</c:v>
                </c:pt>
                <c:pt idx="462">
                  <c:v>1767</c:v>
                </c:pt>
                <c:pt idx="463">
                  <c:v>2038</c:v>
                </c:pt>
                <c:pt idx="464">
                  <c:v>2126</c:v>
                </c:pt>
                <c:pt idx="465">
                  <c:v>1804</c:v>
                </c:pt>
                <c:pt idx="466">
                  <c:v>1229</c:v>
                </c:pt>
                <c:pt idx="467">
                  <c:v>814</c:v>
                </c:pt>
                <c:pt idx="468">
                  <c:v>685</c:v>
                </c:pt>
                <c:pt idx="469">
                  <c:v>602</c:v>
                </c:pt>
                <c:pt idx="470">
                  <c:v>554</c:v>
                </c:pt>
                <c:pt idx="471">
                  <c:v>297</c:v>
                </c:pt>
                <c:pt idx="472">
                  <c:v>-70</c:v>
                </c:pt>
                <c:pt idx="473">
                  <c:v>-380</c:v>
                </c:pt>
                <c:pt idx="474">
                  <c:v>-448</c:v>
                </c:pt>
                <c:pt idx="475">
                  <c:v>-366</c:v>
                </c:pt>
                <c:pt idx="476">
                  <c:v>-229</c:v>
                </c:pt>
                <c:pt idx="477">
                  <c:v>-159</c:v>
                </c:pt>
                <c:pt idx="478">
                  <c:v>433</c:v>
                </c:pt>
                <c:pt idx="479">
                  <c:v>741</c:v>
                </c:pt>
                <c:pt idx="480">
                  <c:v>991</c:v>
                </c:pt>
                <c:pt idx="481">
                  <c:v>1095</c:v>
                </c:pt>
                <c:pt idx="482">
                  <c:v>1099</c:v>
                </c:pt>
                <c:pt idx="483">
                  <c:v>928</c:v>
                </c:pt>
                <c:pt idx="484">
                  <c:v>896</c:v>
                </c:pt>
                <c:pt idx="485">
                  <c:v>1092</c:v>
                </c:pt>
                <c:pt idx="486">
                  <c:v>1097</c:v>
                </c:pt>
                <c:pt idx="487">
                  <c:v>1389</c:v>
                </c:pt>
                <c:pt idx="488">
                  <c:v>1378</c:v>
                </c:pt>
                <c:pt idx="489">
                  <c:v>1711</c:v>
                </c:pt>
                <c:pt idx="490">
                  <c:v>2028</c:v>
                </c:pt>
                <c:pt idx="491">
                  <c:v>2024</c:v>
                </c:pt>
                <c:pt idx="492">
                  <c:v>2233</c:v>
                </c:pt>
                <c:pt idx="493">
                  <c:v>1706</c:v>
                </c:pt>
                <c:pt idx="494">
                  <c:v>1796</c:v>
                </c:pt>
                <c:pt idx="495">
                  <c:v>1805</c:v>
                </c:pt>
                <c:pt idx="496">
                  <c:v>1930</c:v>
                </c:pt>
                <c:pt idx="497">
                  <c:v>1974</c:v>
                </c:pt>
                <c:pt idx="498">
                  <c:v>1804</c:v>
                </c:pt>
                <c:pt idx="499">
                  <c:v>1781</c:v>
                </c:pt>
                <c:pt idx="500">
                  <c:v>1684</c:v>
                </c:pt>
                <c:pt idx="501">
                  <c:v>1473</c:v>
                </c:pt>
                <c:pt idx="502">
                  <c:v>1343</c:v>
                </c:pt>
                <c:pt idx="503">
                  <c:v>1146</c:v>
                </c:pt>
                <c:pt idx="504">
                  <c:v>871</c:v>
                </c:pt>
                <c:pt idx="505">
                  <c:v>756</c:v>
                </c:pt>
                <c:pt idx="506">
                  <c:v>1073</c:v>
                </c:pt>
                <c:pt idx="507">
                  <c:v>1367</c:v>
                </c:pt>
                <c:pt idx="508">
                  <c:v>1514</c:v>
                </c:pt>
                <c:pt idx="509">
                  <c:v>1708</c:v>
                </c:pt>
                <c:pt idx="510">
                  <c:v>1832</c:v>
                </c:pt>
                <c:pt idx="511">
                  <c:v>1753</c:v>
                </c:pt>
                <c:pt idx="512">
                  <c:v>1663</c:v>
                </c:pt>
                <c:pt idx="513">
                  <c:v>1453</c:v>
                </c:pt>
                <c:pt idx="514">
                  <c:v>1327</c:v>
                </c:pt>
                <c:pt idx="515">
                  <c:v>1308</c:v>
                </c:pt>
                <c:pt idx="516">
                  <c:v>1304</c:v>
                </c:pt>
                <c:pt idx="517">
                  <c:v>1644</c:v>
                </c:pt>
                <c:pt idx="518">
                  <c:v>1721</c:v>
                </c:pt>
                <c:pt idx="519">
                  <c:v>1674</c:v>
                </c:pt>
                <c:pt idx="520">
                  <c:v>1293</c:v>
                </c:pt>
                <c:pt idx="521">
                  <c:v>1026</c:v>
                </c:pt>
                <c:pt idx="522">
                  <c:v>1006</c:v>
                </c:pt>
                <c:pt idx="523">
                  <c:v>952</c:v>
                </c:pt>
                <c:pt idx="524">
                  <c:v>718</c:v>
                </c:pt>
                <c:pt idx="525">
                  <c:v>520</c:v>
                </c:pt>
                <c:pt idx="526">
                  <c:v>459</c:v>
                </c:pt>
                <c:pt idx="527">
                  <c:v>239</c:v>
                </c:pt>
                <c:pt idx="528">
                  <c:v>786</c:v>
                </c:pt>
                <c:pt idx="529">
                  <c:v>810</c:v>
                </c:pt>
                <c:pt idx="530">
                  <c:v>744</c:v>
                </c:pt>
                <c:pt idx="531">
                  <c:v>805</c:v>
                </c:pt>
                <c:pt idx="532">
                  <c:v>778</c:v>
                </c:pt>
                <c:pt idx="533">
                  <c:v>749</c:v>
                </c:pt>
                <c:pt idx="534">
                  <c:v>849</c:v>
                </c:pt>
                <c:pt idx="535">
                  <c:v>550</c:v>
                </c:pt>
                <c:pt idx="536">
                  <c:v>354</c:v>
                </c:pt>
                <c:pt idx="537">
                  <c:v>339</c:v>
                </c:pt>
                <c:pt idx="538">
                  <c:v>302</c:v>
                </c:pt>
                <c:pt idx="539">
                  <c:v>187</c:v>
                </c:pt>
                <c:pt idx="540">
                  <c:v>-137</c:v>
                </c:pt>
                <c:pt idx="541">
                  <c:v>199</c:v>
                </c:pt>
                <c:pt idx="542">
                  <c:v>630</c:v>
                </c:pt>
                <c:pt idx="543">
                  <c:v>819</c:v>
                </c:pt>
                <c:pt idx="544">
                  <c:v>882</c:v>
                </c:pt>
                <c:pt idx="545">
                  <c:v>755</c:v>
                </c:pt>
                <c:pt idx="546">
                  <c:v>820</c:v>
                </c:pt>
                <c:pt idx="547">
                  <c:v>904</c:v>
                </c:pt>
                <c:pt idx="548">
                  <c:v>913</c:v>
                </c:pt>
                <c:pt idx="549">
                  <c:v>1013</c:v>
                </c:pt>
                <c:pt idx="550">
                  <c:v>1270</c:v>
                </c:pt>
                <c:pt idx="551">
                  <c:v>1298</c:v>
                </c:pt>
                <c:pt idx="552">
                  <c:v>1274</c:v>
                </c:pt>
                <c:pt idx="553">
                  <c:v>1262</c:v>
                </c:pt>
                <c:pt idx="554">
                  <c:v>1155</c:v>
                </c:pt>
                <c:pt idx="555">
                  <c:v>1149</c:v>
                </c:pt>
                <c:pt idx="556">
                  <c:v>1246</c:v>
                </c:pt>
                <c:pt idx="557">
                  <c:v>1303</c:v>
                </c:pt>
                <c:pt idx="558">
                  <c:v>1492</c:v>
                </c:pt>
                <c:pt idx="559">
                  <c:v>1182</c:v>
                </c:pt>
                <c:pt idx="560">
                  <c:v>831</c:v>
                </c:pt>
                <c:pt idx="561">
                  <c:v>427</c:v>
                </c:pt>
                <c:pt idx="562">
                  <c:v>142</c:v>
                </c:pt>
                <c:pt idx="563">
                  <c:v>-63</c:v>
                </c:pt>
                <c:pt idx="564">
                  <c:v>-119</c:v>
                </c:pt>
                <c:pt idx="565">
                  <c:v>-180</c:v>
                </c:pt>
                <c:pt idx="566">
                  <c:v>-353</c:v>
                </c:pt>
                <c:pt idx="567">
                  <c:v>-442</c:v>
                </c:pt>
                <c:pt idx="568">
                  <c:v>-469</c:v>
                </c:pt>
                <c:pt idx="569">
                  <c:v>-686</c:v>
                </c:pt>
                <c:pt idx="570">
                  <c:v>-735</c:v>
                </c:pt>
                <c:pt idx="571">
                  <c:v>-863</c:v>
                </c:pt>
                <c:pt idx="572">
                  <c:v>-1022</c:v>
                </c:pt>
                <c:pt idx="573">
                  <c:v>-1131</c:v>
                </c:pt>
                <c:pt idx="574">
                  <c:v>-1153</c:v>
                </c:pt>
                <c:pt idx="575">
                  <c:v>-1044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E2-4AF3-9942-68F7C9C0B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92574191"/>
        <c:axId val="1392575151"/>
      </c:lineChart>
      <c:catAx>
        <c:axId val="1392574191"/>
        <c:scaling>
          <c:orientation val="minMax"/>
        </c:scaling>
        <c:delete val="1"/>
        <c:axPos val="b"/>
        <c:majorTickMark val="none"/>
        <c:minorTickMark val="none"/>
        <c:tickLblPos val="nextTo"/>
        <c:crossAx val="1392575151"/>
        <c:crosses val="autoZero"/>
        <c:auto val="1"/>
        <c:lblAlgn val="ctr"/>
        <c:lblOffset val="100"/>
        <c:noMultiLvlLbl val="0"/>
      </c:catAx>
      <c:valAx>
        <c:axId val="1392575151"/>
        <c:scaling>
          <c:orientation val="minMax"/>
          <c:max val="3200"/>
          <c:min val="-1000"/>
        </c:scaling>
        <c:delete val="1"/>
        <c:axPos val="l"/>
        <c:numFmt formatCode="General" sourceLinked="1"/>
        <c:majorTickMark val="none"/>
        <c:minorTickMark val="none"/>
        <c:tickLblPos val="nextTo"/>
        <c:crossAx val="13925741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5.8796296296296296E-3"/>
          <c:w val="0.99999999999999989"/>
          <c:h val="0.96144027777777774"/>
        </c:manualLayout>
      </c:layout>
      <c:lineChart>
        <c:grouping val="standard"/>
        <c:varyColors val="0"/>
        <c:ser>
          <c:idx val="2"/>
          <c:order val="0"/>
          <c:tx>
            <c:strRef>
              <c:f>load_ramping!$D$1</c:f>
              <c:strCache>
                <c:ptCount val="1"/>
                <c:pt idx="0">
                  <c:v>2015</c:v>
                </c:pt>
              </c:strCache>
            </c:strRef>
          </c:tx>
          <c:spPr>
            <a:ln w="6350" cap="rnd">
              <a:solidFill>
                <a:srgbClr val="156082"/>
              </a:solidFill>
              <a:round/>
            </a:ln>
            <a:effectLst/>
          </c:spPr>
          <c:marker>
            <c:symbol val="none"/>
          </c:marker>
          <c:val>
            <c:numRef>
              <c:f>load_ramping!$D$2:$D$25</c:f>
              <c:numCache>
                <c:formatCode>General</c:formatCode>
                <c:ptCount val="24"/>
                <c:pt idx="0">
                  <c:v>19313</c:v>
                </c:pt>
                <c:pt idx="1">
                  <c:v>18258</c:v>
                </c:pt>
                <c:pt idx="2">
                  <c:v>17822</c:v>
                </c:pt>
                <c:pt idx="3">
                  <c:v>17666</c:v>
                </c:pt>
                <c:pt idx="4">
                  <c:v>17900</c:v>
                </c:pt>
                <c:pt idx="5">
                  <c:v>18576</c:v>
                </c:pt>
                <c:pt idx="6">
                  <c:v>20556</c:v>
                </c:pt>
                <c:pt idx="7">
                  <c:v>21255</c:v>
                </c:pt>
                <c:pt idx="8">
                  <c:v>19828</c:v>
                </c:pt>
                <c:pt idx="9">
                  <c:v>18643</c:v>
                </c:pt>
                <c:pt idx="10">
                  <c:v>18151</c:v>
                </c:pt>
                <c:pt idx="11">
                  <c:v>17571</c:v>
                </c:pt>
                <c:pt idx="12">
                  <c:v>17375</c:v>
                </c:pt>
                <c:pt idx="13">
                  <c:v>17560</c:v>
                </c:pt>
                <c:pt idx="14">
                  <c:v>17714</c:v>
                </c:pt>
                <c:pt idx="15">
                  <c:v>18176</c:v>
                </c:pt>
                <c:pt idx="16">
                  <c:v>19202</c:v>
                </c:pt>
                <c:pt idx="17">
                  <c:v>20934</c:v>
                </c:pt>
                <c:pt idx="18">
                  <c:v>22953</c:v>
                </c:pt>
                <c:pt idx="19">
                  <c:v>24839</c:v>
                </c:pt>
                <c:pt idx="20">
                  <c:v>26129</c:v>
                </c:pt>
                <c:pt idx="21">
                  <c:v>25022</c:v>
                </c:pt>
                <c:pt idx="22">
                  <c:v>22888</c:v>
                </c:pt>
                <c:pt idx="23">
                  <c:v>20759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FC-4EE8-8503-1B5E192A1A20}"/>
            </c:ext>
          </c:extLst>
        </c:ser>
        <c:ser>
          <c:idx val="4"/>
          <c:order val="1"/>
          <c:tx>
            <c:strRef>
              <c:f>load_ramping!$F$1</c:f>
              <c:strCache>
                <c:ptCount val="1"/>
                <c:pt idx="0">
                  <c:v>2017</c:v>
                </c:pt>
              </c:strCache>
            </c:strRef>
          </c:tx>
          <c:spPr>
            <a:ln w="6350" cap="rnd">
              <a:solidFill>
                <a:srgbClr val="196B24"/>
              </a:solidFill>
              <a:round/>
            </a:ln>
            <a:effectLst/>
          </c:spPr>
          <c:marker>
            <c:symbol val="none"/>
          </c:marker>
          <c:val>
            <c:numRef>
              <c:f>load_ramping!$F$2:$F$25</c:f>
              <c:numCache>
                <c:formatCode>General</c:formatCode>
                <c:ptCount val="24"/>
                <c:pt idx="0">
                  <c:v>16896</c:v>
                </c:pt>
                <c:pt idx="1">
                  <c:v>15981</c:v>
                </c:pt>
                <c:pt idx="2">
                  <c:v>15791</c:v>
                </c:pt>
                <c:pt idx="3">
                  <c:v>15319</c:v>
                </c:pt>
                <c:pt idx="4">
                  <c:v>15998</c:v>
                </c:pt>
                <c:pt idx="5">
                  <c:v>17155</c:v>
                </c:pt>
                <c:pt idx="6">
                  <c:v>19077</c:v>
                </c:pt>
                <c:pt idx="7">
                  <c:v>18777</c:v>
                </c:pt>
                <c:pt idx="8">
                  <c:v>15229</c:v>
                </c:pt>
                <c:pt idx="9">
                  <c:v>12891</c:v>
                </c:pt>
                <c:pt idx="10">
                  <c:v>11961</c:v>
                </c:pt>
                <c:pt idx="11">
                  <c:v>12319</c:v>
                </c:pt>
                <c:pt idx="12">
                  <c:v>11703</c:v>
                </c:pt>
                <c:pt idx="13">
                  <c:v>11818</c:v>
                </c:pt>
                <c:pt idx="14">
                  <c:v>11981</c:v>
                </c:pt>
                <c:pt idx="15">
                  <c:v>12711</c:v>
                </c:pt>
                <c:pt idx="16">
                  <c:v>13716</c:v>
                </c:pt>
                <c:pt idx="17">
                  <c:v>16148</c:v>
                </c:pt>
                <c:pt idx="18">
                  <c:v>19721</c:v>
                </c:pt>
                <c:pt idx="19">
                  <c:v>22119</c:v>
                </c:pt>
                <c:pt idx="20">
                  <c:v>22389</c:v>
                </c:pt>
                <c:pt idx="21">
                  <c:v>21987</c:v>
                </c:pt>
                <c:pt idx="22">
                  <c:v>21697</c:v>
                </c:pt>
                <c:pt idx="23">
                  <c:v>20387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5FC-4EE8-8503-1B5E192A1A20}"/>
            </c:ext>
          </c:extLst>
        </c:ser>
        <c:ser>
          <c:idx val="6"/>
          <c:order val="2"/>
          <c:tx>
            <c:strRef>
              <c:f>load_ramping!$H$1</c:f>
              <c:strCache>
                <c:ptCount val="1"/>
                <c:pt idx="0">
                  <c:v>2019</c:v>
                </c:pt>
              </c:strCache>
            </c:strRef>
          </c:tx>
          <c:spPr>
            <a:ln w="63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val>
            <c:numRef>
              <c:f>load_ramping!$H$2:$H$25</c:f>
              <c:numCache>
                <c:formatCode>General</c:formatCode>
                <c:ptCount val="24"/>
                <c:pt idx="0">
                  <c:v>19368</c:v>
                </c:pt>
                <c:pt idx="1">
                  <c:v>18725</c:v>
                </c:pt>
                <c:pt idx="2">
                  <c:v>18121</c:v>
                </c:pt>
                <c:pt idx="3">
                  <c:v>17963</c:v>
                </c:pt>
                <c:pt idx="4">
                  <c:v>18041</c:v>
                </c:pt>
                <c:pt idx="5">
                  <c:v>18465</c:v>
                </c:pt>
                <c:pt idx="6">
                  <c:v>19336</c:v>
                </c:pt>
                <c:pt idx="7">
                  <c:v>17021</c:v>
                </c:pt>
                <c:pt idx="8">
                  <c:v>12414</c:v>
                </c:pt>
                <c:pt idx="9">
                  <c:v>9950</c:v>
                </c:pt>
                <c:pt idx="10">
                  <c:v>8890</c:v>
                </c:pt>
                <c:pt idx="11">
                  <c:v>8822</c:v>
                </c:pt>
                <c:pt idx="12">
                  <c:v>8548</c:v>
                </c:pt>
                <c:pt idx="13">
                  <c:v>8430</c:v>
                </c:pt>
                <c:pt idx="14">
                  <c:v>8301</c:v>
                </c:pt>
                <c:pt idx="15">
                  <c:v>9154</c:v>
                </c:pt>
                <c:pt idx="16">
                  <c:v>11107</c:v>
                </c:pt>
                <c:pt idx="17">
                  <c:v>15943</c:v>
                </c:pt>
                <c:pt idx="18">
                  <c:v>21782</c:v>
                </c:pt>
                <c:pt idx="19">
                  <c:v>24541</c:v>
                </c:pt>
                <c:pt idx="20">
                  <c:v>24349</c:v>
                </c:pt>
                <c:pt idx="21">
                  <c:v>23280</c:v>
                </c:pt>
                <c:pt idx="22">
                  <c:v>21810</c:v>
                </c:pt>
                <c:pt idx="23">
                  <c:v>20391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5FC-4EE8-8503-1B5E192A1A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39266992"/>
        <c:axId val="539265552"/>
      </c:lineChart>
      <c:catAx>
        <c:axId val="539266992"/>
        <c:scaling>
          <c:orientation val="minMax"/>
        </c:scaling>
        <c:delete val="1"/>
        <c:axPos val="b"/>
        <c:majorTickMark val="none"/>
        <c:minorTickMark val="none"/>
        <c:tickLblPos val="nextTo"/>
        <c:crossAx val="539265552"/>
        <c:crosses val="autoZero"/>
        <c:auto val="1"/>
        <c:lblAlgn val="ctr"/>
        <c:lblOffset val="100"/>
        <c:noMultiLvlLbl val="0"/>
      </c:catAx>
      <c:valAx>
        <c:axId val="539265552"/>
        <c:scaling>
          <c:orientation val="minMax"/>
          <c:max val="27000"/>
          <c:min val="8000"/>
        </c:scaling>
        <c:delete val="1"/>
        <c:axPos val="l"/>
        <c:numFmt formatCode="General" sourceLinked="1"/>
        <c:majorTickMark val="none"/>
        <c:minorTickMark val="none"/>
        <c:tickLblPos val="nextTo"/>
        <c:crossAx val="539266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 flow (MW)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Sheet1!$B$2:$B$25</c:f>
              <c:numCache>
                <c:formatCode>General</c:formatCode>
                <c:ptCount val="24"/>
                <c:pt idx="0">
                  <c:v>1100</c:v>
                </c:pt>
                <c:pt idx="1">
                  <c:v>1300</c:v>
                </c:pt>
                <c:pt idx="2">
                  <c:v>1150</c:v>
                </c:pt>
                <c:pt idx="3">
                  <c:v>1000</c:v>
                </c:pt>
                <c:pt idx="4">
                  <c:v>1250</c:v>
                </c:pt>
                <c:pt idx="5">
                  <c:v>1300</c:v>
                </c:pt>
                <c:pt idx="6">
                  <c:v>2500</c:v>
                </c:pt>
                <c:pt idx="7">
                  <c:v>3000</c:v>
                </c:pt>
                <c:pt idx="8">
                  <c:v>3100</c:v>
                </c:pt>
                <c:pt idx="9">
                  <c:v>3000</c:v>
                </c:pt>
                <c:pt idx="10">
                  <c:v>2900</c:v>
                </c:pt>
                <c:pt idx="11">
                  <c:v>2800</c:v>
                </c:pt>
                <c:pt idx="12">
                  <c:v>2800</c:v>
                </c:pt>
                <c:pt idx="13">
                  <c:v>2900</c:v>
                </c:pt>
                <c:pt idx="14">
                  <c:v>3200</c:v>
                </c:pt>
                <c:pt idx="15">
                  <c:v>3400</c:v>
                </c:pt>
                <c:pt idx="16">
                  <c:v>3600</c:v>
                </c:pt>
                <c:pt idx="17">
                  <c:v>3700</c:v>
                </c:pt>
                <c:pt idx="18">
                  <c:v>3700</c:v>
                </c:pt>
                <c:pt idx="19">
                  <c:v>3500</c:v>
                </c:pt>
                <c:pt idx="20">
                  <c:v>3200</c:v>
                </c:pt>
                <c:pt idx="21">
                  <c:v>2600</c:v>
                </c:pt>
                <c:pt idx="22">
                  <c:v>1800</c:v>
                </c:pt>
                <c:pt idx="2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79-43EB-AB13-17C601335C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Frequency response avaliability (MW)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Sheet1!$C$2:$C$25</c:f>
              <c:numCache>
                <c:formatCode>General</c:formatCode>
                <c:ptCount val="24"/>
                <c:pt idx="0">
                  <c:v>3900</c:v>
                </c:pt>
                <c:pt idx="1">
                  <c:v>3700</c:v>
                </c:pt>
                <c:pt idx="2">
                  <c:v>3850</c:v>
                </c:pt>
                <c:pt idx="3">
                  <c:v>4000</c:v>
                </c:pt>
                <c:pt idx="4">
                  <c:v>3750</c:v>
                </c:pt>
                <c:pt idx="5">
                  <c:v>3700</c:v>
                </c:pt>
                <c:pt idx="6">
                  <c:v>2500</c:v>
                </c:pt>
                <c:pt idx="7">
                  <c:v>2000</c:v>
                </c:pt>
                <c:pt idx="8">
                  <c:v>1900</c:v>
                </c:pt>
                <c:pt idx="9">
                  <c:v>2000</c:v>
                </c:pt>
                <c:pt idx="10">
                  <c:v>2100</c:v>
                </c:pt>
                <c:pt idx="11">
                  <c:v>2200</c:v>
                </c:pt>
                <c:pt idx="12">
                  <c:v>2200</c:v>
                </c:pt>
                <c:pt idx="13">
                  <c:v>2100</c:v>
                </c:pt>
                <c:pt idx="14">
                  <c:v>1800</c:v>
                </c:pt>
                <c:pt idx="15">
                  <c:v>1600</c:v>
                </c:pt>
                <c:pt idx="16">
                  <c:v>1400</c:v>
                </c:pt>
                <c:pt idx="17">
                  <c:v>1300</c:v>
                </c:pt>
                <c:pt idx="18">
                  <c:v>1300</c:v>
                </c:pt>
                <c:pt idx="19">
                  <c:v>1500</c:v>
                </c:pt>
                <c:pt idx="20">
                  <c:v>1800</c:v>
                </c:pt>
                <c:pt idx="21">
                  <c:v>2400</c:v>
                </c:pt>
                <c:pt idx="22">
                  <c:v>3200</c:v>
                </c:pt>
                <c:pt idx="23">
                  <c:v>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79-43EB-AB13-17C601335C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65447631"/>
        <c:axId val="1765446671"/>
      </c:areaChart>
      <c:catAx>
        <c:axId val="1765447631"/>
        <c:scaling>
          <c:orientation val="minMax"/>
        </c:scaling>
        <c:delete val="1"/>
        <c:axPos val="b"/>
        <c:majorTickMark val="out"/>
        <c:minorTickMark val="none"/>
        <c:tickLblPos val="nextTo"/>
        <c:crossAx val="1765446671"/>
        <c:crosses val="autoZero"/>
        <c:auto val="1"/>
        <c:lblAlgn val="ctr"/>
        <c:lblOffset val="100"/>
        <c:noMultiLvlLbl val="0"/>
      </c:catAx>
      <c:valAx>
        <c:axId val="1765446671"/>
        <c:scaling>
          <c:orientation val="minMax"/>
          <c:max val="50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654476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Sheet1!$G$2:$G$53</c:f>
              <c:numCache>
                <c:formatCode>General</c:formatCode>
                <c:ptCount val="52"/>
                <c:pt idx="0">
                  <c:v>933376</c:v>
                </c:pt>
                <c:pt idx="1">
                  <c:v>690816</c:v>
                </c:pt>
                <c:pt idx="2">
                  <c:v>895928</c:v>
                </c:pt>
                <c:pt idx="3">
                  <c:v>1457720</c:v>
                </c:pt>
                <c:pt idx="4">
                  <c:v>1084392</c:v>
                </c:pt>
                <c:pt idx="5">
                  <c:v>1833816</c:v>
                </c:pt>
                <c:pt idx="6">
                  <c:v>1881416</c:v>
                </c:pt>
                <c:pt idx="7">
                  <c:v>1966312</c:v>
                </c:pt>
                <c:pt idx="8">
                  <c:v>3213872</c:v>
                </c:pt>
                <c:pt idx="9">
                  <c:v>3003928</c:v>
                </c:pt>
                <c:pt idx="10">
                  <c:v>3353128</c:v>
                </c:pt>
                <c:pt idx="11">
                  <c:v>3667104</c:v>
                </c:pt>
                <c:pt idx="12">
                  <c:v>4373949</c:v>
                </c:pt>
                <c:pt idx="13">
                  <c:v>4438081.5</c:v>
                </c:pt>
                <c:pt idx="14">
                  <c:v>4944562</c:v>
                </c:pt>
                <c:pt idx="15">
                  <c:v>4607021</c:v>
                </c:pt>
                <c:pt idx="16">
                  <c:v>4507893</c:v>
                </c:pt>
                <c:pt idx="17">
                  <c:v>4578675.5</c:v>
                </c:pt>
                <c:pt idx="18">
                  <c:v>4478707.5</c:v>
                </c:pt>
                <c:pt idx="19">
                  <c:v>4546590.5</c:v>
                </c:pt>
                <c:pt idx="20">
                  <c:v>4502944</c:v>
                </c:pt>
                <c:pt idx="21">
                  <c:v>4034143.5</c:v>
                </c:pt>
                <c:pt idx="22">
                  <c:v>4144977.5</c:v>
                </c:pt>
                <c:pt idx="23">
                  <c:v>4096248.5</c:v>
                </c:pt>
                <c:pt idx="24">
                  <c:v>4315160.5</c:v>
                </c:pt>
                <c:pt idx="25">
                  <c:v>4270401.5</c:v>
                </c:pt>
                <c:pt idx="26">
                  <c:v>4254631</c:v>
                </c:pt>
                <c:pt idx="27">
                  <c:v>4266439</c:v>
                </c:pt>
                <c:pt idx="28">
                  <c:v>4224598</c:v>
                </c:pt>
                <c:pt idx="29">
                  <c:v>4113267.5</c:v>
                </c:pt>
                <c:pt idx="30">
                  <c:v>4104701.5</c:v>
                </c:pt>
                <c:pt idx="31">
                  <c:v>4018400</c:v>
                </c:pt>
                <c:pt idx="32">
                  <c:v>4147129</c:v>
                </c:pt>
                <c:pt idx="33">
                  <c:v>4154568</c:v>
                </c:pt>
                <c:pt idx="34">
                  <c:v>3535472</c:v>
                </c:pt>
                <c:pt idx="35">
                  <c:v>3057368</c:v>
                </c:pt>
                <c:pt idx="36">
                  <c:v>3057576</c:v>
                </c:pt>
                <c:pt idx="37">
                  <c:v>2804360</c:v>
                </c:pt>
                <c:pt idx="38">
                  <c:v>2373408</c:v>
                </c:pt>
                <c:pt idx="39">
                  <c:v>2385616</c:v>
                </c:pt>
                <c:pt idx="40">
                  <c:v>1949784</c:v>
                </c:pt>
                <c:pt idx="41">
                  <c:v>2029864</c:v>
                </c:pt>
                <c:pt idx="42">
                  <c:v>1831456</c:v>
                </c:pt>
                <c:pt idx="43">
                  <c:v>2372056</c:v>
                </c:pt>
                <c:pt idx="44">
                  <c:v>1586088</c:v>
                </c:pt>
                <c:pt idx="45">
                  <c:v>1245872</c:v>
                </c:pt>
                <c:pt idx="46">
                  <c:v>1659000</c:v>
                </c:pt>
                <c:pt idx="47">
                  <c:v>1316288</c:v>
                </c:pt>
                <c:pt idx="48">
                  <c:v>867864</c:v>
                </c:pt>
                <c:pt idx="49">
                  <c:v>756880</c:v>
                </c:pt>
                <c:pt idx="50">
                  <c:v>470368</c:v>
                </c:pt>
                <c:pt idx="51">
                  <c:v>400808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C8-4742-AFB8-64F78FF43562}"/>
            </c:ext>
          </c:extLst>
        </c:ser>
        <c:ser>
          <c:idx val="1"/>
          <c:order val="1"/>
          <c:tx>
            <c:strRef>
              <c:f>Sheet1!$H$1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Sheet1!$H$2:$H$53</c:f>
              <c:numCache>
                <c:formatCode>General</c:formatCode>
                <c:ptCount val="52"/>
                <c:pt idx="0">
                  <c:v>4803293.5</c:v>
                </c:pt>
                <c:pt idx="1">
                  <c:v>5172544</c:v>
                </c:pt>
                <c:pt idx="2">
                  <c:v>4604635</c:v>
                </c:pt>
                <c:pt idx="3">
                  <c:v>4298049.5</c:v>
                </c:pt>
                <c:pt idx="4">
                  <c:v>4479413.5</c:v>
                </c:pt>
                <c:pt idx="5">
                  <c:v>3936846.5</c:v>
                </c:pt>
                <c:pt idx="6">
                  <c:v>3530731.5</c:v>
                </c:pt>
                <c:pt idx="7">
                  <c:v>2882843.5</c:v>
                </c:pt>
                <c:pt idx="8">
                  <c:v>2074649</c:v>
                </c:pt>
                <c:pt idx="9">
                  <c:v>2203236.5</c:v>
                </c:pt>
                <c:pt idx="10">
                  <c:v>1588869.5</c:v>
                </c:pt>
                <c:pt idx="11">
                  <c:v>1221788.5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189646.5</c:v>
                </c:pt>
                <c:pt idx="34">
                  <c:v>708709</c:v>
                </c:pt>
                <c:pt idx="35">
                  <c:v>1338891.5</c:v>
                </c:pt>
                <c:pt idx="36">
                  <c:v>1392833.5</c:v>
                </c:pt>
                <c:pt idx="37">
                  <c:v>1465450.5</c:v>
                </c:pt>
                <c:pt idx="38">
                  <c:v>1926971</c:v>
                </c:pt>
                <c:pt idx="39">
                  <c:v>2073495</c:v>
                </c:pt>
                <c:pt idx="40">
                  <c:v>2673870.5</c:v>
                </c:pt>
                <c:pt idx="41">
                  <c:v>2651777.5</c:v>
                </c:pt>
                <c:pt idx="42">
                  <c:v>2781237</c:v>
                </c:pt>
                <c:pt idx="43">
                  <c:v>2530563</c:v>
                </c:pt>
                <c:pt idx="44">
                  <c:v>3481563.5</c:v>
                </c:pt>
                <c:pt idx="45">
                  <c:v>3835310.5</c:v>
                </c:pt>
                <c:pt idx="46">
                  <c:v>3688487.5</c:v>
                </c:pt>
                <c:pt idx="47">
                  <c:v>4262493</c:v>
                </c:pt>
                <c:pt idx="48">
                  <c:v>4821528</c:v>
                </c:pt>
                <c:pt idx="49">
                  <c:v>4707227.5</c:v>
                </c:pt>
                <c:pt idx="50">
                  <c:v>5217045.5</c:v>
                </c:pt>
                <c:pt idx="51">
                  <c:v>4331780.5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C8-4742-AFB8-64F78FF43562}"/>
            </c:ext>
          </c:extLst>
        </c:ser>
        <c:ser>
          <c:idx val="2"/>
          <c:order val="2"/>
          <c:tx>
            <c:strRef>
              <c:f>Sheet1!$I$1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Sheet1!$I$2:$I$53</c:f>
              <c:numCache>
                <c:formatCode>General</c:formatCode>
                <c:ptCount val="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113627</c:v>
                </c:pt>
                <c:pt idx="13">
                  <c:v>1052326.5</c:v>
                </c:pt>
                <c:pt idx="14">
                  <c:v>570510</c:v>
                </c:pt>
                <c:pt idx="15">
                  <c:v>2792331</c:v>
                </c:pt>
                <c:pt idx="16">
                  <c:v>3026043</c:v>
                </c:pt>
                <c:pt idx="17">
                  <c:v>1423092.5</c:v>
                </c:pt>
                <c:pt idx="18">
                  <c:v>2589100.5</c:v>
                </c:pt>
                <c:pt idx="19">
                  <c:v>2299569.5</c:v>
                </c:pt>
                <c:pt idx="20">
                  <c:v>3434072</c:v>
                </c:pt>
                <c:pt idx="21">
                  <c:v>3500992.5</c:v>
                </c:pt>
                <c:pt idx="22">
                  <c:v>2771590.5</c:v>
                </c:pt>
                <c:pt idx="23">
                  <c:v>2894327.5</c:v>
                </c:pt>
                <c:pt idx="24">
                  <c:v>1773679.5</c:v>
                </c:pt>
                <c:pt idx="25">
                  <c:v>2000806.5</c:v>
                </c:pt>
                <c:pt idx="26">
                  <c:v>2010865</c:v>
                </c:pt>
                <c:pt idx="27">
                  <c:v>1900089</c:v>
                </c:pt>
                <c:pt idx="28">
                  <c:v>3944426</c:v>
                </c:pt>
                <c:pt idx="29">
                  <c:v>3147212.5</c:v>
                </c:pt>
                <c:pt idx="30">
                  <c:v>791970.5</c:v>
                </c:pt>
                <c:pt idx="31">
                  <c:v>1123296</c:v>
                </c:pt>
                <c:pt idx="32">
                  <c:v>43079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C8-4742-AFB8-64F78FF43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28649360"/>
        <c:axId val="1428658480"/>
      </c:areaChart>
      <c:lineChart>
        <c:grouping val="standard"/>
        <c:varyColors val="0"/>
        <c:ser>
          <c:idx val="3"/>
          <c:order val="3"/>
          <c:tx>
            <c:strRef>
              <c:f>Sheet1!$B$1</c:f>
              <c:strCache>
                <c:ptCount val="1"/>
                <c:pt idx="0">
                  <c:v>Demand (Black Line)</c:v>
                </c:pt>
              </c:strCache>
            </c:strRef>
          </c:tx>
          <c:spPr>
            <a:ln w="63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val>
            <c:numRef>
              <c:f>Sheet1!$B$2:$B$53</c:f>
              <c:numCache>
                <c:formatCode>General</c:formatCode>
                <c:ptCount val="52"/>
                <c:pt idx="0">
                  <c:v>5736669.5</c:v>
                </c:pt>
                <c:pt idx="1">
                  <c:v>5863360</c:v>
                </c:pt>
                <c:pt idx="2">
                  <c:v>5500563</c:v>
                </c:pt>
                <c:pt idx="3">
                  <c:v>5755769.5</c:v>
                </c:pt>
                <c:pt idx="4">
                  <c:v>5563805.5</c:v>
                </c:pt>
                <c:pt idx="5">
                  <c:v>5770662.5</c:v>
                </c:pt>
                <c:pt idx="6">
                  <c:v>5412147.5</c:v>
                </c:pt>
                <c:pt idx="7">
                  <c:v>4849155.5</c:v>
                </c:pt>
                <c:pt idx="8">
                  <c:v>5288521</c:v>
                </c:pt>
                <c:pt idx="9">
                  <c:v>5207164.5</c:v>
                </c:pt>
                <c:pt idx="10">
                  <c:v>4941997.5</c:v>
                </c:pt>
                <c:pt idx="11">
                  <c:v>4888892.5</c:v>
                </c:pt>
                <c:pt idx="12">
                  <c:v>4373949</c:v>
                </c:pt>
                <c:pt idx="13">
                  <c:v>4438081.5</c:v>
                </c:pt>
                <c:pt idx="14">
                  <c:v>4944562</c:v>
                </c:pt>
                <c:pt idx="15">
                  <c:v>4607021</c:v>
                </c:pt>
                <c:pt idx="16">
                  <c:v>4507893</c:v>
                </c:pt>
                <c:pt idx="17">
                  <c:v>4578675.5</c:v>
                </c:pt>
                <c:pt idx="18">
                  <c:v>4478707.5</c:v>
                </c:pt>
                <c:pt idx="19">
                  <c:v>4546590.5</c:v>
                </c:pt>
                <c:pt idx="20">
                  <c:v>4502944</c:v>
                </c:pt>
                <c:pt idx="21">
                  <c:v>4034143.5</c:v>
                </c:pt>
                <c:pt idx="22">
                  <c:v>4144977.5</c:v>
                </c:pt>
                <c:pt idx="23">
                  <c:v>4096248.5</c:v>
                </c:pt>
                <c:pt idx="24">
                  <c:v>4315160.5</c:v>
                </c:pt>
                <c:pt idx="25">
                  <c:v>4270401.5</c:v>
                </c:pt>
                <c:pt idx="26">
                  <c:v>4254631</c:v>
                </c:pt>
                <c:pt idx="27">
                  <c:v>4266439</c:v>
                </c:pt>
                <c:pt idx="28">
                  <c:v>4224598</c:v>
                </c:pt>
                <c:pt idx="29">
                  <c:v>4113267.5</c:v>
                </c:pt>
                <c:pt idx="30">
                  <c:v>4104701.5</c:v>
                </c:pt>
                <c:pt idx="31">
                  <c:v>4018400</c:v>
                </c:pt>
                <c:pt idx="32">
                  <c:v>4147129</c:v>
                </c:pt>
                <c:pt idx="33">
                  <c:v>4344214.5</c:v>
                </c:pt>
                <c:pt idx="34">
                  <c:v>4244181</c:v>
                </c:pt>
                <c:pt idx="35">
                  <c:v>4396259.5</c:v>
                </c:pt>
                <c:pt idx="36">
                  <c:v>4450409.5</c:v>
                </c:pt>
                <c:pt idx="37">
                  <c:v>4269810.5</c:v>
                </c:pt>
                <c:pt idx="38">
                  <c:v>4300379</c:v>
                </c:pt>
                <c:pt idx="39">
                  <c:v>4459111</c:v>
                </c:pt>
                <c:pt idx="40">
                  <c:v>4623654.5</c:v>
                </c:pt>
                <c:pt idx="41">
                  <c:v>4681641.5</c:v>
                </c:pt>
                <c:pt idx="42">
                  <c:v>4612693</c:v>
                </c:pt>
                <c:pt idx="43">
                  <c:v>4902619</c:v>
                </c:pt>
                <c:pt idx="44">
                  <c:v>5067651.5</c:v>
                </c:pt>
                <c:pt idx="45">
                  <c:v>5081182.5</c:v>
                </c:pt>
                <c:pt idx="46">
                  <c:v>5347487.5</c:v>
                </c:pt>
                <c:pt idx="47">
                  <c:v>5578781</c:v>
                </c:pt>
                <c:pt idx="48">
                  <c:v>5689392</c:v>
                </c:pt>
                <c:pt idx="49">
                  <c:v>5464107.5</c:v>
                </c:pt>
                <c:pt idx="50">
                  <c:v>5687413.5</c:v>
                </c:pt>
                <c:pt idx="51">
                  <c:v>4732588.5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6C8-4742-AFB8-64F78FF43562}"/>
            </c:ext>
          </c:extLst>
        </c:ser>
        <c:ser>
          <c:idx val="4"/>
          <c:order val="4"/>
          <c:tx>
            <c:strRef>
              <c:f>Sheet1!$C$1</c:f>
              <c:strCache>
                <c:ptCount val="1"/>
                <c:pt idx="0">
                  <c:v>Solar (Orange Line)</c:v>
                </c:pt>
              </c:strCache>
            </c:strRef>
          </c:tx>
          <c:spPr>
            <a:ln w="63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Sheet1!$C$2:$C$53</c:f>
              <c:numCache>
                <c:formatCode>General</c:formatCode>
                <c:ptCount val="52"/>
                <c:pt idx="0">
                  <c:v>933376</c:v>
                </c:pt>
                <c:pt idx="1">
                  <c:v>690816</c:v>
                </c:pt>
                <c:pt idx="2">
                  <c:v>895928</c:v>
                </c:pt>
                <c:pt idx="3">
                  <c:v>1457720</c:v>
                </c:pt>
                <c:pt idx="4">
                  <c:v>1084392</c:v>
                </c:pt>
                <c:pt idx="5">
                  <c:v>1833816</c:v>
                </c:pt>
                <c:pt idx="6">
                  <c:v>1881416</c:v>
                </c:pt>
                <c:pt idx="7">
                  <c:v>1966312</c:v>
                </c:pt>
                <c:pt idx="8">
                  <c:v>3213872</c:v>
                </c:pt>
                <c:pt idx="9">
                  <c:v>3003928</c:v>
                </c:pt>
                <c:pt idx="10">
                  <c:v>3353128</c:v>
                </c:pt>
                <c:pt idx="11">
                  <c:v>3667104</c:v>
                </c:pt>
                <c:pt idx="12">
                  <c:v>4487576</c:v>
                </c:pt>
                <c:pt idx="13">
                  <c:v>5490408</c:v>
                </c:pt>
                <c:pt idx="14">
                  <c:v>5515072</c:v>
                </c:pt>
                <c:pt idx="15">
                  <c:v>7399352</c:v>
                </c:pt>
                <c:pt idx="16">
                  <c:v>7533936</c:v>
                </c:pt>
                <c:pt idx="17">
                  <c:v>6001768</c:v>
                </c:pt>
                <c:pt idx="18">
                  <c:v>7067808</c:v>
                </c:pt>
                <c:pt idx="19">
                  <c:v>6846160</c:v>
                </c:pt>
                <c:pt idx="20">
                  <c:v>7937016</c:v>
                </c:pt>
                <c:pt idx="21">
                  <c:v>7535136</c:v>
                </c:pt>
                <c:pt idx="22">
                  <c:v>6916568</c:v>
                </c:pt>
                <c:pt idx="23">
                  <c:v>6990576</c:v>
                </c:pt>
                <c:pt idx="24">
                  <c:v>6088840</c:v>
                </c:pt>
                <c:pt idx="25">
                  <c:v>6271208</c:v>
                </c:pt>
                <c:pt idx="26">
                  <c:v>6265496</c:v>
                </c:pt>
                <c:pt idx="27">
                  <c:v>6166528</c:v>
                </c:pt>
                <c:pt idx="28">
                  <c:v>8169024</c:v>
                </c:pt>
                <c:pt idx="29">
                  <c:v>7260480</c:v>
                </c:pt>
                <c:pt idx="30">
                  <c:v>4896672</c:v>
                </c:pt>
                <c:pt idx="31">
                  <c:v>5141696</c:v>
                </c:pt>
                <c:pt idx="32">
                  <c:v>4190208</c:v>
                </c:pt>
                <c:pt idx="33">
                  <c:v>4154568</c:v>
                </c:pt>
                <c:pt idx="34">
                  <c:v>3535472</c:v>
                </c:pt>
                <c:pt idx="35">
                  <c:v>3057368</c:v>
                </c:pt>
                <c:pt idx="36">
                  <c:v>3057576</c:v>
                </c:pt>
                <c:pt idx="37">
                  <c:v>2804360</c:v>
                </c:pt>
                <c:pt idx="38">
                  <c:v>2373408</c:v>
                </c:pt>
                <c:pt idx="39">
                  <c:v>2385616</c:v>
                </c:pt>
                <c:pt idx="40">
                  <c:v>1949784</c:v>
                </c:pt>
                <c:pt idx="41">
                  <c:v>2029864</c:v>
                </c:pt>
                <c:pt idx="42">
                  <c:v>1831456</c:v>
                </c:pt>
                <c:pt idx="43">
                  <c:v>2372056</c:v>
                </c:pt>
                <c:pt idx="44">
                  <c:v>1586088</c:v>
                </c:pt>
                <c:pt idx="45">
                  <c:v>1245872</c:v>
                </c:pt>
                <c:pt idx="46">
                  <c:v>1659000</c:v>
                </c:pt>
                <c:pt idx="47">
                  <c:v>1316288</c:v>
                </c:pt>
                <c:pt idx="48">
                  <c:v>867864</c:v>
                </c:pt>
                <c:pt idx="49">
                  <c:v>756880</c:v>
                </c:pt>
                <c:pt idx="50">
                  <c:v>470368</c:v>
                </c:pt>
                <c:pt idx="51">
                  <c:v>400808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6C8-4742-AFB8-64F78FF43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8649360"/>
        <c:axId val="1428658480"/>
      </c:lineChart>
      <c:catAx>
        <c:axId val="1428649360"/>
        <c:scaling>
          <c:orientation val="minMax"/>
        </c:scaling>
        <c:delete val="1"/>
        <c:axPos val="b"/>
        <c:majorTickMark val="out"/>
        <c:minorTickMark val="none"/>
        <c:tickLblPos val="nextTo"/>
        <c:crossAx val="1428658480"/>
        <c:crosses val="autoZero"/>
        <c:auto val="1"/>
        <c:lblAlgn val="ctr"/>
        <c:lblOffset val="100"/>
        <c:noMultiLvlLbl val="0"/>
      </c:catAx>
      <c:valAx>
        <c:axId val="1428658480"/>
        <c:scaling>
          <c:orientation val="minMax"/>
          <c:max val="8100000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1428649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power_balancing!$B$1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val>
            <c:numRef>
              <c:f>power_balancing!$B$2:$B$73</c:f>
              <c:numCache>
                <c:formatCode>General</c:formatCode>
                <c:ptCount val="72"/>
                <c:pt idx="0">
                  <c:v>-338</c:v>
                </c:pt>
                <c:pt idx="1">
                  <c:v>-1377.5</c:v>
                </c:pt>
                <c:pt idx="2">
                  <c:v>-1549</c:v>
                </c:pt>
                <c:pt idx="3">
                  <c:v>-1578.5</c:v>
                </c:pt>
                <c:pt idx="4">
                  <c:v>-1493</c:v>
                </c:pt>
                <c:pt idx="5">
                  <c:v>-1285.5</c:v>
                </c:pt>
                <c:pt idx="6">
                  <c:v>-856.5</c:v>
                </c:pt>
                <c:pt idx="7">
                  <c:v>-140</c:v>
                </c:pt>
                <c:pt idx="8">
                  <c:v>-2</c:v>
                </c:pt>
                <c:pt idx="9">
                  <c:v>-5.5</c:v>
                </c:pt>
                <c:pt idx="10">
                  <c:v>-7</c:v>
                </c:pt>
                <c:pt idx="11">
                  <c:v>-9.5</c:v>
                </c:pt>
                <c:pt idx="12">
                  <c:v>-10.5</c:v>
                </c:pt>
                <c:pt idx="13">
                  <c:v>-9</c:v>
                </c:pt>
                <c:pt idx="14">
                  <c:v>-10</c:v>
                </c:pt>
                <c:pt idx="15">
                  <c:v>-11</c:v>
                </c:pt>
                <c:pt idx="16">
                  <c:v>-10.5</c:v>
                </c:pt>
                <c:pt idx="17">
                  <c:v>-14.5</c:v>
                </c:pt>
                <c:pt idx="18">
                  <c:v>-13.5</c:v>
                </c:pt>
                <c:pt idx="19">
                  <c:v>-9.5</c:v>
                </c:pt>
                <c:pt idx="20">
                  <c:v>-8.5</c:v>
                </c:pt>
                <c:pt idx="21">
                  <c:v>-7.5</c:v>
                </c:pt>
                <c:pt idx="22">
                  <c:v>-11</c:v>
                </c:pt>
                <c:pt idx="23">
                  <c:v>-282</c:v>
                </c:pt>
                <c:pt idx="24">
                  <c:v>-573.5</c:v>
                </c:pt>
                <c:pt idx="25">
                  <c:v>-861</c:v>
                </c:pt>
                <c:pt idx="26">
                  <c:v>-1138.5</c:v>
                </c:pt>
                <c:pt idx="27">
                  <c:v>-1156</c:v>
                </c:pt>
                <c:pt idx="28">
                  <c:v>-1008.5</c:v>
                </c:pt>
                <c:pt idx="29">
                  <c:v>-801</c:v>
                </c:pt>
                <c:pt idx="30">
                  <c:v>-74</c:v>
                </c:pt>
                <c:pt idx="31">
                  <c:v>-7.5</c:v>
                </c:pt>
                <c:pt idx="32">
                  <c:v>-13.5</c:v>
                </c:pt>
                <c:pt idx="33">
                  <c:v>-9</c:v>
                </c:pt>
                <c:pt idx="34">
                  <c:v>-10.5</c:v>
                </c:pt>
                <c:pt idx="35">
                  <c:v>-9</c:v>
                </c:pt>
                <c:pt idx="36">
                  <c:v>-9</c:v>
                </c:pt>
                <c:pt idx="37">
                  <c:v>-8.5</c:v>
                </c:pt>
                <c:pt idx="38">
                  <c:v>-7</c:v>
                </c:pt>
                <c:pt idx="39">
                  <c:v>-12.5</c:v>
                </c:pt>
                <c:pt idx="40">
                  <c:v>-8</c:v>
                </c:pt>
                <c:pt idx="41">
                  <c:v>-10.5</c:v>
                </c:pt>
                <c:pt idx="42">
                  <c:v>-7.5</c:v>
                </c:pt>
                <c:pt idx="43">
                  <c:v>-10.5</c:v>
                </c:pt>
                <c:pt idx="44">
                  <c:v>-6.5</c:v>
                </c:pt>
                <c:pt idx="45">
                  <c:v>-7.5</c:v>
                </c:pt>
                <c:pt idx="46">
                  <c:v>-14</c:v>
                </c:pt>
                <c:pt idx="47">
                  <c:v>-525.5</c:v>
                </c:pt>
                <c:pt idx="48">
                  <c:v>-83.5</c:v>
                </c:pt>
                <c:pt idx="49">
                  <c:v>-156</c:v>
                </c:pt>
                <c:pt idx="50">
                  <c:v>-198</c:v>
                </c:pt>
                <c:pt idx="51">
                  <c:v>-372</c:v>
                </c:pt>
                <c:pt idx="52">
                  <c:v>-206</c:v>
                </c:pt>
                <c:pt idx="53">
                  <c:v>-19.5</c:v>
                </c:pt>
                <c:pt idx="54">
                  <c:v>-31.5</c:v>
                </c:pt>
                <c:pt idx="55">
                  <c:v>-14</c:v>
                </c:pt>
                <c:pt idx="56">
                  <c:v>-10</c:v>
                </c:pt>
                <c:pt idx="57">
                  <c:v>-11</c:v>
                </c:pt>
                <c:pt idx="58">
                  <c:v>-7.5</c:v>
                </c:pt>
                <c:pt idx="59">
                  <c:v>-11</c:v>
                </c:pt>
                <c:pt idx="60">
                  <c:v>-10.5</c:v>
                </c:pt>
                <c:pt idx="61">
                  <c:v>-10</c:v>
                </c:pt>
                <c:pt idx="62">
                  <c:v>-11</c:v>
                </c:pt>
                <c:pt idx="63">
                  <c:v>-9.5</c:v>
                </c:pt>
                <c:pt idx="64">
                  <c:v>-3</c:v>
                </c:pt>
                <c:pt idx="65">
                  <c:v>0</c:v>
                </c:pt>
                <c:pt idx="66">
                  <c:v>0</c:v>
                </c:pt>
                <c:pt idx="67">
                  <c:v>-6.5</c:v>
                </c:pt>
                <c:pt idx="68">
                  <c:v>-15.5</c:v>
                </c:pt>
                <c:pt idx="69">
                  <c:v>-13</c:v>
                </c:pt>
                <c:pt idx="70">
                  <c:v>-11</c:v>
                </c:pt>
                <c:pt idx="71">
                  <c:v>-124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EE-4BE1-8B31-D36CDB739B28}"/>
            </c:ext>
          </c:extLst>
        </c:ser>
        <c:ser>
          <c:idx val="1"/>
          <c:order val="1"/>
          <c:tx>
            <c:strRef>
              <c:f>power_balancing!$C$1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val>
            <c:numRef>
              <c:f>power_balancing!$C$2:$C$73</c:f>
              <c:numCache>
                <c:formatCode>General</c:formatCode>
                <c:ptCount val="72"/>
                <c:pt idx="0">
                  <c:v>338</c:v>
                </c:pt>
                <c:pt idx="1">
                  <c:v>1377.5</c:v>
                </c:pt>
                <c:pt idx="2">
                  <c:v>1549</c:v>
                </c:pt>
                <c:pt idx="3">
                  <c:v>1578.5</c:v>
                </c:pt>
                <c:pt idx="4">
                  <c:v>1493</c:v>
                </c:pt>
                <c:pt idx="5">
                  <c:v>1285.5</c:v>
                </c:pt>
                <c:pt idx="6">
                  <c:v>856.5</c:v>
                </c:pt>
                <c:pt idx="7">
                  <c:v>140</c:v>
                </c:pt>
                <c:pt idx="8">
                  <c:v>2</c:v>
                </c:pt>
                <c:pt idx="9">
                  <c:v>5.5</c:v>
                </c:pt>
                <c:pt idx="10">
                  <c:v>7</c:v>
                </c:pt>
                <c:pt idx="11">
                  <c:v>9.5</c:v>
                </c:pt>
                <c:pt idx="12">
                  <c:v>10.5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10.5</c:v>
                </c:pt>
                <c:pt idx="17">
                  <c:v>14.5</c:v>
                </c:pt>
                <c:pt idx="18">
                  <c:v>13.5</c:v>
                </c:pt>
                <c:pt idx="19">
                  <c:v>9.5</c:v>
                </c:pt>
                <c:pt idx="20">
                  <c:v>8.5</c:v>
                </c:pt>
                <c:pt idx="21">
                  <c:v>7.5</c:v>
                </c:pt>
                <c:pt idx="22">
                  <c:v>11</c:v>
                </c:pt>
                <c:pt idx="23">
                  <c:v>282</c:v>
                </c:pt>
                <c:pt idx="24">
                  <c:v>573.5</c:v>
                </c:pt>
                <c:pt idx="25">
                  <c:v>861</c:v>
                </c:pt>
                <c:pt idx="26">
                  <c:v>1138.5</c:v>
                </c:pt>
                <c:pt idx="27">
                  <c:v>1156</c:v>
                </c:pt>
                <c:pt idx="28">
                  <c:v>1008.5</c:v>
                </c:pt>
                <c:pt idx="29">
                  <c:v>801</c:v>
                </c:pt>
                <c:pt idx="30">
                  <c:v>74</c:v>
                </c:pt>
                <c:pt idx="31">
                  <c:v>7.5</c:v>
                </c:pt>
                <c:pt idx="32">
                  <c:v>13.5</c:v>
                </c:pt>
                <c:pt idx="33">
                  <c:v>9</c:v>
                </c:pt>
                <c:pt idx="34">
                  <c:v>10.5</c:v>
                </c:pt>
                <c:pt idx="35">
                  <c:v>9</c:v>
                </c:pt>
                <c:pt idx="36">
                  <c:v>9</c:v>
                </c:pt>
                <c:pt idx="37">
                  <c:v>8.5</c:v>
                </c:pt>
                <c:pt idx="38">
                  <c:v>7</c:v>
                </c:pt>
                <c:pt idx="39">
                  <c:v>12.5</c:v>
                </c:pt>
                <c:pt idx="40">
                  <c:v>8</c:v>
                </c:pt>
                <c:pt idx="41">
                  <c:v>10.5</c:v>
                </c:pt>
                <c:pt idx="42">
                  <c:v>7.5</c:v>
                </c:pt>
                <c:pt idx="43">
                  <c:v>10.5</c:v>
                </c:pt>
                <c:pt idx="44">
                  <c:v>6.5</c:v>
                </c:pt>
                <c:pt idx="45">
                  <c:v>7.5</c:v>
                </c:pt>
                <c:pt idx="46">
                  <c:v>14</c:v>
                </c:pt>
                <c:pt idx="47">
                  <c:v>525.5</c:v>
                </c:pt>
                <c:pt idx="48">
                  <c:v>83.5</c:v>
                </c:pt>
                <c:pt idx="49">
                  <c:v>156</c:v>
                </c:pt>
                <c:pt idx="50">
                  <c:v>198</c:v>
                </c:pt>
                <c:pt idx="51">
                  <c:v>372</c:v>
                </c:pt>
                <c:pt idx="52">
                  <c:v>206</c:v>
                </c:pt>
                <c:pt idx="53">
                  <c:v>19.5</c:v>
                </c:pt>
                <c:pt idx="54">
                  <c:v>31.5</c:v>
                </c:pt>
                <c:pt idx="55">
                  <c:v>14</c:v>
                </c:pt>
                <c:pt idx="56">
                  <c:v>10</c:v>
                </c:pt>
                <c:pt idx="57">
                  <c:v>11</c:v>
                </c:pt>
                <c:pt idx="58">
                  <c:v>7.5</c:v>
                </c:pt>
                <c:pt idx="59">
                  <c:v>11</c:v>
                </c:pt>
                <c:pt idx="60">
                  <c:v>10.5</c:v>
                </c:pt>
                <c:pt idx="61">
                  <c:v>10</c:v>
                </c:pt>
                <c:pt idx="62">
                  <c:v>11</c:v>
                </c:pt>
                <c:pt idx="63">
                  <c:v>9.5</c:v>
                </c:pt>
                <c:pt idx="64">
                  <c:v>3</c:v>
                </c:pt>
                <c:pt idx="65">
                  <c:v>0</c:v>
                </c:pt>
                <c:pt idx="66">
                  <c:v>0</c:v>
                </c:pt>
                <c:pt idx="67">
                  <c:v>6.5</c:v>
                </c:pt>
                <c:pt idx="68">
                  <c:v>15.5</c:v>
                </c:pt>
                <c:pt idx="69">
                  <c:v>13</c:v>
                </c:pt>
                <c:pt idx="70">
                  <c:v>11</c:v>
                </c:pt>
                <c:pt idx="71">
                  <c:v>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EE-4BE1-8B31-D36CDB739B28}"/>
            </c:ext>
          </c:extLst>
        </c:ser>
        <c:ser>
          <c:idx val="2"/>
          <c:order val="2"/>
          <c:tx>
            <c:strRef>
              <c:f>power_balancing!$D$1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0E2841">
                <a:lumMod val="10000"/>
                <a:lumOff val="90000"/>
              </a:srgbClr>
            </a:solidFill>
            <a:ln>
              <a:noFill/>
            </a:ln>
            <a:effectLst/>
          </c:spPr>
          <c:val>
            <c:numRef>
              <c:f>power_balancing!$D$2:$D$73</c:f>
              <c:numCache>
                <c:formatCode>General</c:formatCode>
                <c:ptCount val="72"/>
                <c:pt idx="0">
                  <c:v>4199</c:v>
                </c:pt>
                <c:pt idx="1">
                  <c:v>4249</c:v>
                </c:pt>
                <c:pt idx="2">
                  <c:v>4572.5</c:v>
                </c:pt>
                <c:pt idx="3">
                  <c:v>4945.5</c:v>
                </c:pt>
                <c:pt idx="4">
                  <c:v>5350.5</c:v>
                </c:pt>
                <c:pt idx="5">
                  <c:v>5792.5</c:v>
                </c:pt>
                <c:pt idx="6">
                  <c:v>6454.5</c:v>
                </c:pt>
                <c:pt idx="7">
                  <c:v>6763.5</c:v>
                </c:pt>
                <c:pt idx="8">
                  <c:v>6828.5</c:v>
                </c:pt>
                <c:pt idx="9">
                  <c:v>6934.5</c:v>
                </c:pt>
                <c:pt idx="10">
                  <c:v>7046.5</c:v>
                </c:pt>
                <c:pt idx="11">
                  <c:v>7741</c:v>
                </c:pt>
                <c:pt idx="12">
                  <c:v>8347</c:v>
                </c:pt>
                <c:pt idx="13">
                  <c:v>9111.5</c:v>
                </c:pt>
                <c:pt idx="14">
                  <c:v>9374.5</c:v>
                </c:pt>
                <c:pt idx="15">
                  <c:v>9859.5</c:v>
                </c:pt>
                <c:pt idx="16">
                  <c:v>10137</c:v>
                </c:pt>
                <c:pt idx="17">
                  <c:v>9946</c:v>
                </c:pt>
                <c:pt idx="18">
                  <c:v>10401.5</c:v>
                </c:pt>
                <c:pt idx="19">
                  <c:v>10539.5</c:v>
                </c:pt>
                <c:pt idx="20">
                  <c:v>10617</c:v>
                </c:pt>
                <c:pt idx="21">
                  <c:v>10494</c:v>
                </c:pt>
                <c:pt idx="22">
                  <c:v>10375</c:v>
                </c:pt>
                <c:pt idx="23">
                  <c:v>10371</c:v>
                </c:pt>
                <c:pt idx="24">
                  <c:v>10328</c:v>
                </c:pt>
                <c:pt idx="25">
                  <c:v>10016</c:v>
                </c:pt>
                <c:pt idx="26">
                  <c:v>9768.5</c:v>
                </c:pt>
                <c:pt idx="27">
                  <c:v>9771.5</c:v>
                </c:pt>
                <c:pt idx="28">
                  <c:v>9810.5</c:v>
                </c:pt>
                <c:pt idx="29">
                  <c:v>9575.5</c:v>
                </c:pt>
                <c:pt idx="30">
                  <c:v>9807.5</c:v>
                </c:pt>
                <c:pt idx="31">
                  <c:v>9982</c:v>
                </c:pt>
                <c:pt idx="32">
                  <c:v>9942</c:v>
                </c:pt>
                <c:pt idx="33">
                  <c:v>9445.5</c:v>
                </c:pt>
                <c:pt idx="34">
                  <c:v>8732.5</c:v>
                </c:pt>
                <c:pt idx="35">
                  <c:v>8613</c:v>
                </c:pt>
                <c:pt idx="36">
                  <c:v>8345</c:v>
                </c:pt>
                <c:pt idx="37">
                  <c:v>8513.5</c:v>
                </c:pt>
                <c:pt idx="38">
                  <c:v>8537.5</c:v>
                </c:pt>
                <c:pt idx="39">
                  <c:v>8249.5</c:v>
                </c:pt>
                <c:pt idx="40">
                  <c:v>7750.5</c:v>
                </c:pt>
                <c:pt idx="41">
                  <c:v>7004.5</c:v>
                </c:pt>
                <c:pt idx="42">
                  <c:v>6191.5</c:v>
                </c:pt>
                <c:pt idx="43">
                  <c:v>5658.5</c:v>
                </c:pt>
                <c:pt idx="44">
                  <c:v>5553</c:v>
                </c:pt>
                <c:pt idx="45">
                  <c:v>5022.5</c:v>
                </c:pt>
                <c:pt idx="46">
                  <c:v>4669</c:v>
                </c:pt>
                <c:pt idx="47">
                  <c:v>3650</c:v>
                </c:pt>
                <c:pt idx="48">
                  <c:v>3094</c:v>
                </c:pt>
                <c:pt idx="49">
                  <c:v>2795.5</c:v>
                </c:pt>
                <c:pt idx="50">
                  <c:v>2533</c:v>
                </c:pt>
                <c:pt idx="51">
                  <c:v>2414</c:v>
                </c:pt>
                <c:pt idx="52">
                  <c:v>2432</c:v>
                </c:pt>
                <c:pt idx="53">
                  <c:v>2320</c:v>
                </c:pt>
                <c:pt idx="54">
                  <c:v>2350.5</c:v>
                </c:pt>
                <c:pt idx="55">
                  <c:v>2408</c:v>
                </c:pt>
                <c:pt idx="56">
                  <c:v>2555</c:v>
                </c:pt>
                <c:pt idx="57">
                  <c:v>2465</c:v>
                </c:pt>
                <c:pt idx="58">
                  <c:v>2614</c:v>
                </c:pt>
                <c:pt idx="59">
                  <c:v>2800</c:v>
                </c:pt>
                <c:pt idx="60">
                  <c:v>3006</c:v>
                </c:pt>
                <c:pt idx="61">
                  <c:v>2649</c:v>
                </c:pt>
                <c:pt idx="62">
                  <c:v>2475.5</c:v>
                </c:pt>
                <c:pt idx="63">
                  <c:v>2464</c:v>
                </c:pt>
                <c:pt idx="64">
                  <c:v>2502.5</c:v>
                </c:pt>
                <c:pt idx="65">
                  <c:v>2462</c:v>
                </c:pt>
                <c:pt idx="66">
                  <c:v>2375</c:v>
                </c:pt>
                <c:pt idx="67">
                  <c:v>2410.5</c:v>
                </c:pt>
                <c:pt idx="68">
                  <c:v>2409</c:v>
                </c:pt>
                <c:pt idx="69">
                  <c:v>2352</c:v>
                </c:pt>
                <c:pt idx="70">
                  <c:v>2200.5</c:v>
                </c:pt>
                <c:pt idx="71">
                  <c:v>1944.5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EE-4BE1-8B31-D36CDB739B28}"/>
            </c:ext>
          </c:extLst>
        </c:ser>
        <c:ser>
          <c:idx val="3"/>
          <c:order val="3"/>
          <c:tx>
            <c:strRef>
              <c:f>power_balancing!$F$1</c:f>
              <c:strCache>
                <c:ptCount val="1"/>
                <c:pt idx="0">
                  <c:v>Discharge</c:v>
                </c:pt>
              </c:strCache>
            </c:strRef>
          </c:tx>
          <c:spPr>
            <a:solidFill>
              <a:srgbClr val="A02B93"/>
            </a:solidFill>
            <a:ln>
              <a:noFill/>
            </a:ln>
            <a:effectLst/>
          </c:spPr>
          <c:val>
            <c:numRef>
              <c:f>power_balancing!$F$2:$F$73</c:f>
              <c:numCache>
                <c:formatCode>General</c:formatCode>
                <c:ptCount val="7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102</c:v>
                </c:pt>
                <c:pt idx="8">
                  <c:v>154</c:v>
                </c:pt>
                <c:pt idx="9">
                  <c:v>172</c:v>
                </c:pt>
                <c:pt idx="10">
                  <c:v>283</c:v>
                </c:pt>
                <c:pt idx="11">
                  <c:v>145</c:v>
                </c:pt>
                <c:pt idx="12">
                  <c:v>22</c:v>
                </c:pt>
                <c:pt idx="13">
                  <c:v>0</c:v>
                </c:pt>
                <c:pt idx="14">
                  <c:v>28</c:v>
                </c:pt>
                <c:pt idx="15">
                  <c:v>151</c:v>
                </c:pt>
                <c:pt idx="16">
                  <c:v>623</c:v>
                </c:pt>
                <c:pt idx="17">
                  <c:v>830</c:v>
                </c:pt>
                <c:pt idx="18">
                  <c:v>255</c:v>
                </c:pt>
                <c:pt idx="19">
                  <c:v>85</c:v>
                </c:pt>
                <c:pt idx="20">
                  <c:v>94</c:v>
                </c:pt>
                <c:pt idx="21">
                  <c:v>123</c:v>
                </c:pt>
                <c:pt idx="22">
                  <c:v>71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344</c:v>
                </c:pt>
                <c:pt idx="32">
                  <c:v>29</c:v>
                </c:pt>
                <c:pt idx="33">
                  <c:v>268</c:v>
                </c:pt>
                <c:pt idx="34">
                  <c:v>146</c:v>
                </c:pt>
                <c:pt idx="35">
                  <c:v>38</c:v>
                </c:pt>
                <c:pt idx="36">
                  <c:v>104</c:v>
                </c:pt>
                <c:pt idx="37">
                  <c:v>68</c:v>
                </c:pt>
                <c:pt idx="38">
                  <c:v>44</c:v>
                </c:pt>
                <c:pt idx="39">
                  <c:v>276</c:v>
                </c:pt>
                <c:pt idx="40">
                  <c:v>1141</c:v>
                </c:pt>
                <c:pt idx="41">
                  <c:v>1031</c:v>
                </c:pt>
                <c:pt idx="42">
                  <c:v>1345</c:v>
                </c:pt>
                <c:pt idx="43">
                  <c:v>418</c:v>
                </c:pt>
                <c:pt idx="44">
                  <c:v>219</c:v>
                </c:pt>
                <c:pt idx="45">
                  <c:v>128</c:v>
                </c:pt>
                <c:pt idx="46">
                  <c:v>23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436</c:v>
                </c:pt>
                <c:pt idx="56">
                  <c:v>462</c:v>
                </c:pt>
                <c:pt idx="57">
                  <c:v>318</c:v>
                </c:pt>
                <c:pt idx="58">
                  <c:v>643</c:v>
                </c:pt>
                <c:pt idx="59">
                  <c:v>291</c:v>
                </c:pt>
                <c:pt idx="60">
                  <c:v>223</c:v>
                </c:pt>
                <c:pt idx="61">
                  <c:v>316</c:v>
                </c:pt>
                <c:pt idx="62">
                  <c:v>207</c:v>
                </c:pt>
                <c:pt idx="63">
                  <c:v>939</c:v>
                </c:pt>
                <c:pt idx="64">
                  <c:v>1946</c:v>
                </c:pt>
                <c:pt idx="65">
                  <c:v>2117</c:v>
                </c:pt>
                <c:pt idx="66">
                  <c:v>2133</c:v>
                </c:pt>
                <c:pt idx="67">
                  <c:v>1127</c:v>
                </c:pt>
                <c:pt idx="68">
                  <c:v>617</c:v>
                </c:pt>
                <c:pt idx="69">
                  <c:v>19</c:v>
                </c:pt>
                <c:pt idx="70">
                  <c:v>3</c:v>
                </c:pt>
                <c:pt idx="7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BEE-4BE1-8B31-D36CDB739B28}"/>
            </c:ext>
          </c:extLst>
        </c:ser>
        <c:ser>
          <c:idx val="4"/>
          <c:order val="4"/>
          <c:tx>
            <c:strRef>
              <c:f>power_balancing!$G$1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power_balancing!$G$2:$G$73</c:f>
              <c:numCache>
                <c:formatCode>General</c:formatCode>
                <c:ptCount val="72"/>
                <c:pt idx="0">
                  <c:v>9765.5</c:v>
                </c:pt>
                <c:pt idx="1">
                  <c:v>9121.5</c:v>
                </c:pt>
                <c:pt idx="2">
                  <c:v>7694.5</c:v>
                </c:pt>
                <c:pt idx="3">
                  <c:v>6373.5</c:v>
                </c:pt>
                <c:pt idx="4">
                  <c:v>5456.5</c:v>
                </c:pt>
                <c:pt idx="5">
                  <c:v>6330</c:v>
                </c:pt>
                <c:pt idx="6">
                  <c:v>10266.5</c:v>
                </c:pt>
                <c:pt idx="7">
                  <c:v>15573</c:v>
                </c:pt>
                <c:pt idx="8">
                  <c:v>17981</c:v>
                </c:pt>
                <c:pt idx="9">
                  <c:v>18322.5</c:v>
                </c:pt>
                <c:pt idx="10">
                  <c:v>17959.5</c:v>
                </c:pt>
                <c:pt idx="11">
                  <c:v>17160</c:v>
                </c:pt>
                <c:pt idx="12">
                  <c:v>16908</c:v>
                </c:pt>
                <c:pt idx="13">
                  <c:v>15929.5</c:v>
                </c:pt>
                <c:pt idx="14">
                  <c:v>15484.5</c:v>
                </c:pt>
                <c:pt idx="15">
                  <c:v>15741.5</c:v>
                </c:pt>
                <c:pt idx="16">
                  <c:v>17896</c:v>
                </c:pt>
                <c:pt idx="17">
                  <c:v>18968.5</c:v>
                </c:pt>
                <c:pt idx="18">
                  <c:v>17860</c:v>
                </c:pt>
                <c:pt idx="19">
                  <c:v>15644.5</c:v>
                </c:pt>
                <c:pt idx="20">
                  <c:v>12803.5</c:v>
                </c:pt>
                <c:pt idx="21">
                  <c:v>9487.5</c:v>
                </c:pt>
                <c:pt idx="22">
                  <c:v>5920.5</c:v>
                </c:pt>
                <c:pt idx="23">
                  <c:v>2595</c:v>
                </c:pt>
                <c:pt idx="24">
                  <c:v>1955.5</c:v>
                </c:pt>
                <c:pt idx="25">
                  <c:v>1690.5</c:v>
                </c:pt>
                <c:pt idx="26">
                  <c:v>742.5</c:v>
                </c:pt>
                <c:pt idx="27">
                  <c:v>106</c:v>
                </c:pt>
                <c:pt idx="28">
                  <c:v>-110.5</c:v>
                </c:pt>
                <c:pt idx="29">
                  <c:v>1419</c:v>
                </c:pt>
                <c:pt idx="30">
                  <c:v>5975.5</c:v>
                </c:pt>
                <c:pt idx="31">
                  <c:v>10790.5</c:v>
                </c:pt>
                <c:pt idx="32">
                  <c:v>13482</c:v>
                </c:pt>
                <c:pt idx="33">
                  <c:v>14508.5</c:v>
                </c:pt>
                <c:pt idx="34">
                  <c:v>15049</c:v>
                </c:pt>
                <c:pt idx="35">
                  <c:v>15384.5</c:v>
                </c:pt>
                <c:pt idx="36">
                  <c:v>15876.5</c:v>
                </c:pt>
                <c:pt idx="37">
                  <c:v>15708.5</c:v>
                </c:pt>
                <c:pt idx="38">
                  <c:v>16451</c:v>
                </c:pt>
                <c:pt idx="39">
                  <c:v>17312</c:v>
                </c:pt>
                <c:pt idx="40">
                  <c:v>20127</c:v>
                </c:pt>
                <c:pt idx="41">
                  <c:v>21235</c:v>
                </c:pt>
                <c:pt idx="42">
                  <c:v>21130</c:v>
                </c:pt>
                <c:pt idx="43">
                  <c:v>20563.5</c:v>
                </c:pt>
                <c:pt idx="44">
                  <c:v>18764.5</c:v>
                </c:pt>
                <c:pt idx="45">
                  <c:v>16177</c:v>
                </c:pt>
                <c:pt idx="46">
                  <c:v>13013</c:v>
                </c:pt>
                <c:pt idx="47">
                  <c:v>10567</c:v>
                </c:pt>
                <c:pt idx="48">
                  <c:v>10333</c:v>
                </c:pt>
                <c:pt idx="49">
                  <c:v>10422</c:v>
                </c:pt>
                <c:pt idx="50">
                  <c:v>9786</c:v>
                </c:pt>
                <c:pt idx="51">
                  <c:v>9091.5</c:v>
                </c:pt>
                <c:pt idx="52">
                  <c:v>8756</c:v>
                </c:pt>
                <c:pt idx="53">
                  <c:v>10261</c:v>
                </c:pt>
                <c:pt idx="54">
                  <c:v>14925</c:v>
                </c:pt>
                <c:pt idx="55">
                  <c:v>19855.5</c:v>
                </c:pt>
                <c:pt idx="56">
                  <c:v>21981.5</c:v>
                </c:pt>
                <c:pt idx="57">
                  <c:v>23188</c:v>
                </c:pt>
                <c:pt idx="58">
                  <c:v>23007.5</c:v>
                </c:pt>
                <c:pt idx="59">
                  <c:v>22571.5</c:v>
                </c:pt>
                <c:pt idx="60">
                  <c:v>23099.5</c:v>
                </c:pt>
                <c:pt idx="61">
                  <c:v>23258.5</c:v>
                </c:pt>
                <c:pt idx="62">
                  <c:v>23195</c:v>
                </c:pt>
                <c:pt idx="63">
                  <c:v>22640.5</c:v>
                </c:pt>
                <c:pt idx="64">
                  <c:v>24460</c:v>
                </c:pt>
                <c:pt idx="65">
                  <c:v>25027.5</c:v>
                </c:pt>
                <c:pt idx="66">
                  <c:v>24740.5</c:v>
                </c:pt>
                <c:pt idx="67">
                  <c:v>23929</c:v>
                </c:pt>
                <c:pt idx="68">
                  <c:v>22176.5</c:v>
                </c:pt>
                <c:pt idx="69">
                  <c:v>19981</c:v>
                </c:pt>
                <c:pt idx="70">
                  <c:v>16464.5</c:v>
                </c:pt>
                <c:pt idx="71">
                  <c:v>13282.5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BEE-4BE1-8B31-D36CDB739B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21517519"/>
        <c:axId val="1521517999"/>
      </c:areaChart>
      <c:catAx>
        <c:axId val="1521517519"/>
        <c:scaling>
          <c:orientation val="minMax"/>
        </c:scaling>
        <c:delete val="1"/>
        <c:axPos val="b"/>
        <c:majorTickMark val="out"/>
        <c:minorTickMark val="none"/>
        <c:tickLblPos val="nextTo"/>
        <c:crossAx val="1521517999"/>
        <c:crosses val="autoZero"/>
        <c:auto val="1"/>
        <c:lblAlgn val="ctr"/>
        <c:lblOffset val="100"/>
        <c:noMultiLvlLbl val="0"/>
      </c:catAx>
      <c:valAx>
        <c:axId val="1521517999"/>
        <c:scaling>
          <c:orientation val="minMax"/>
          <c:max val="30000"/>
          <c:min val="-2000"/>
        </c:scaling>
        <c:delete val="1"/>
        <c:axPos val="l"/>
        <c:numFmt formatCode="General" sourceLinked="1"/>
        <c:majorTickMark val="none"/>
        <c:minorTickMark val="none"/>
        <c:tickLblPos val="nextTo"/>
        <c:crossAx val="15215175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Sheet2!$H$1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E8E8E8"/>
            </a:solidFill>
            <a:ln>
              <a:noFill/>
            </a:ln>
            <a:effectLst/>
          </c:spPr>
          <c:val>
            <c:numRef>
              <c:f>Sheet2!$H$2:$H$25</c:f>
              <c:numCache>
                <c:formatCode>0%</c:formatCode>
                <c:ptCount val="24"/>
                <c:pt idx="0">
                  <c:v>0.74431301269939976</c:v>
                </c:pt>
                <c:pt idx="1">
                  <c:v>0.66315356468084086</c:v>
                </c:pt>
                <c:pt idx="2">
                  <c:v>0.52381795135484177</c:v>
                </c:pt>
                <c:pt idx="3">
                  <c:v>0.34968454786788794</c:v>
                </c:pt>
                <c:pt idx="4">
                  <c:v>0.2500526152153637</c:v>
                </c:pt>
                <c:pt idx="5">
                  <c:v>0.21999999999999997</c:v>
                </c:pt>
                <c:pt idx="6">
                  <c:v>0.31999999999999995</c:v>
                </c:pt>
                <c:pt idx="7">
                  <c:v>0.4</c:v>
                </c:pt>
                <c:pt idx="8">
                  <c:v>0.56000000000000005</c:v>
                </c:pt>
                <c:pt idx="9">
                  <c:v>0.71</c:v>
                </c:pt>
                <c:pt idx="10">
                  <c:v>0.82</c:v>
                </c:pt>
                <c:pt idx="11">
                  <c:v>0.88</c:v>
                </c:pt>
                <c:pt idx="12">
                  <c:v>0.89</c:v>
                </c:pt>
                <c:pt idx="13">
                  <c:v>0.88</c:v>
                </c:pt>
                <c:pt idx="14">
                  <c:v>0.88</c:v>
                </c:pt>
                <c:pt idx="15">
                  <c:v>0.84</c:v>
                </c:pt>
                <c:pt idx="16">
                  <c:v>0.7</c:v>
                </c:pt>
                <c:pt idx="17">
                  <c:v>0.6</c:v>
                </c:pt>
                <c:pt idx="18">
                  <c:v>0.45415157965226127</c:v>
                </c:pt>
                <c:pt idx="19">
                  <c:v>0.40477650491473938</c:v>
                </c:pt>
                <c:pt idx="20">
                  <c:v>0.42364934350560823</c:v>
                </c:pt>
                <c:pt idx="21">
                  <c:v>0.46340396527395789</c:v>
                </c:pt>
                <c:pt idx="22">
                  <c:v>0.62447085834549065</c:v>
                </c:pt>
                <c:pt idx="23">
                  <c:v>0.66732834285987608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B6-46E7-A603-0A9A7A65A9B5}"/>
            </c:ext>
          </c:extLst>
        </c:ser>
        <c:ser>
          <c:idx val="1"/>
          <c:order val="1"/>
          <c:tx>
            <c:strRef>
              <c:f>Sheet2!$I$1</c:f>
              <c:strCache>
                <c:ptCount val="1"/>
                <c:pt idx="0">
                  <c:v>Solar_left</c:v>
                </c:pt>
              </c:strCache>
            </c:strRef>
          </c:tx>
          <c:spPr>
            <a:solidFill>
              <a:srgbClr val="0E2841">
                <a:lumMod val="10000"/>
                <a:lumOff val="90000"/>
              </a:srgbClr>
            </a:solidFill>
            <a:ln>
              <a:noFill/>
            </a:ln>
            <a:effectLst/>
          </c:spPr>
          <c:val>
            <c:numRef>
              <c:f>Sheet2!$I$2:$I$25</c:f>
              <c:numCache>
                <c:formatCode>0%</c:formatCode>
                <c:ptCount val="24"/>
                <c:pt idx="0">
                  <c:v>0.08</c:v>
                </c:pt>
                <c:pt idx="1">
                  <c:v>0.12</c:v>
                </c:pt>
                <c:pt idx="2">
                  <c:v>0.14000000000000001</c:v>
                </c:pt>
                <c:pt idx="3">
                  <c:v>0.16000000000000003</c:v>
                </c:pt>
                <c:pt idx="4">
                  <c:v>0.19999999999999998</c:v>
                </c:pt>
                <c:pt idx="5">
                  <c:v>0.21999999999999997</c:v>
                </c:pt>
                <c:pt idx="6">
                  <c:v>0.18000000000000002</c:v>
                </c:pt>
                <c:pt idx="7">
                  <c:v>0.15999999999999998</c:v>
                </c:pt>
                <c:pt idx="8">
                  <c:v>0.12</c:v>
                </c:pt>
                <c:pt idx="9">
                  <c:v>0.04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B6-46E7-A603-0A9A7A65A9B5}"/>
            </c:ext>
          </c:extLst>
        </c:ser>
        <c:ser>
          <c:idx val="2"/>
          <c:order val="2"/>
          <c:tx>
            <c:strRef>
              <c:f>Sheet2!$J$1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rgbClr val="FFFFCC"/>
            </a:solidFill>
            <a:ln>
              <a:noFill/>
            </a:ln>
            <a:effectLst/>
          </c:spPr>
          <c:val>
            <c:numRef>
              <c:f>Sheet2!$J$2:$J$25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0.12</c:v>
                </c:pt>
                <c:pt idx="19">
                  <c:v>0.16</c:v>
                </c:pt>
                <c:pt idx="20">
                  <c:v>0.15</c:v>
                </c:pt>
                <c:pt idx="21">
                  <c:v>0.13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B6-46E7-A603-0A9A7A65A9B5}"/>
            </c:ext>
          </c:extLst>
        </c:ser>
        <c:ser>
          <c:idx val="3"/>
          <c:order val="3"/>
          <c:tx>
            <c:strRef>
              <c:f>Sheet2!$K$1</c:f>
              <c:strCache>
                <c:ptCount val="1"/>
                <c:pt idx="0">
                  <c:v>Load</c:v>
                </c:pt>
              </c:strCache>
            </c:strRef>
          </c:tx>
          <c:spPr>
            <a:solidFill>
              <a:srgbClr val="4EA72E">
                <a:lumMod val="20000"/>
                <a:lumOff val="80000"/>
              </a:srgbClr>
            </a:solidFill>
            <a:ln>
              <a:noFill/>
            </a:ln>
            <a:effectLst/>
          </c:spPr>
          <c:val>
            <c:numRef>
              <c:f>Sheet2!$K$2:$K$25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0.06</c:v>
                </c:pt>
                <c:pt idx="3">
                  <c:v>0.12</c:v>
                </c:pt>
                <c:pt idx="4">
                  <c:v>0.15</c:v>
                </c:pt>
                <c:pt idx="5">
                  <c:v>0.14000000000000001</c:v>
                </c:pt>
                <c:pt idx="6">
                  <c:v>0.1</c:v>
                </c:pt>
                <c:pt idx="7">
                  <c:v>0.08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3B6-46E7-A603-0A9A7A65A9B5}"/>
            </c:ext>
          </c:extLst>
        </c:ser>
        <c:ser>
          <c:idx val="4"/>
          <c:order val="4"/>
          <c:tx>
            <c:strRef>
              <c:f>Sheet2!$L$1</c:f>
              <c:strCache>
                <c:ptCount val="1"/>
                <c:pt idx="0">
                  <c:v>V2G</c:v>
                </c:pt>
              </c:strCache>
            </c:strRef>
          </c:tx>
          <c:spPr>
            <a:solidFill>
              <a:srgbClr val="A02B93">
                <a:lumMod val="20000"/>
                <a:lumOff val="80000"/>
              </a:srgbClr>
            </a:solidFill>
            <a:ln>
              <a:noFill/>
            </a:ln>
            <a:effectLst/>
          </c:spPr>
          <c:val>
            <c:numRef>
              <c:f>Sheet2!$L$2:$L$25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0.02</c:v>
                </c:pt>
                <c:pt idx="12">
                  <c:v>0.08</c:v>
                </c:pt>
                <c:pt idx="13">
                  <c:v>0.12</c:v>
                </c:pt>
                <c:pt idx="14">
                  <c:v>0.09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3B6-46E7-A603-0A9A7A65A9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0126415"/>
        <c:axId val="1180127375"/>
      </c:areaChart>
      <c:catAx>
        <c:axId val="1180126415"/>
        <c:scaling>
          <c:orientation val="minMax"/>
        </c:scaling>
        <c:delete val="1"/>
        <c:axPos val="b"/>
        <c:majorTickMark val="out"/>
        <c:minorTickMark val="none"/>
        <c:tickLblPos val="nextTo"/>
        <c:crossAx val="1180127375"/>
        <c:crosses val="autoZero"/>
        <c:auto val="1"/>
        <c:lblAlgn val="ctr"/>
        <c:lblOffset val="100"/>
        <c:noMultiLvlLbl val="0"/>
      </c:catAx>
      <c:valAx>
        <c:axId val="1180127375"/>
        <c:scaling>
          <c:orientation val="minMax"/>
          <c:max val="1"/>
          <c:min val="0.2"/>
        </c:scaling>
        <c:delete val="1"/>
        <c:axPos val="l"/>
        <c:numFmt formatCode="0%" sourceLinked="1"/>
        <c:majorTickMark val="none"/>
        <c:minorTickMark val="none"/>
        <c:tickLblPos val="nextTo"/>
        <c:crossAx val="11801264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19444444444444E-3"/>
          <c:y val="0"/>
          <c:w val="0.98236111111111113"/>
          <c:h val="0.96472222222222226"/>
        </c:manualLayout>
      </c:layout>
      <c:area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Elec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val>
            <c:numRef>
              <c:f>Sheet1!$C$2:$C$13</c:f>
              <c:numCache>
                <c:formatCode>General</c:formatCode>
                <c:ptCount val="12"/>
                <c:pt idx="0">
                  <c:v>-26.25</c:v>
                </c:pt>
                <c:pt idx="1">
                  <c:v>-26.25</c:v>
                </c:pt>
                <c:pt idx="2">
                  <c:v>-26.25</c:v>
                </c:pt>
                <c:pt idx="3">
                  <c:v>-26.25</c:v>
                </c:pt>
                <c:pt idx="4">
                  <c:v>-26.25</c:v>
                </c:pt>
                <c:pt idx="5">
                  <c:v>-24.75</c:v>
                </c:pt>
                <c:pt idx="6">
                  <c:v>-22.5</c:v>
                </c:pt>
                <c:pt idx="7">
                  <c:v>-21</c:v>
                </c:pt>
                <c:pt idx="8">
                  <c:v>-20.25</c:v>
                </c:pt>
                <c:pt idx="9">
                  <c:v>-18.75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B5-4495-8DED-B1F3E47174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Elec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Sheet1!$D$2:$D$13</c:f>
              <c:numCache>
                <c:formatCode>General</c:formatCode>
                <c:ptCount val="12"/>
                <c:pt idx="0">
                  <c:v>26.25</c:v>
                </c:pt>
                <c:pt idx="1">
                  <c:v>26.25</c:v>
                </c:pt>
                <c:pt idx="2">
                  <c:v>26.25</c:v>
                </c:pt>
                <c:pt idx="3">
                  <c:v>26.25</c:v>
                </c:pt>
                <c:pt idx="4">
                  <c:v>26.25</c:v>
                </c:pt>
                <c:pt idx="5">
                  <c:v>24.75</c:v>
                </c:pt>
                <c:pt idx="6">
                  <c:v>22.5</c:v>
                </c:pt>
                <c:pt idx="7">
                  <c:v>21</c:v>
                </c:pt>
                <c:pt idx="8">
                  <c:v>20.25</c:v>
                </c:pt>
                <c:pt idx="9">
                  <c:v>18.75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B5-4495-8DED-B1F3E47174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Sheet1!$E$2:$E$13</c:f>
              <c:numCache>
                <c:formatCode>General</c:formatCode>
                <c:ptCount val="12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  <c:pt idx="5">
                  <c:v>33</c:v>
                </c:pt>
                <c:pt idx="6">
                  <c:v>30</c:v>
                </c:pt>
                <c:pt idx="7">
                  <c:v>28</c:v>
                </c:pt>
                <c:pt idx="8">
                  <c:v>27</c:v>
                </c:pt>
                <c:pt idx="9">
                  <c:v>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B5-4495-8DED-B1F3E471740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Peak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Sheet1!$F$2:$F$13</c:f>
              <c:numCache>
                <c:formatCode>General</c:formatCode>
                <c:ptCount val="12"/>
                <c:pt idx="0">
                  <c:v>25</c:v>
                </c:pt>
                <c:pt idx="1">
                  <c:v>15</c:v>
                </c:pt>
                <c:pt idx="2">
                  <c:v>9</c:v>
                </c:pt>
                <c:pt idx="3">
                  <c:v>5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8B5-4495-8DED-B1F3E471740A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Peak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Sheet1!$G$2:$G$13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22</c:v>
                </c:pt>
                <c:pt idx="1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B5-4495-8DED-B1F3E47174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09241119"/>
        <c:axId val="90924783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</c:v>
                </c:pt>
              </c:strCache>
            </c:strRef>
          </c:tx>
          <c:spPr>
            <a:ln w="63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Sheet1!$B$2:$B$13</c:f>
              <c:numCache>
                <c:formatCode>General</c:formatCode>
                <c:ptCount val="12"/>
                <c:pt idx="0">
                  <c:v>60</c:v>
                </c:pt>
                <c:pt idx="1">
                  <c:v>50</c:v>
                </c:pt>
                <c:pt idx="2">
                  <c:v>44</c:v>
                </c:pt>
                <c:pt idx="3">
                  <c:v>40</c:v>
                </c:pt>
                <c:pt idx="4">
                  <c:v>36</c:v>
                </c:pt>
                <c:pt idx="5">
                  <c:v>33</c:v>
                </c:pt>
                <c:pt idx="6">
                  <c:v>30</c:v>
                </c:pt>
                <c:pt idx="7">
                  <c:v>28</c:v>
                </c:pt>
                <c:pt idx="8">
                  <c:v>27</c:v>
                </c:pt>
                <c:pt idx="9">
                  <c:v>25</c:v>
                </c:pt>
                <c:pt idx="10">
                  <c:v>22</c:v>
                </c:pt>
                <c:pt idx="11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8B5-4495-8DED-B1F3E47174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9241119"/>
        <c:axId val="909247839"/>
      </c:lineChart>
      <c:catAx>
        <c:axId val="909241119"/>
        <c:scaling>
          <c:orientation val="minMax"/>
        </c:scaling>
        <c:delete val="1"/>
        <c:axPos val="b"/>
        <c:majorTickMark val="out"/>
        <c:minorTickMark val="none"/>
        <c:tickLblPos val="nextTo"/>
        <c:crossAx val="909247839"/>
        <c:crosses val="autoZero"/>
        <c:auto val="1"/>
        <c:lblAlgn val="ctr"/>
        <c:lblOffset val="100"/>
        <c:noMultiLvlLbl val="0"/>
      </c:catAx>
      <c:valAx>
        <c:axId val="909247839"/>
        <c:scaling>
          <c:orientation val="minMax"/>
          <c:max val="60"/>
          <c:min val="-27"/>
        </c:scaling>
        <c:delete val="1"/>
        <c:axPos val="l"/>
        <c:numFmt formatCode="General" sourceLinked="1"/>
        <c:majorTickMark val="none"/>
        <c:minorTickMark val="none"/>
        <c:tickLblPos val="nextTo"/>
        <c:crossAx val="909241119"/>
        <c:crosses val="autoZero"/>
        <c:crossBetween val="between"/>
        <c:majorUnit val="1"/>
        <c:minorUnit val="1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 flow (MW)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Sheet1!$B$2:$B$25</c:f>
              <c:numCache>
                <c:formatCode>General</c:formatCode>
                <c:ptCount val="24"/>
                <c:pt idx="0">
                  <c:v>1100</c:v>
                </c:pt>
                <c:pt idx="1">
                  <c:v>1300</c:v>
                </c:pt>
                <c:pt idx="2">
                  <c:v>1150</c:v>
                </c:pt>
                <c:pt idx="3">
                  <c:v>1000</c:v>
                </c:pt>
                <c:pt idx="4">
                  <c:v>1250</c:v>
                </c:pt>
                <c:pt idx="5">
                  <c:v>1300</c:v>
                </c:pt>
                <c:pt idx="6">
                  <c:v>2500</c:v>
                </c:pt>
                <c:pt idx="7">
                  <c:v>3000</c:v>
                </c:pt>
                <c:pt idx="8">
                  <c:v>3100</c:v>
                </c:pt>
                <c:pt idx="9">
                  <c:v>3000</c:v>
                </c:pt>
                <c:pt idx="10">
                  <c:v>2900</c:v>
                </c:pt>
                <c:pt idx="11">
                  <c:v>2800</c:v>
                </c:pt>
                <c:pt idx="12">
                  <c:v>2800</c:v>
                </c:pt>
                <c:pt idx="13">
                  <c:v>2900</c:v>
                </c:pt>
                <c:pt idx="14">
                  <c:v>3200</c:v>
                </c:pt>
                <c:pt idx="15">
                  <c:v>3400</c:v>
                </c:pt>
                <c:pt idx="16">
                  <c:v>3600</c:v>
                </c:pt>
                <c:pt idx="17">
                  <c:v>3700</c:v>
                </c:pt>
                <c:pt idx="18">
                  <c:v>3700</c:v>
                </c:pt>
                <c:pt idx="19">
                  <c:v>3500</c:v>
                </c:pt>
                <c:pt idx="20">
                  <c:v>3200</c:v>
                </c:pt>
                <c:pt idx="21">
                  <c:v>2600</c:v>
                </c:pt>
                <c:pt idx="22">
                  <c:v>1800</c:v>
                </c:pt>
                <c:pt idx="2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79-43EB-AB13-17C601335C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Frequency response avaliability (MW)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Sheet1!$C$2:$C$25</c:f>
              <c:numCache>
                <c:formatCode>General</c:formatCode>
                <c:ptCount val="24"/>
                <c:pt idx="0">
                  <c:v>3900</c:v>
                </c:pt>
                <c:pt idx="1">
                  <c:v>3700</c:v>
                </c:pt>
                <c:pt idx="2">
                  <c:v>3850</c:v>
                </c:pt>
                <c:pt idx="3">
                  <c:v>4000</c:v>
                </c:pt>
                <c:pt idx="4">
                  <c:v>3750</c:v>
                </c:pt>
                <c:pt idx="5">
                  <c:v>3700</c:v>
                </c:pt>
                <c:pt idx="6">
                  <c:v>2500</c:v>
                </c:pt>
                <c:pt idx="7">
                  <c:v>2000</c:v>
                </c:pt>
                <c:pt idx="8">
                  <c:v>1900</c:v>
                </c:pt>
                <c:pt idx="9">
                  <c:v>2000</c:v>
                </c:pt>
                <c:pt idx="10">
                  <c:v>2100</c:v>
                </c:pt>
                <c:pt idx="11">
                  <c:v>2200</c:v>
                </c:pt>
                <c:pt idx="12">
                  <c:v>2200</c:v>
                </c:pt>
                <c:pt idx="13">
                  <c:v>2100</c:v>
                </c:pt>
                <c:pt idx="14">
                  <c:v>1800</c:v>
                </c:pt>
                <c:pt idx="15">
                  <c:v>1600</c:v>
                </c:pt>
                <c:pt idx="16">
                  <c:v>1400</c:v>
                </c:pt>
                <c:pt idx="17">
                  <c:v>1300</c:v>
                </c:pt>
                <c:pt idx="18">
                  <c:v>1300</c:v>
                </c:pt>
                <c:pt idx="19">
                  <c:v>1500</c:v>
                </c:pt>
                <c:pt idx="20">
                  <c:v>1800</c:v>
                </c:pt>
                <c:pt idx="21">
                  <c:v>2400</c:v>
                </c:pt>
                <c:pt idx="22">
                  <c:v>3200</c:v>
                </c:pt>
                <c:pt idx="23">
                  <c:v>3800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79-43EB-AB13-17C601335C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65447631"/>
        <c:axId val="1765446671"/>
      </c:areaChart>
      <c:catAx>
        <c:axId val="1765447631"/>
        <c:scaling>
          <c:orientation val="minMax"/>
        </c:scaling>
        <c:delete val="1"/>
        <c:axPos val="b"/>
        <c:majorTickMark val="out"/>
        <c:minorTickMark val="none"/>
        <c:tickLblPos val="nextTo"/>
        <c:crossAx val="1765446671"/>
        <c:crosses val="autoZero"/>
        <c:auto val="1"/>
        <c:lblAlgn val="ctr"/>
        <c:lblOffset val="100"/>
        <c:noMultiLvlLbl val="0"/>
      </c:catAx>
      <c:valAx>
        <c:axId val="1765446671"/>
        <c:scaling>
          <c:orientation val="minMax"/>
          <c:max val="50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76544763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white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val>
            <c:numRef>
              <c:f>Sheet1!$G$2:$G$53</c:f>
              <c:numCache>
                <c:formatCode>General</c:formatCode>
                <c:ptCount val="52"/>
                <c:pt idx="0">
                  <c:v>933376</c:v>
                </c:pt>
                <c:pt idx="1">
                  <c:v>690816</c:v>
                </c:pt>
                <c:pt idx="2">
                  <c:v>895928</c:v>
                </c:pt>
                <c:pt idx="3">
                  <c:v>1457720</c:v>
                </c:pt>
                <c:pt idx="4">
                  <c:v>1084392</c:v>
                </c:pt>
                <c:pt idx="5">
                  <c:v>1833816</c:v>
                </c:pt>
                <c:pt idx="6">
                  <c:v>1881416</c:v>
                </c:pt>
                <c:pt idx="7">
                  <c:v>1966312</c:v>
                </c:pt>
                <c:pt idx="8">
                  <c:v>3213872</c:v>
                </c:pt>
                <c:pt idx="9">
                  <c:v>3003928</c:v>
                </c:pt>
                <c:pt idx="10">
                  <c:v>3353128</c:v>
                </c:pt>
                <c:pt idx="11">
                  <c:v>3667104</c:v>
                </c:pt>
                <c:pt idx="12">
                  <c:v>4373949</c:v>
                </c:pt>
                <c:pt idx="13">
                  <c:v>4438081.5</c:v>
                </c:pt>
                <c:pt idx="14">
                  <c:v>4944562</c:v>
                </c:pt>
                <c:pt idx="15">
                  <c:v>4607021</c:v>
                </c:pt>
                <c:pt idx="16">
                  <c:v>4507893</c:v>
                </c:pt>
                <c:pt idx="17">
                  <c:v>4578675.5</c:v>
                </c:pt>
                <c:pt idx="18">
                  <c:v>4478707.5</c:v>
                </c:pt>
                <c:pt idx="19">
                  <c:v>4546590.5</c:v>
                </c:pt>
                <c:pt idx="20">
                  <c:v>4502944</c:v>
                </c:pt>
                <c:pt idx="21">
                  <c:v>4034143.5</c:v>
                </c:pt>
                <c:pt idx="22">
                  <c:v>4144977.5</c:v>
                </c:pt>
                <c:pt idx="23">
                  <c:v>4096248.5</c:v>
                </c:pt>
                <c:pt idx="24">
                  <c:v>4315160.5</c:v>
                </c:pt>
                <c:pt idx="25">
                  <c:v>4270401.5</c:v>
                </c:pt>
                <c:pt idx="26">
                  <c:v>4254631</c:v>
                </c:pt>
                <c:pt idx="27">
                  <c:v>4266439</c:v>
                </c:pt>
                <c:pt idx="28">
                  <c:v>4224598</c:v>
                </c:pt>
                <c:pt idx="29">
                  <c:v>4113267.5</c:v>
                </c:pt>
                <c:pt idx="30">
                  <c:v>4104701.5</c:v>
                </c:pt>
                <c:pt idx="31">
                  <c:v>4018400</c:v>
                </c:pt>
                <c:pt idx="32">
                  <c:v>4147129</c:v>
                </c:pt>
                <c:pt idx="33">
                  <c:v>4154568</c:v>
                </c:pt>
                <c:pt idx="34">
                  <c:v>3535472</c:v>
                </c:pt>
                <c:pt idx="35">
                  <c:v>3057368</c:v>
                </c:pt>
                <c:pt idx="36">
                  <c:v>3057576</c:v>
                </c:pt>
                <c:pt idx="37">
                  <c:v>2804360</c:v>
                </c:pt>
                <c:pt idx="38">
                  <c:v>2373408</c:v>
                </c:pt>
                <c:pt idx="39">
                  <c:v>2385616</c:v>
                </c:pt>
                <c:pt idx="40">
                  <c:v>1949784</c:v>
                </c:pt>
                <c:pt idx="41">
                  <c:v>2029864</c:v>
                </c:pt>
                <c:pt idx="42">
                  <c:v>1831456</c:v>
                </c:pt>
                <c:pt idx="43">
                  <c:v>2372056</c:v>
                </c:pt>
                <c:pt idx="44">
                  <c:v>1586088</c:v>
                </c:pt>
                <c:pt idx="45">
                  <c:v>1245872</c:v>
                </c:pt>
                <c:pt idx="46">
                  <c:v>1659000</c:v>
                </c:pt>
                <c:pt idx="47">
                  <c:v>1316288</c:v>
                </c:pt>
                <c:pt idx="48">
                  <c:v>867864</c:v>
                </c:pt>
                <c:pt idx="49">
                  <c:v>756880</c:v>
                </c:pt>
                <c:pt idx="50">
                  <c:v>470368</c:v>
                </c:pt>
                <c:pt idx="51">
                  <c:v>400808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C8-4742-AFB8-64F78FF43562}"/>
            </c:ext>
          </c:extLst>
        </c:ser>
        <c:ser>
          <c:idx val="1"/>
          <c:order val="1"/>
          <c:tx>
            <c:strRef>
              <c:f>Sheet1!$H$1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Sheet1!$H$2:$H$53</c:f>
              <c:numCache>
                <c:formatCode>General</c:formatCode>
                <c:ptCount val="52"/>
                <c:pt idx="0">
                  <c:v>4803293.5</c:v>
                </c:pt>
                <c:pt idx="1">
                  <c:v>5172544</c:v>
                </c:pt>
                <c:pt idx="2">
                  <c:v>4604635</c:v>
                </c:pt>
                <c:pt idx="3">
                  <c:v>4298049.5</c:v>
                </c:pt>
                <c:pt idx="4">
                  <c:v>4479413.5</c:v>
                </c:pt>
                <c:pt idx="5">
                  <c:v>3936846.5</c:v>
                </c:pt>
                <c:pt idx="6">
                  <c:v>3530731.5</c:v>
                </c:pt>
                <c:pt idx="7">
                  <c:v>2882843.5</c:v>
                </c:pt>
                <c:pt idx="8">
                  <c:v>2074649</c:v>
                </c:pt>
                <c:pt idx="9">
                  <c:v>2203236.5</c:v>
                </c:pt>
                <c:pt idx="10">
                  <c:v>1588869.5</c:v>
                </c:pt>
                <c:pt idx="11">
                  <c:v>1221788.5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189646.5</c:v>
                </c:pt>
                <c:pt idx="34">
                  <c:v>708709</c:v>
                </c:pt>
                <c:pt idx="35">
                  <c:v>1338891.5</c:v>
                </c:pt>
                <c:pt idx="36">
                  <c:v>1392833.5</c:v>
                </c:pt>
                <c:pt idx="37">
                  <c:v>1465450.5</c:v>
                </c:pt>
                <c:pt idx="38">
                  <c:v>1926971</c:v>
                </c:pt>
                <c:pt idx="39">
                  <c:v>2073495</c:v>
                </c:pt>
                <c:pt idx="40">
                  <c:v>2673870.5</c:v>
                </c:pt>
                <c:pt idx="41">
                  <c:v>2651777.5</c:v>
                </c:pt>
                <c:pt idx="42">
                  <c:v>2781237</c:v>
                </c:pt>
                <c:pt idx="43">
                  <c:v>2530563</c:v>
                </c:pt>
                <c:pt idx="44">
                  <c:v>3481563.5</c:v>
                </c:pt>
                <c:pt idx="45">
                  <c:v>3835310.5</c:v>
                </c:pt>
                <c:pt idx="46">
                  <c:v>3688487.5</c:v>
                </c:pt>
                <c:pt idx="47">
                  <c:v>4262493</c:v>
                </c:pt>
                <c:pt idx="48">
                  <c:v>4821528</c:v>
                </c:pt>
                <c:pt idx="49">
                  <c:v>4707227.5</c:v>
                </c:pt>
                <c:pt idx="50">
                  <c:v>5217045.5</c:v>
                </c:pt>
                <c:pt idx="51">
                  <c:v>4331780.5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C8-4742-AFB8-64F78FF43562}"/>
            </c:ext>
          </c:extLst>
        </c:ser>
        <c:ser>
          <c:idx val="2"/>
          <c:order val="2"/>
          <c:tx>
            <c:strRef>
              <c:f>Sheet1!$I$1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val>
            <c:numRef>
              <c:f>Sheet1!$I$2:$I$53</c:f>
              <c:numCache>
                <c:formatCode>General</c:formatCode>
                <c:ptCount val="5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113627</c:v>
                </c:pt>
                <c:pt idx="13">
                  <c:v>1052326.5</c:v>
                </c:pt>
                <c:pt idx="14">
                  <c:v>570510</c:v>
                </c:pt>
                <c:pt idx="15">
                  <c:v>2792331</c:v>
                </c:pt>
                <c:pt idx="16">
                  <c:v>3026043</c:v>
                </c:pt>
                <c:pt idx="17">
                  <c:v>1423092.5</c:v>
                </c:pt>
                <c:pt idx="18">
                  <c:v>2589100.5</c:v>
                </c:pt>
                <c:pt idx="19">
                  <c:v>2299569.5</c:v>
                </c:pt>
                <c:pt idx="20">
                  <c:v>3434072</c:v>
                </c:pt>
                <c:pt idx="21">
                  <c:v>3500992.5</c:v>
                </c:pt>
                <c:pt idx="22">
                  <c:v>2771590.5</c:v>
                </c:pt>
                <c:pt idx="23">
                  <c:v>2894327.5</c:v>
                </c:pt>
                <c:pt idx="24">
                  <c:v>1773679.5</c:v>
                </c:pt>
                <c:pt idx="25">
                  <c:v>2000806.5</c:v>
                </c:pt>
                <c:pt idx="26">
                  <c:v>2010865</c:v>
                </c:pt>
                <c:pt idx="27">
                  <c:v>1900089</c:v>
                </c:pt>
                <c:pt idx="28">
                  <c:v>3944426</c:v>
                </c:pt>
                <c:pt idx="29">
                  <c:v>3147212.5</c:v>
                </c:pt>
                <c:pt idx="30">
                  <c:v>791970.5</c:v>
                </c:pt>
                <c:pt idx="31">
                  <c:v>1123296</c:v>
                </c:pt>
                <c:pt idx="32">
                  <c:v>43079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C8-4742-AFB8-64F78FF43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28649360"/>
        <c:axId val="1428658480"/>
      </c:areaChart>
      <c:lineChart>
        <c:grouping val="standard"/>
        <c:varyColors val="0"/>
        <c:ser>
          <c:idx val="3"/>
          <c:order val="3"/>
          <c:tx>
            <c:strRef>
              <c:f>Sheet1!$B$1</c:f>
              <c:strCache>
                <c:ptCount val="1"/>
                <c:pt idx="0">
                  <c:v>Demand (Black Line)</c:v>
                </c:pt>
              </c:strCache>
            </c:strRef>
          </c:tx>
          <c:spPr>
            <a:ln w="6350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val>
            <c:numRef>
              <c:f>Sheet1!$B$2:$B$53</c:f>
              <c:numCache>
                <c:formatCode>General</c:formatCode>
                <c:ptCount val="52"/>
                <c:pt idx="0">
                  <c:v>5736669.5</c:v>
                </c:pt>
                <c:pt idx="1">
                  <c:v>5863360</c:v>
                </c:pt>
                <c:pt idx="2">
                  <c:v>5500563</c:v>
                </c:pt>
                <c:pt idx="3">
                  <c:v>5755769.5</c:v>
                </c:pt>
                <c:pt idx="4">
                  <c:v>5563805.5</c:v>
                </c:pt>
                <c:pt idx="5">
                  <c:v>5770662.5</c:v>
                </c:pt>
                <c:pt idx="6">
                  <c:v>5412147.5</c:v>
                </c:pt>
                <c:pt idx="7">
                  <c:v>4849155.5</c:v>
                </c:pt>
                <c:pt idx="8">
                  <c:v>5288521</c:v>
                </c:pt>
                <c:pt idx="9">
                  <c:v>5207164.5</c:v>
                </c:pt>
                <c:pt idx="10">
                  <c:v>4941997.5</c:v>
                </c:pt>
                <c:pt idx="11">
                  <c:v>4888892.5</c:v>
                </c:pt>
                <c:pt idx="12">
                  <c:v>4373949</c:v>
                </c:pt>
                <c:pt idx="13">
                  <c:v>4438081.5</c:v>
                </c:pt>
                <c:pt idx="14">
                  <c:v>4944562</c:v>
                </c:pt>
                <c:pt idx="15">
                  <c:v>4607021</c:v>
                </c:pt>
                <c:pt idx="16">
                  <c:v>4507893</c:v>
                </c:pt>
                <c:pt idx="17">
                  <c:v>4578675.5</c:v>
                </c:pt>
                <c:pt idx="18">
                  <c:v>4478707.5</c:v>
                </c:pt>
                <c:pt idx="19">
                  <c:v>4546590.5</c:v>
                </c:pt>
                <c:pt idx="20">
                  <c:v>4502944</c:v>
                </c:pt>
                <c:pt idx="21">
                  <c:v>4034143.5</c:v>
                </c:pt>
                <c:pt idx="22">
                  <c:v>4144977.5</c:v>
                </c:pt>
                <c:pt idx="23">
                  <c:v>4096248.5</c:v>
                </c:pt>
                <c:pt idx="24">
                  <c:v>4315160.5</c:v>
                </c:pt>
                <c:pt idx="25">
                  <c:v>4270401.5</c:v>
                </c:pt>
                <c:pt idx="26">
                  <c:v>4254631</c:v>
                </c:pt>
                <c:pt idx="27">
                  <c:v>4266439</c:v>
                </c:pt>
                <c:pt idx="28">
                  <c:v>4224598</c:v>
                </c:pt>
                <c:pt idx="29">
                  <c:v>4113267.5</c:v>
                </c:pt>
                <c:pt idx="30">
                  <c:v>4104701.5</c:v>
                </c:pt>
                <c:pt idx="31">
                  <c:v>4018400</c:v>
                </c:pt>
                <c:pt idx="32">
                  <c:v>4147129</c:v>
                </c:pt>
                <c:pt idx="33">
                  <c:v>4344214.5</c:v>
                </c:pt>
                <c:pt idx="34">
                  <c:v>4244181</c:v>
                </c:pt>
                <c:pt idx="35">
                  <c:v>4396259.5</c:v>
                </c:pt>
                <c:pt idx="36">
                  <c:v>4450409.5</c:v>
                </c:pt>
                <c:pt idx="37">
                  <c:v>4269810.5</c:v>
                </c:pt>
                <c:pt idx="38">
                  <c:v>4300379</c:v>
                </c:pt>
                <c:pt idx="39">
                  <c:v>4459111</c:v>
                </c:pt>
                <c:pt idx="40">
                  <c:v>4623654.5</c:v>
                </c:pt>
                <c:pt idx="41">
                  <c:v>4681641.5</c:v>
                </c:pt>
                <c:pt idx="42">
                  <c:v>4612693</c:v>
                </c:pt>
                <c:pt idx="43">
                  <c:v>4902619</c:v>
                </c:pt>
                <c:pt idx="44">
                  <c:v>5067651.5</c:v>
                </c:pt>
                <c:pt idx="45">
                  <c:v>5081182.5</c:v>
                </c:pt>
                <c:pt idx="46">
                  <c:v>5347487.5</c:v>
                </c:pt>
                <c:pt idx="47">
                  <c:v>5578781</c:v>
                </c:pt>
                <c:pt idx="48">
                  <c:v>5689392</c:v>
                </c:pt>
                <c:pt idx="49">
                  <c:v>5464107.5</c:v>
                </c:pt>
                <c:pt idx="50">
                  <c:v>5687413.5</c:v>
                </c:pt>
                <c:pt idx="51">
                  <c:v>4732588.5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6C8-4742-AFB8-64F78FF43562}"/>
            </c:ext>
          </c:extLst>
        </c:ser>
        <c:ser>
          <c:idx val="4"/>
          <c:order val="4"/>
          <c:tx>
            <c:strRef>
              <c:f>Sheet1!$C$1</c:f>
              <c:strCache>
                <c:ptCount val="1"/>
                <c:pt idx="0">
                  <c:v>Solar (Orange Line)</c:v>
                </c:pt>
              </c:strCache>
            </c:strRef>
          </c:tx>
          <c:spPr>
            <a:ln w="63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Sheet1!$C$2:$C$53</c:f>
              <c:numCache>
                <c:formatCode>General</c:formatCode>
                <c:ptCount val="52"/>
                <c:pt idx="0">
                  <c:v>933376</c:v>
                </c:pt>
                <c:pt idx="1">
                  <c:v>690816</c:v>
                </c:pt>
                <c:pt idx="2">
                  <c:v>895928</c:v>
                </c:pt>
                <c:pt idx="3">
                  <c:v>1457720</c:v>
                </c:pt>
                <c:pt idx="4">
                  <c:v>1084392</c:v>
                </c:pt>
                <c:pt idx="5">
                  <c:v>1833816</c:v>
                </c:pt>
                <c:pt idx="6">
                  <c:v>1881416</c:v>
                </c:pt>
                <c:pt idx="7">
                  <c:v>1966312</c:v>
                </c:pt>
                <c:pt idx="8">
                  <c:v>3213872</c:v>
                </c:pt>
                <c:pt idx="9">
                  <c:v>3003928</c:v>
                </c:pt>
                <c:pt idx="10">
                  <c:v>3353128</c:v>
                </c:pt>
                <c:pt idx="11">
                  <c:v>3667104</c:v>
                </c:pt>
                <c:pt idx="12">
                  <c:v>4487576</c:v>
                </c:pt>
                <c:pt idx="13">
                  <c:v>5490408</c:v>
                </c:pt>
                <c:pt idx="14">
                  <c:v>5515072</c:v>
                </c:pt>
                <c:pt idx="15">
                  <c:v>7399352</c:v>
                </c:pt>
                <c:pt idx="16">
                  <c:v>7533936</c:v>
                </c:pt>
                <c:pt idx="17">
                  <c:v>6001768</c:v>
                </c:pt>
                <c:pt idx="18">
                  <c:v>7067808</c:v>
                </c:pt>
                <c:pt idx="19">
                  <c:v>6846160</c:v>
                </c:pt>
                <c:pt idx="20">
                  <c:v>7937016</c:v>
                </c:pt>
                <c:pt idx="21">
                  <c:v>7535136</c:v>
                </c:pt>
                <c:pt idx="22">
                  <c:v>6916568</c:v>
                </c:pt>
                <c:pt idx="23">
                  <c:v>6990576</c:v>
                </c:pt>
                <c:pt idx="24">
                  <c:v>6088840</c:v>
                </c:pt>
                <c:pt idx="25">
                  <c:v>6271208</c:v>
                </c:pt>
                <c:pt idx="26">
                  <c:v>6265496</c:v>
                </c:pt>
                <c:pt idx="27">
                  <c:v>6166528</c:v>
                </c:pt>
                <c:pt idx="28">
                  <c:v>8169024</c:v>
                </c:pt>
                <c:pt idx="29">
                  <c:v>7260480</c:v>
                </c:pt>
                <c:pt idx="30">
                  <c:v>4896672</c:v>
                </c:pt>
                <c:pt idx="31">
                  <c:v>5141696</c:v>
                </c:pt>
                <c:pt idx="32">
                  <c:v>4190208</c:v>
                </c:pt>
                <c:pt idx="33">
                  <c:v>4154568</c:v>
                </c:pt>
                <c:pt idx="34">
                  <c:v>3535472</c:v>
                </c:pt>
                <c:pt idx="35">
                  <c:v>3057368</c:v>
                </c:pt>
                <c:pt idx="36">
                  <c:v>3057576</c:v>
                </c:pt>
                <c:pt idx="37">
                  <c:v>2804360</c:v>
                </c:pt>
                <c:pt idx="38">
                  <c:v>2373408</c:v>
                </c:pt>
                <c:pt idx="39">
                  <c:v>2385616</c:v>
                </c:pt>
                <c:pt idx="40">
                  <c:v>1949784</c:v>
                </c:pt>
                <c:pt idx="41">
                  <c:v>2029864</c:v>
                </c:pt>
                <c:pt idx="42">
                  <c:v>1831456</c:v>
                </c:pt>
                <c:pt idx="43">
                  <c:v>2372056</c:v>
                </c:pt>
                <c:pt idx="44">
                  <c:v>1586088</c:v>
                </c:pt>
                <c:pt idx="45">
                  <c:v>1245872</c:v>
                </c:pt>
                <c:pt idx="46">
                  <c:v>1659000</c:v>
                </c:pt>
                <c:pt idx="47">
                  <c:v>1316288</c:v>
                </c:pt>
                <c:pt idx="48">
                  <c:v>867864</c:v>
                </c:pt>
                <c:pt idx="49">
                  <c:v>756880</c:v>
                </c:pt>
                <c:pt idx="50">
                  <c:v>470368</c:v>
                </c:pt>
                <c:pt idx="51">
                  <c:v>400808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6C8-4742-AFB8-64F78FF435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8649360"/>
        <c:axId val="1428658480"/>
      </c:lineChart>
      <c:catAx>
        <c:axId val="1428649360"/>
        <c:scaling>
          <c:orientation val="minMax"/>
        </c:scaling>
        <c:delete val="1"/>
        <c:axPos val="b"/>
        <c:majorTickMark val="out"/>
        <c:minorTickMark val="none"/>
        <c:tickLblPos val="nextTo"/>
        <c:crossAx val="1428658480"/>
        <c:crosses val="autoZero"/>
        <c:auto val="1"/>
        <c:lblAlgn val="ctr"/>
        <c:lblOffset val="100"/>
        <c:noMultiLvlLbl val="0"/>
      </c:catAx>
      <c:valAx>
        <c:axId val="1428658480"/>
        <c:scaling>
          <c:orientation val="minMax"/>
          <c:max val="8100000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1428649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power_balancing!$B$1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val>
            <c:numRef>
              <c:f>power_balancing!$B$2:$B$73</c:f>
              <c:numCache>
                <c:formatCode>General</c:formatCode>
                <c:ptCount val="72"/>
                <c:pt idx="0">
                  <c:v>-338</c:v>
                </c:pt>
                <c:pt idx="1">
                  <c:v>-1377.5</c:v>
                </c:pt>
                <c:pt idx="2">
                  <c:v>-1549</c:v>
                </c:pt>
                <c:pt idx="3">
                  <c:v>-1578.5</c:v>
                </c:pt>
                <c:pt idx="4">
                  <c:v>-1493</c:v>
                </c:pt>
                <c:pt idx="5">
                  <c:v>-1285.5</c:v>
                </c:pt>
                <c:pt idx="6">
                  <c:v>-856.5</c:v>
                </c:pt>
                <c:pt idx="7">
                  <c:v>-140</c:v>
                </c:pt>
                <c:pt idx="8">
                  <c:v>-2</c:v>
                </c:pt>
                <c:pt idx="9">
                  <c:v>-5.5</c:v>
                </c:pt>
                <c:pt idx="10">
                  <c:v>-7</c:v>
                </c:pt>
                <c:pt idx="11">
                  <c:v>-9.5</c:v>
                </c:pt>
                <c:pt idx="12">
                  <c:v>-10.5</c:v>
                </c:pt>
                <c:pt idx="13">
                  <c:v>-9</c:v>
                </c:pt>
                <c:pt idx="14">
                  <c:v>-10</c:v>
                </c:pt>
                <c:pt idx="15">
                  <c:v>-11</c:v>
                </c:pt>
                <c:pt idx="16">
                  <c:v>-10.5</c:v>
                </c:pt>
                <c:pt idx="17">
                  <c:v>-14.5</c:v>
                </c:pt>
                <c:pt idx="18">
                  <c:v>-13.5</c:v>
                </c:pt>
                <c:pt idx="19">
                  <c:v>-9.5</c:v>
                </c:pt>
                <c:pt idx="20">
                  <c:v>-8.5</c:v>
                </c:pt>
                <c:pt idx="21">
                  <c:v>-7.5</c:v>
                </c:pt>
                <c:pt idx="22">
                  <c:v>-11</c:v>
                </c:pt>
                <c:pt idx="23">
                  <c:v>-282</c:v>
                </c:pt>
                <c:pt idx="24">
                  <c:v>-573.5</c:v>
                </c:pt>
                <c:pt idx="25">
                  <c:v>-861</c:v>
                </c:pt>
                <c:pt idx="26">
                  <c:v>-1138.5</c:v>
                </c:pt>
                <c:pt idx="27">
                  <c:v>-1156</c:v>
                </c:pt>
                <c:pt idx="28">
                  <c:v>-1008.5</c:v>
                </c:pt>
                <c:pt idx="29">
                  <c:v>-801</c:v>
                </c:pt>
                <c:pt idx="30">
                  <c:v>-74</c:v>
                </c:pt>
                <c:pt idx="31">
                  <c:v>-7.5</c:v>
                </c:pt>
                <c:pt idx="32">
                  <c:v>-13.5</c:v>
                </c:pt>
                <c:pt idx="33">
                  <c:v>-9</c:v>
                </c:pt>
                <c:pt idx="34">
                  <c:v>-10.5</c:v>
                </c:pt>
                <c:pt idx="35">
                  <c:v>-9</c:v>
                </c:pt>
                <c:pt idx="36">
                  <c:v>-9</c:v>
                </c:pt>
                <c:pt idx="37">
                  <c:v>-8.5</c:v>
                </c:pt>
                <c:pt idx="38">
                  <c:v>-7</c:v>
                </c:pt>
                <c:pt idx="39">
                  <c:v>-12.5</c:v>
                </c:pt>
                <c:pt idx="40">
                  <c:v>-8</c:v>
                </c:pt>
                <c:pt idx="41">
                  <c:v>-10.5</c:v>
                </c:pt>
                <c:pt idx="42">
                  <c:v>-7.5</c:v>
                </c:pt>
                <c:pt idx="43">
                  <c:v>-10.5</c:v>
                </c:pt>
                <c:pt idx="44">
                  <c:v>-6.5</c:v>
                </c:pt>
                <c:pt idx="45">
                  <c:v>-7.5</c:v>
                </c:pt>
                <c:pt idx="46">
                  <c:v>-14</c:v>
                </c:pt>
                <c:pt idx="47">
                  <c:v>-525.5</c:v>
                </c:pt>
                <c:pt idx="48">
                  <c:v>-83.5</c:v>
                </c:pt>
                <c:pt idx="49">
                  <c:v>-156</c:v>
                </c:pt>
                <c:pt idx="50">
                  <c:v>-198</c:v>
                </c:pt>
                <c:pt idx="51">
                  <c:v>-372</c:v>
                </c:pt>
                <c:pt idx="52">
                  <c:v>-206</c:v>
                </c:pt>
                <c:pt idx="53">
                  <c:v>-19.5</c:v>
                </c:pt>
                <c:pt idx="54">
                  <c:v>-31.5</c:v>
                </c:pt>
                <c:pt idx="55">
                  <c:v>-14</c:v>
                </c:pt>
                <c:pt idx="56">
                  <c:v>-10</c:v>
                </c:pt>
                <c:pt idx="57">
                  <c:v>-11</c:v>
                </c:pt>
                <c:pt idx="58">
                  <c:v>-7.5</c:v>
                </c:pt>
                <c:pt idx="59">
                  <c:v>-11</c:v>
                </c:pt>
                <c:pt idx="60">
                  <c:v>-10.5</c:v>
                </c:pt>
                <c:pt idx="61">
                  <c:v>-10</c:v>
                </c:pt>
                <c:pt idx="62">
                  <c:v>-11</c:v>
                </c:pt>
                <c:pt idx="63">
                  <c:v>-9.5</c:v>
                </c:pt>
                <c:pt idx="64">
                  <c:v>-3</c:v>
                </c:pt>
                <c:pt idx="65">
                  <c:v>0</c:v>
                </c:pt>
                <c:pt idx="66">
                  <c:v>0</c:v>
                </c:pt>
                <c:pt idx="67">
                  <c:v>-6.5</c:v>
                </c:pt>
                <c:pt idx="68">
                  <c:v>-15.5</c:v>
                </c:pt>
                <c:pt idx="69">
                  <c:v>-13</c:v>
                </c:pt>
                <c:pt idx="70">
                  <c:v>-11</c:v>
                </c:pt>
                <c:pt idx="71">
                  <c:v>-124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EE-4BE1-8B31-D36CDB739B28}"/>
            </c:ext>
          </c:extLst>
        </c:ser>
        <c:ser>
          <c:idx val="1"/>
          <c:order val="1"/>
          <c:tx>
            <c:strRef>
              <c:f>power_balancing!$C$1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val>
            <c:numRef>
              <c:f>power_balancing!$C$2:$C$73</c:f>
              <c:numCache>
                <c:formatCode>General</c:formatCode>
                <c:ptCount val="72"/>
                <c:pt idx="0">
                  <c:v>338</c:v>
                </c:pt>
                <c:pt idx="1">
                  <c:v>1377.5</c:v>
                </c:pt>
                <c:pt idx="2">
                  <c:v>1549</c:v>
                </c:pt>
                <c:pt idx="3">
                  <c:v>1578.5</c:v>
                </c:pt>
                <c:pt idx="4">
                  <c:v>1493</c:v>
                </c:pt>
                <c:pt idx="5">
                  <c:v>1285.5</c:v>
                </c:pt>
                <c:pt idx="6">
                  <c:v>856.5</c:v>
                </c:pt>
                <c:pt idx="7">
                  <c:v>140</c:v>
                </c:pt>
                <c:pt idx="8">
                  <c:v>2</c:v>
                </c:pt>
                <c:pt idx="9">
                  <c:v>5.5</c:v>
                </c:pt>
                <c:pt idx="10">
                  <c:v>7</c:v>
                </c:pt>
                <c:pt idx="11">
                  <c:v>9.5</c:v>
                </c:pt>
                <c:pt idx="12">
                  <c:v>10.5</c:v>
                </c:pt>
                <c:pt idx="13">
                  <c:v>9</c:v>
                </c:pt>
                <c:pt idx="14">
                  <c:v>10</c:v>
                </c:pt>
                <c:pt idx="15">
                  <c:v>11</c:v>
                </c:pt>
                <c:pt idx="16">
                  <c:v>10.5</c:v>
                </c:pt>
                <c:pt idx="17">
                  <c:v>14.5</c:v>
                </c:pt>
                <c:pt idx="18">
                  <c:v>13.5</c:v>
                </c:pt>
                <c:pt idx="19">
                  <c:v>9.5</c:v>
                </c:pt>
                <c:pt idx="20">
                  <c:v>8.5</c:v>
                </c:pt>
                <c:pt idx="21">
                  <c:v>7.5</c:v>
                </c:pt>
                <c:pt idx="22">
                  <c:v>11</c:v>
                </c:pt>
                <c:pt idx="23">
                  <c:v>282</c:v>
                </c:pt>
                <c:pt idx="24">
                  <c:v>573.5</c:v>
                </c:pt>
                <c:pt idx="25">
                  <c:v>861</c:v>
                </c:pt>
                <c:pt idx="26">
                  <c:v>1138.5</c:v>
                </c:pt>
                <c:pt idx="27">
                  <c:v>1156</c:v>
                </c:pt>
                <c:pt idx="28">
                  <c:v>1008.5</c:v>
                </c:pt>
                <c:pt idx="29">
                  <c:v>801</c:v>
                </c:pt>
                <c:pt idx="30">
                  <c:v>74</c:v>
                </c:pt>
                <c:pt idx="31">
                  <c:v>7.5</c:v>
                </c:pt>
                <c:pt idx="32">
                  <c:v>13.5</c:v>
                </c:pt>
                <c:pt idx="33">
                  <c:v>9</c:v>
                </c:pt>
                <c:pt idx="34">
                  <c:v>10.5</c:v>
                </c:pt>
                <c:pt idx="35">
                  <c:v>9</c:v>
                </c:pt>
                <c:pt idx="36">
                  <c:v>9</c:v>
                </c:pt>
                <c:pt idx="37">
                  <c:v>8.5</c:v>
                </c:pt>
                <c:pt idx="38">
                  <c:v>7</c:v>
                </c:pt>
                <c:pt idx="39">
                  <c:v>12.5</c:v>
                </c:pt>
                <c:pt idx="40">
                  <c:v>8</c:v>
                </c:pt>
                <c:pt idx="41">
                  <c:v>10.5</c:v>
                </c:pt>
                <c:pt idx="42">
                  <c:v>7.5</c:v>
                </c:pt>
                <c:pt idx="43">
                  <c:v>10.5</c:v>
                </c:pt>
                <c:pt idx="44">
                  <c:v>6.5</c:v>
                </c:pt>
                <c:pt idx="45">
                  <c:v>7.5</c:v>
                </c:pt>
                <c:pt idx="46">
                  <c:v>14</c:v>
                </c:pt>
                <c:pt idx="47">
                  <c:v>525.5</c:v>
                </c:pt>
                <c:pt idx="48">
                  <c:v>83.5</c:v>
                </c:pt>
                <c:pt idx="49">
                  <c:v>156</c:v>
                </c:pt>
                <c:pt idx="50">
                  <c:v>198</c:v>
                </c:pt>
                <c:pt idx="51">
                  <c:v>372</c:v>
                </c:pt>
                <c:pt idx="52">
                  <c:v>206</c:v>
                </c:pt>
                <c:pt idx="53">
                  <c:v>19.5</c:v>
                </c:pt>
                <c:pt idx="54">
                  <c:v>31.5</c:v>
                </c:pt>
                <c:pt idx="55">
                  <c:v>14</c:v>
                </c:pt>
                <c:pt idx="56">
                  <c:v>10</c:v>
                </c:pt>
                <c:pt idx="57">
                  <c:v>11</c:v>
                </c:pt>
                <c:pt idx="58">
                  <c:v>7.5</c:v>
                </c:pt>
                <c:pt idx="59">
                  <c:v>11</c:v>
                </c:pt>
                <c:pt idx="60">
                  <c:v>10.5</c:v>
                </c:pt>
                <c:pt idx="61">
                  <c:v>10</c:v>
                </c:pt>
                <c:pt idx="62">
                  <c:v>11</c:v>
                </c:pt>
                <c:pt idx="63">
                  <c:v>9.5</c:v>
                </c:pt>
                <c:pt idx="64">
                  <c:v>3</c:v>
                </c:pt>
                <c:pt idx="65">
                  <c:v>0</c:v>
                </c:pt>
                <c:pt idx="66">
                  <c:v>0</c:v>
                </c:pt>
                <c:pt idx="67">
                  <c:v>6.5</c:v>
                </c:pt>
                <c:pt idx="68">
                  <c:v>15.5</c:v>
                </c:pt>
                <c:pt idx="69">
                  <c:v>13</c:v>
                </c:pt>
                <c:pt idx="70">
                  <c:v>11</c:v>
                </c:pt>
                <c:pt idx="71">
                  <c:v>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EE-4BE1-8B31-D36CDB739B28}"/>
            </c:ext>
          </c:extLst>
        </c:ser>
        <c:ser>
          <c:idx val="2"/>
          <c:order val="2"/>
          <c:tx>
            <c:strRef>
              <c:f>power_balancing!$D$1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0E2841">
                <a:lumMod val="10000"/>
                <a:lumOff val="90000"/>
              </a:srgbClr>
            </a:solidFill>
            <a:ln>
              <a:noFill/>
            </a:ln>
            <a:effectLst/>
          </c:spPr>
          <c:val>
            <c:numRef>
              <c:f>power_balancing!$D$2:$D$73</c:f>
              <c:numCache>
                <c:formatCode>General</c:formatCode>
                <c:ptCount val="72"/>
                <c:pt idx="0">
                  <c:v>4199</c:v>
                </c:pt>
                <c:pt idx="1">
                  <c:v>4249</c:v>
                </c:pt>
                <c:pt idx="2">
                  <c:v>4572.5</c:v>
                </c:pt>
                <c:pt idx="3">
                  <c:v>4945.5</c:v>
                </c:pt>
                <c:pt idx="4">
                  <c:v>5350.5</c:v>
                </c:pt>
                <c:pt idx="5">
                  <c:v>5792.5</c:v>
                </c:pt>
                <c:pt idx="6">
                  <c:v>6454.5</c:v>
                </c:pt>
                <c:pt idx="7">
                  <c:v>6763.5</c:v>
                </c:pt>
                <c:pt idx="8">
                  <c:v>6828.5</c:v>
                </c:pt>
                <c:pt idx="9">
                  <c:v>6934.5</c:v>
                </c:pt>
                <c:pt idx="10">
                  <c:v>7046.5</c:v>
                </c:pt>
                <c:pt idx="11">
                  <c:v>7741</c:v>
                </c:pt>
                <c:pt idx="12">
                  <c:v>8347</c:v>
                </c:pt>
                <c:pt idx="13">
                  <c:v>9111.5</c:v>
                </c:pt>
                <c:pt idx="14">
                  <c:v>9374.5</c:v>
                </c:pt>
                <c:pt idx="15">
                  <c:v>9859.5</c:v>
                </c:pt>
                <c:pt idx="16">
                  <c:v>10137</c:v>
                </c:pt>
                <c:pt idx="17">
                  <c:v>9946</c:v>
                </c:pt>
                <c:pt idx="18">
                  <c:v>10401.5</c:v>
                </c:pt>
                <c:pt idx="19">
                  <c:v>10539.5</c:v>
                </c:pt>
                <c:pt idx="20">
                  <c:v>10617</c:v>
                </c:pt>
                <c:pt idx="21">
                  <c:v>10494</c:v>
                </c:pt>
                <c:pt idx="22">
                  <c:v>10375</c:v>
                </c:pt>
                <c:pt idx="23">
                  <c:v>10371</c:v>
                </c:pt>
                <c:pt idx="24">
                  <c:v>10328</c:v>
                </c:pt>
                <c:pt idx="25">
                  <c:v>10016</c:v>
                </c:pt>
                <c:pt idx="26">
                  <c:v>9768.5</c:v>
                </c:pt>
                <c:pt idx="27">
                  <c:v>9771.5</c:v>
                </c:pt>
                <c:pt idx="28">
                  <c:v>9810.5</c:v>
                </c:pt>
                <c:pt idx="29">
                  <c:v>9575.5</c:v>
                </c:pt>
                <c:pt idx="30">
                  <c:v>9807.5</c:v>
                </c:pt>
                <c:pt idx="31">
                  <c:v>9982</c:v>
                </c:pt>
                <c:pt idx="32">
                  <c:v>9942</c:v>
                </c:pt>
                <c:pt idx="33">
                  <c:v>9445.5</c:v>
                </c:pt>
                <c:pt idx="34">
                  <c:v>8732.5</c:v>
                </c:pt>
                <c:pt idx="35">
                  <c:v>8613</c:v>
                </c:pt>
                <c:pt idx="36">
                  <c:v>8345</c:v>
                </c:pt>
                <c:pt idx="37">
                  <c:v>8513.5</c:v>
                </c:pt>
                <c:pt idx="38">
                  <c:v>8537.5</c:v>
                </c:pt>
                <c:pt idx="39">
                  <c:v>8249.5</c:v>
                </c:pt>
                <c:pt idx="40">
                  <c:v>7750.5</c:v>
                </c:pt>
                <c:pt idx="41">
                  <c:v>7004.5</c:v>
                </c:pt>
                <c:pt idx="42">
                  <c:v>6191.5</c:v>
                </c:pt>
                <c:pt idx="43">
                  <c:v>5658.5</c:v>
                </c:pt>
                <c:pt idx="44">
                  <c:v>5553</c:v>
                </c:pt>
                <c:pt idx="45">
                  <c:v>5022.5</c:v>
                </c:pt>
                <c:pt idx="46">
                  <c:v>4669</c:v>
                </c:pt>
                <c:pt idx="47">
                  <c:v>3650</c:v>
                </c:pt>
                <c:pt idx="48">
                  <c:v>3094</c:v>
                </c:pt>
                <c:pt idx="49">
                  <c:v>2795.5</c:v>
                </c:pt>
                <c:pt idx="50">
                  <c:v>2533</c:v>
                </c:pt>
                <c:pt idx="51">
                  <c:v>2414</c:v>
                </c:pt>
                <c:pt idx="52">
                  <c:v>2432</c:v>
                </c:pt>
                <c:pt idx="53">
                  <c:v>2320</c:v>
                </c:pt>
                <c:pt idx="54">
                  <c:v>2350.5</c:v>
                </c:pt>
                <c:pt idx="55">
                  <c:v>2408</c:v>
                </c:pt>
                <c:pt idx="56">
                  <c:v>2555</c:v>
                </c:pt>
                <c:pt idx="57">
                  <c:v>2465</c:v>
                </c:pt>
                <c:pt idx="58">
                  <c:v>2614</c:v>
                </c:pt>
                <c:pt idx="59">
                  <c:v>2800</c:v>
                </c:pt>
                <c:pt idx="60">
                  <c:v>3006</c:v>
                </c:pt>
                <c:pt idx="61">
                  <c:v>2649</c:v>
                </c:pt>
                <c:pt idx="62">
                  <c:v>2475.5</c:v>
                </c:pt>
                <c:pt idx="63">
                  <c:v>2464</c:v>
                </c:pt>
                <c:pt idx="64">
                  <c:v>2502.5</c:v>
                </c:pt>
                <c:pt idx="65">
                  <c:v>2462</c:v>
                </c:pt>
                <c:pt idx="66">
                  <c:v>2375</c:v>
                </c:pt>
                <c:pt idx="67">
                  <c:v>2410.5</c:v>
                </c:pt>
                <c:pt idx="68">
                  <c:v>2409</c:v>
                </c:pt>
                <c:pt idx="69">
                  <c:v>2352</c:v>
                </c:pt>
                <c:pt idx="70">
                  <c:v>2200.5</c:v>
                </c:pt>
                <c:pt idx="71">
                  <c:v>1944.5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EE-4BE1-8B31-D36CDB739B28}"/>
            </c:ext>
          </c:extLst>
        </c:ser>
        <c:ser>
          <c:idx val="3"/>
          <c:order val="3"/>
          <c:tx>
            <c:strRef>
              <c:f>power_balancing!$F$1</c:f>
              <c:strCache>
                <c:ptCount val="1"/>
                <c:pt idx="0">
                  <c:v>Discharge</c:v>
                </c:pt>
              </c:strCache>
            </c:strRef>
          </c:tx>
          <c:spPr>
            <a:solidFill>
              <a:srgbClr val="A02B93"/>
            </a:solidFill>
            <a:ln>
              <a:noFill/>
            </a:ln>
            <a:effectLst/>
          </c:spPr>
          <c:val>
            <c:numRef>
              <c:f>power_balancing!$F$2:$F$73</c:f>
              <c:numCache>
                <c:formatCode>General</c:formatCode>
                <c:ptCount val="7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102</c:v>
                </c:pt>
                <c:pt idx="8">
                  <c:v>154</c:v>
                </c:pt>
                <c:pt idx="9">
                  <c:v>172</c:v>
                </c:pt>
                <c:pt idx="10">
                  <c:v>283</c:v>
                </c:pt>
                <c:pt idx="11">
                  <c:v>145</c:v>
                </c:pt>
                <c:pt idx="12">
                  <c:v>22</c:v>
                </c:pt>
                <c:pt idx="13">
                  <c:v>0</c:v>
                </c:pt>
                <c:pt idx="14">
                  <c:v>28</c:v>
                </c:pt>
                <c:pt idx="15">
                  <c:v>151</c:v>
                </c:pt>
                <c:pt idx="16">
                  <c:v>623</c:v>
                </c:pt>
                <c:pt idx="17">
                  <c:v>830</c:v>
                </c:pt>
                <c:pt idx="18">
                  <c:v>255</c:v>
                </c:pt>
                <c:pt idx="19">
                  <c:v>85</c:v>
                </c:pt>
                <c:pt idx="20">
                  <c:v>94</c:v>
                </c:pt>
                <c:pt idx="21">
                  <c:v>123</c:v>
                </c:pt>
                <c:pt idx="22">
                  <c:v>71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344</c:v>
                </c:pt>
                <c:pt idx="32">
                  <c:v>29</c:v>
                </c:pt>
                <c:pt idx="33">
                  <c:v>268</c:v>
                </c:pt>
                <c:pt idx="34">
                  <c:v>146</c:v>
                </c:pt>
                <c:pt idx="35">
                  <c:v>38</c:v>
                </c:pt>
                <c:pt idx="36">
                  <c:v>104</c:v>
                </c:pt>
                <c:pt idx="37">
                  <c:v>68</c:v>
                </c:pt>
                <c:pt idx="38">
                  <c:v>44</c:v>
                </c:pt>
                <c:pt idx="39">
                  <c:v>276</c:v>
                </c:pt>
                <c:pt idx="40">
                  <c:v>1141</c:v>
                </c:pt>
                <c:pt idx="41">
                  <c:v>1031</c:v>
                </c:pt>
                <c:pt idx="42">
                  <c:v>1345</c:v>
                </c:pt>
                <c:pt idx="43">
                  <c:v>418</c:v>
                </c:pt>
                <c:pt idx="44">
                  <c:v>219</c:v>
                </c:pt>
                <c:pt idx="45">
                  <c:v>128</c:v>
                </c:pt>
                <c:pt idx="46">
                  <c:v>23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436</c:v>
                </c:pt>
                <c:pt idx="56">
                  <c:v>462</c:v>
                </c:pt>
                <c:pt idx="57">
                  <c:v>318</c:v>
                </c:pt>
                <c:pt idx="58">
                  <c:v>643</c:v>
                </c:pt>
                <c:pt idx="59">
                  <c:v>291</c:v>
                </c:pt>
                <c:pt idx="60">
                  <c:v>223</c:v>
                </c:pt>
                <c:pt idx="61">
                  <c:v>316</c:v>
                </c:pt>
                <c:pt idx="62">
                  <c:v>207</c:v>
                </c:pt>
                <c:pt idx="63">
                  <c:v>939</c:v>
                </c:pt>
                <c:pt idx="64">
                  <c:v>1946</c:v>
                </c:pt>
                <c:pt idx="65">
                  <c:v>2117</c:v>
                </c:pt>
                <c:pt idx="66">
                  <c:v>2133</c:v>
                </c:pt>
                <c:pt idx="67">
                  <c:v>1127</c:v>
                </c:pt>
                <c:pt idx="68">
                  <c:v>617</c:v>
                </c:pt>
                <c:pt idx="69">
                  <c:v>19</c:v>
                </c:pt>
                <c:pt idx="70">
                  <c:v>3</c:v>
                </c:pt>
                <c:pt idx="7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BEE-4BE1-8B31-D36CDB739B28}"/>
            </c:ext>
          </c:extLst>
        </c:ser>
        <c:ser>
          <c:idx val="4"/>
          <c:order val="4"/>
          <c:tx>
            <c:strRef>
              <c:f>power_balancing!$G$1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val>
            <c:numRef>
              <c:f>power_balancing!$G$2:$G$73</c:f>
              <c:numCache>
                <c:formatCode>General</c:formatCode>
                <c:ptCount val="72"/>
                <c:pt idx="0">
                  <c:v>9765.5</c:v>
                </c:pt>
                <c:pt idx="1">
                  <c:v>9121.5</c:v>
                </c:pt>
                <c:pt idx="2">
                  <c:v>7694.5</c:v>
                </c:pt>
                <c:pt idx="3">
                  <c:v>6373.5</c:v>
                </c:pt>
                <c:pt idx="4">
                  <c:v>5456.5</c:v>
                </c:pt>
                <c:pt idx="5">
                  <c:v>6330</c:v>
                </c:pt>
                <c:pt idx="6">
                  <c:v>10266.5</c:v>
                </c:pt>
                <c:pt idx="7">
                  <c:v>15573</c:v>
                </c:pt>
                <c:pt idx="8">
                  <c:v>17981</c:v>
                </c:pt>
                <c:pt idx="9">
                  <c:v>18322.5</c:v>
                </c:pt>
                <c:pt idx="10">
                  <c:v>17959.5</c:v>
                </c:pt>
                <c:pt idx="11">
                  <c:v>17160</c:v>
                </c:pt>
                <c:pt idx="12">
                  <c:v>16908</c:v>
                </c:pt>
                <c:pt idx="13">
                  <c:v>15929.5</c:v>
                </c:pt>
                <c:pt idx="14">
                  <c:v>15484.5</c:v>
                </c:pt>
                <c:pt idx="15">
                  <c:v>15741.5</c:v>
                </c:pt>
                <c:pt idx="16">
                  <c:v>17896</c:v>
                </c:pt>
                <c:pt idx="17">
                  <c:v>18968.5</c:v>
                </c:pt>
                <c:pt idx="18">
                  <c:v>17860</c:v>
                </c:pt>
                <c:pt idx="19">
                  <c:v>15644.5</c:v>
                </c:pt>
                <c:pt idx="20">
                  <c:v>12803.5</c:v>
                </c:pt>
                <c:pt idx="21">
                  <c:v>9487.5</c:v>
                </c:pt>
                <c:pt idx="22">
                  <c:v>5920.5</c:v>
                </c:pt>
                <c:pt idx="23">
                  <c:v>2595</c:v>
                </c:pt>
                <c:pt idx="24">
                  <c:v>1955.5</c:v>
                </c:pt>
                <c:pt idx="25">
                  <c:v>1690.5</c:v>
                </c:pt>
                <c:pt idx="26">
                  <c:v>742.5</c:v>
                </c:pt>
                <c:pt idx="27">
                  <c:v>106</c:v>
                </c:pt>
                <c:pt idx="28">
                  <c:v>-110.5</c:v>
                </c:pt>
                <c:pt idx="29">
                  <c:v>1419</c:v>
                </c:pt>
                <c:pt idx="30">
                  <c:v>5975.5</c:v>
                </c:pt>
                <c:pt idx="31">
                  <c:v>10790.5</c:v>
                </c:pt>
                <c:pt idx="32">
                  <c:v>13482</c:v>
                </c:pt>
                <c:pt idx="33">
                  <c:v>14508.5</c:v>
                </c:pt>
                <c:pt idx="34">
                  <c:v>15049</c:v>
                </c:pt>
                <c:pt idx="35">
                  <c:v>15384.5</c:v>
                </c:pt>
                <c:pt idx="36">
                  <c:v>15876.5</c:v>
                </c:pt>
                <c:pt idx="37">
                  <c:v>15708.5</c:v>
                </c:pt>
                <c:pt idx="38">
                  <c:v>16451</c:v>
                </c:pt>
                <c:pt idx="39">
                  <c:v>17312</c:v>
                </c:pt>
                <c:pt idx="40">
                  <c:v>20127</c:v>
                </c:pt>
                <c:pt idx="41">
                  <c:v>21235</c:v>
                </c:pt>
                <c:pt idx="42">
                  <c:v>21130</c:v>
                </c:pt>
                <c:pt idx="43">
                  <c:v>20563.5</c:v>
                </c:pt>
                <c:pt idx="44">
                  <c:v>18764.5</c:v>
                </c:pt>
                <c:pt idx="45">
                  <c:v>16177</c:v>
                </c:pt>
                <c:pt idx="46">
                  <c:v>13013</c:v>
                </c:pt>
                <c:pt idx="47">
                  <c:v>10567</c:v>
                </c:pt>
                <c:pt idx="48">
                  <c:v>10333</c:v>
                </c:pt>
                <c:pt idx="49">
                  <c:v>10422</c:v>
                </c:pt>
                <c:pt idx="50">
                  <c:v>9786</c:v>
                </c:pt>
                <c:pt idx="51">
                  <c:v>9091.5</c:v>
                </c:pt>
                <c:pt idx="52">
                  <c:v>8756</c:v>
                </c:pt>
                <c:pt idx="53">
                  <c:v>10261</c:v>
                </c:pt>
                <c:pt idx="54">
                  <c:v>14925</c:v>
                </c:pt>
                <c:pt idx="55">
                  <c:v>19855.5</c:v>
                </c:pt>
                <c:pt idx="56">
                  <c:v>21981.5</c:v>
                </c:pt>
                <c:pt idx="57">
                  <c:v>23188</c:v>
                </c:pt>
                <c:pt idx="58">
                  <c:v>23007.5</c:v>
                </c:pt>
                <c:pt idx="59">
                  <c:v>22571.5</c:v>
                </c:pt>
                <c:pt idx="60">
                  <c:v>23099.5</c:v>
                </c:pt>
                <c:pt idx="61">
                  <c:v>23258.5</c:v>
                </c:pt>
                <c:pt idx="62">
                  <c:v>23195</c:v>
                </c:pt>
                <c:pt idx="63">
                  <c:v>22640.5</c:v>
                </c:pt>
                <c:pt idx="64">
                  <c:v>24460</c:v>
                </c:pt>
                <c:pt idx="65">
                  <c:v>25027.5</c:v>
                </c:pt>
                <c:pt idx="66">
                  <c:v>24740.5</c:v>
                </c:pt>
                <c:pt idx="67">
                  <c:v>23929</c:v>
                </c:pt>
                <c:pt idx="68">
                  <c:v>22176.5</c:v>
                </c:pt>
                <c:pt idx="69">
                  <c:v>19981</c:v>
                </c:pt>
                <c:pt idx="70">
                  <c:v>16464.5</c:v>
                </c:pt>
                <c:pt idx="71">
                  <c:v>13282.5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BEE-4BE1-8B31-D36CDB739B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21517519"/>
        <c:axId val="1521517999"/>
      </c:areaChart>
      <c:catAx>
        <c:axId val="1521517519"/>
        <c:scaling>
          <c:orientation val="minMax"/>
        </c:scaling>
        <c:delete val="1"/>
        <c:axPos val="b"/>
        <c:majorTickMark val="out"/>
        <c:minorTickMark val="none"/>
        <c:tickLblPos val="nextTo"/>
        <c:crossAx val="1521517999"/>
        <c:crosses val="autoZero"/>
        <c:auto val="1"/>
        <c:lblAlgn val="ctr"/>
        <c:lblOffset val="100"/>
        <c:noMultiLvlLbl val="0"/>
      </c:catAx>
      <c:valAx>
        <c:axId val="1521517999"/>
        <c:scaling>
          <c:orientation val="minMax"/>
          <c:max val="30000"/>
          <c:min val="-2000"/>
        </c:scaling>
        <c:delete val="1"/>
        <c:axPos val="l"/>
        <c:numFmt formatCode="General" sourceLinked="1"/>
        <c:majorTickMark val="none"/>
        <c:minorTickMark val="none"/>
        <c:tickLblPos val="nextTo"/>
        <c:crossAx val="15215175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Sheet2!$H$1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E8E8E8"/>
            </a:solidFill>
            <a:ln>
              <a:noFill/>
            </a:ln>
            <a:effectLst/>
          </c:spPr>
          <c:val>
            <c:numRef>
              <c:f>Sheet2!$H$2:$H$25</c:f>
              <c:numCache>
                <c:formatCode>0%</c:formatCode>
                <c:ptCount val="24"/>
                <c:pt idx="0">
                  <c:v>0.74431301269939976</c:v>
                </c:pt>
                <c:pt idx="1">
                  <c:v>0.66315356468084086</c:v>
                </c:pt>
                <c:pt idx="2">
                  <c:v>0.52381795135484177</c:v>
                </c:pt>
                <c:pt idx="3">
                  <c:v>0.34968454786788794</c:v>
                </c:pt>
                <c:pt idx="4">
                  <c:v>0.2500526152153637</c:v>
                </c:pt>
                <c:pt idx="5">
                  <c:v>0.21999999999999997</c:v>
                </c:pt>
                <c:pt idx="6">
                  <c:v>0.31999999999999995</c:v>
                </c:pt>
                <c:pt idx="7">
                  <c:v>0.4</c:v>
                </c:pt>
                <c:pt idx="8">
                  <c:v>0.56000000000000005</c:v>
                </c:pt>
                <c:pt idx="9">
                  <c:v>0.71</c:v>
                </c:pt>
                <c:pt idx="10">
                  <c:v>0.82</c:v>
                </c:pt>
                <c:pt idx="11">
                  <c:v>0.88</c:v>
                </c:pt>
                <c:pt idx="12">
                  <c:v>0.89</c:v>
                </c:pt>
                <c:pt idx="13">
                  <c:v>0.88</c:v>
                </c:pt>
                <c:pt idx="14">
                  <c:v>0.88</c:v>
                </c:pt>
                <c:pt idx="15">
                  <c:v>0.84</c:v>
                </c:pt>
                <c:pt idx="16">
                  <c:v>0.7</c:v>
                </c:pt>
                <c:pt idx="17">
                  <c:v>0.6</c:v>
                </c:pt>
                <c:pt idx="18">
                  <c:v>0.45415157965226127</c:v>
                </c:pt>
                <c:pt idx="19">
                  <c:v>0.40477650491473938</c:v>
                </c:pt>
                <c:pt idx="20">
                  <c:v>0.42364934350560823</c:v>
                </c:pt>
                <c:pt idx="21">
                  <c:v>0.46340396527395789</c:v>
                </c:pt>
                <c:pt idx="22">
                  <c:v>0.62447085834549065</c:v>
                </c:pt>
                <c:pt idx="23">
                  <c:v>0.66732834285987608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B6-46E7-A603-0A9A7A65A9B5}"/>
            </c:ext>
          </c:extLst>
        </c:ser>
        <c:ser>
          <c:idx val="1"/>
          <c:order val="1"/>
          <c:tx>
            <c:strRef>
              <c:f>Sheet2!$I$1</c:f>
              <c:strCache>
                <c:ptCount val="1"/>
                <c:pt idx="0">
                  <c:v>Solar_left</c:v>
                </c:pt>
              </c:strCache>
            </c:strRef>
          </c:tx>
          <c:spPr>
            <a:solidFill>
              <a:srgbClr val="0E2841">
                <a:lumMod val="10000"/>
                <a:lumOff val="90000"/>
              </a:srgbClr>
            </a:solidFill>
            <a:ln>
              <a:noFill/>
            </a:ln>
            <a:effectLst/>
          </c:spPr>
          <c:val>
            <c:numRef>
              <c:f>Sheet2!$I$2:$I$25</c:f>
              <c:numCache>
                <c:formatCode>0%</c:formatCode>
                <c:ptCount val="24"/>
                <c:pt idx="0">
                  <c:v>0.08</c:v>
                </c:pt>
                <c:pt idx="1">
                  <c:v>0.12</c:v>
                </c:pt>
                <c:pt idx="2">
                  <c:v>0.14000000000000001</c:v>
                </c:pt>
                <c:pt idx="3">
                  <c:v>0.16000000000000003</c:v>
                </c:pt>
                <c:pt idx="4">
                  <c:v>0.19999999999999998</c:v>
                </c:pt>
                <c:pt idx="5">
                  <c:v>0.21999999999999997</c:v>
                </c:pt>
                <c:pt idx="6">
                  <c:v>0.18000000000000002</c:v>
                </c:pt>
                <c:pt idx="7">
                  <c:v>0.15999999999999998</c:v>
                </c:pt>
                <c:pt idx="8">
                  <c:v>0.12</c:v>
                </c:pt>
                <c:pt idx="9">
                  <c:v>0.04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B6-46E7-A603-0A9A7A65A9B5}"/>
            </c:ext>
          </c:extLst>
        </c:ser>
        <c:ser>
          <c:idx val="2"/>
          <c:order val="2"/>
          <c:tx>
            <c:strRef>
              <c:f>Sheet2!$J$1</c:f>
              <c:strCache>
                <c:ptCount val="1"/>
                <c:pt idx="0">
                  <c:v>Charge</c:v>
                </c:pt>
              </c:strCache>
            </c:strRef>
          </c:tx>
          <c:spPr>
            <a:solidFill>
              <a:srgbClr val="FFFFCC"/>
            </a:solidFill>
            <a:ln>
              <a:noFill/>
            </a:ln>
            <a:effectLst/>
          </c:spPr>
          <c:val>
            <c:numRef>
              <c:f>Sheet2!$J$2:$J$25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0.12</c:v>
                </c:pt>
                <c:pt idx="19">
                  <c:v>0.16</c:v>
                </c:pt>
                <c:pt idx="20">
                  <c:v>0.15</c:v>
                </c:pt>
                <c:pt idx="21">
                  <c:v>0.13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B6-46E7-A603-0A9A7A65A9B5}"/>
            </c:ext>
          </c:extLst>
        </c:ser>
        <c:ser>
          <c:idx val="3"/>
          <c:order val="3"/>
          <c:tx>
            <c:strRef>
              <c:f>Sheet2!$K$1</c:f>
              <c:strCache>
                <c:ptCount val="1"/>
                <c:pt idx="0">
                  <c:v>Load</c:v>
                </c:pt>
              </c:strCache>
            </c:strRef>
          </c:tx>
          <c:spPr>
            <a:solidFill>
              <a:srgbClr val="4EA72E">
                <a:lumMod val="20000"/>
                <a:lumOff val="80000"/>
              </a:srgbClr>
            </a:solidFill>
            <a:ln>
              <a:noFill/>
            </a:ln>
            <a:effectLst/>
          </c:spPr>
          <c:val>
            <c:numRef>
              <c:f>Sheet2!$K$2:$K$25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0.06</c:v>
                </c:pt>
                <c:pt idx="3">
                  <c:v>0.12</c:v>
                </c:pt>
                <c:pt idx="4">
                  <c:v>0.15</c:v>
                </c:pt>
                <c:pt idx="5">
                  <c:v>0.14000000000000001</c:v>
                </c:pt>
                <c:pt idx="6">
                  <c:v>0.1</c:v>
                </c:pt>
                <c:pt idx="7">
                  <c:v>0.08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3B6-46E7-A603-0A9A7A65A9B5}"/>
            </c:ext>
          </c:extLst>
        </c:ser>
        <c:ser>
          <c:idx val="4"/>
          <c:order val="4"/>
          <c:tx>
            <c:strRef>
              <c:f>Sheet2!$L$1</c:f>
              <c:strCache>
                <c:ptCount val="1"/>
                <c:pt idx="0">
                  <c:v>V2G</c:v>
                </c:pt>
              </c:strCache>
            </c:strRef>
          </c:tx>
          <c:spPr>
            <a:solidFill>
              <a:srgbClr val="A02B93">
                <a:lumMod val="20000"/>
                <a:lumOff val="80000"/>
              </a:srgbClr>
            </a:solidFill>
            <a:ln>
              <a:noFill/>
            </a:ln>
            <a:effectLst/>
          </c:spPr>
          <c:val>
            <c:numRef>
              <c:f>Sheet2!$L$2:$L$25</c:f>
              <c:numCache>
                <c:formatCode>0%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0.02</c:v>
                </c:pt>
                <c:pt idx="12">
                  <c:v>0.08</c:v>
                </c:pt>
                <c:pt idx="13">
                  <c:v>0.12</c:v>
                </c:pt>
                <c:pt idx="14">
                  <c:v>0.09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3B6-46E7-A603-0A9A7A65A9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0126415"/>
        <c:axId val="1180127375"/>
      </c:areaChart>
      <c:catAx>
        <c:axId val="1180126415"/>
        <c:scaling>
          <c:orientation val="minMax"/>
        </c:scaling>
        <c:delete val="1"/>
        <c:axPos val="b"/>
        <c:majorTickMark val="out"/>
        <c:minorTickMark val="none"/>
        <c:tickLblPos val="nextTo"/>
        <c:crossAx val="1180127375"/>
        <c:crosses val="autoZero"/>
        <c:auto val="1"/>
        <c:lblAlgn val="ctr"/>
        <c:lblOffset val="100"/>
        <c:noMultiLvlLbl val="0"/>
      </c:catAx>
      <c:valAx>
        <c:axId val="1180127375"/>
        <c:scaling>
          <c:orientation val="minMax"/>
          <c:max val="1"/>
          <c:min val="0.2"/>
        </c:scaling>
        <c:delete val="1"/>
        <c:axPos val="l"/>
        <c:numFmt formatCode="0%" sourceLinked="1"/>
        <c:majorTickMark val="none"/>
        <c:minorTickMark val="none"/>
        <c:tickLblPos val="nextTo"/>
        <c:crossAx val="11801264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92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14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4415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52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68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7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325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10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967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97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424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F47A5-833E-4301-9FB7-914A60BC2FA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395A4-7B94-4843-AC92-1DF1CA5B99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43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microsoft.com/office/2007/relationships/hdphoto" Target="../media/hdphoto2.wdp"/><Relationship Id="rId18" Type="http://schemas.openxmlformats.org/officeDocument/2006/relationships/image" Target="../media/image11.png"/><Relationship Id="rId26" Type="http://schemas.microsoft.com/office/2007/relationships/hdphoto" Target="../media/hdphoto5.wdp"/><Relationship Id="rId21" Type="http://schemas.openxmlformats.org/officeDocument/2006/relationships/image" Target="../media/image13.png"/><Relationship Id="rId34" Type="http://schemas.openxmlformats.org/officeDocument/2006/relationships/image" Target="../media/image23.jpe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image" Target="../media/image10.png"/><Relationship Id="rId25" Type="http://schemas.openxmlformats.org/officeDocument/2006/relationships/image" Target="../media/image17.png"/><Relationship Id="rId33" Type="http://schemas.openxmlformats.org/officeDocument/2006/relationships/image" Target="../media/image22.jpeg"/><Relationship Id="rId2" Type="http://schemas.openxmlformats.org/officeDocument/2006/relationships/chart" Target="../charts/chart1.xml"/><Relationship Id="rId16" Type="http://schemas.openxmlformats.org/officeDocument/2006/relationships/image" Target="../media/image9.png"/><Relationship Id="rId20" Type="http://schemas.microsoft.com/office/2007/relationships/hdphoto" Target="../media/hdphoto4.wdp"/><Relationship Id="rId29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11" Type="http://schemas.microsoft.com/office/2007/relationships/hdphoto" Target="../media/hdphoto1.wdp"/><Relationship Id="rId24" Type="http://schemas.openxmlformats.org/officeDocument/2006/relationships/image" Target="../media/image16.png"/><Relationship Id="rId32" Type="http://schemas.openxmlformats.org/officeDocument/2006/relationships/image" Target="../media/image21.png"/><Relationship Id="rId37" Type="http://schemas.openxmlformats.org/officeDocument/2006/relationships/image" Target="../media/image26.png"/><Relationship Id="rId5" Type="http://schemas.openxmlformats.org/officeDocument/2006/relationships/image" Target="../media/image1.png"/><Relationship Id="rId15" Type="http://schemas.microsoft.com/office/2007/relationships/hdphoto" Target="../media/hdphoto3.wdp"/><Relationship Id="rId23" Type="http://schemas.openxmlformats.org/officeDocument/2006/relationships/image" Target="../media/image15.png"/><Relationship Id="rId28" Type="http://schemas.openxmlformats.org/officeDocument/2006/relationships/image" Target="../media/image19.png"/><Relationship Id="rId36" Type="http://schemas.openxmlformats.org/officeDocument/2006/relationships/image" Target="../media/image25.png"/><Relationship Id="rId10" Type="http://schemas.openxmlformats.org/officeDocument/2006/relationships/image" Target="../media/image6.png"/><Relationship Id="rId19" Type="http://schemas.openxmlformats.org/officeDocument/2006/relationships/image" Target="../media/image12.png"/><Relationship Id="rId31" Type="http://schemas.openxmlformats.org/officeDocument/2006/relationships/chart" Target="../charts/chart5.xml"/><Relationship Id="rId4" Type="http://schemas.openxmlformats.org/officeDocument/2006/relationships/chart" Target="../charts/chart3.xml"/><Relationship Id="rId9" Type="http://schemas.openxmlformats.org/officeDocument/2006/relationships/image" Target="../media/image5.png"/><Relationship Id="rId14" Type="http://schemas.openxmlformats.org/officeDocument/2006/relationships/image" Target="../media/image8.png"/><Relationship Id="rId22" Type="http://schemas.openxmlformats.org/officeDocument/2006/relationships/image" Target="../media/image14.png"/><Relationship Id="rId27" Type="http://schemas.openxmlformats.org/officeDocument/2006/relationships/image" Target="../media/image18.png"/><Relationship Id="rId30" Type="http://schemas.openxmlformats.org/officeDocument/2006/relationships/chart" Target="../charts/chart4.xml"/><Relationship Id="rId35" Type="http://schemas.openxmlformats.org/officeDocument/2006/relationships/image" Target="../media/image24.jpeg"/><Relationship Id="rId8" Type="http://schemas.openxmlformats.org/officeDocument/2006/relationships/image" Target="../media/image4.png"/><Relationship Id="rId3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13" Type="http://schemas.microsoft.com/office/2007/relationships/hdphoto" Target="../media/hdphoto2.wdp"/><Relationship Id="rId18" Type="http://schemas.openxmlformats.org/officeDocument/2006/relationships/image" Target="../media/image28.png"/><Relationship Id="rId26" Type="http://schemas.openxmlformats.org/officeDocument/2006/relationships/image" Target="../media/image18.png"/><Relationship Id="rId39" Type="http://schemas.microsoft.com/office/2007/relationships/hdphoto" Target="../media/hdphoto5.wdp"/><Relationship Id="rId21" Type="http://schemas.openxmlformats.org/officeDocument/2006/relationships/image" Target="../media/image10.png"/><Relationship Id="rId34" Type="http://schemas.openxmlformats.org/officeDocument/2006/relationships/image" Target="../media/image33.png"/><Relationship Id="rId42" Type="http://schemas.openxmlformats.org/officeDocument/2006/relationships/image" Target="../media/image37.png"/><Relationship Id="rId7" Type="http://schemas.openxmlformats.org/officeDocument/2006/relationships/image" Target="../media/image4.png"/><Relationship Id="rId2" Type="http://schemas.openxmlformats.org/officeDocument/2006/relationships/chart" Target="../charts/chart6.xml"/><Relationship Id="rId16" Type="http://schemas.openxmlformats.org/officeDocument/2006/relationships/image" Target="../media/image9.png"/><Relationship Id="rId20" Type="http://schemas.openxmlformats.org/officeDocument/2006/relationships/image" Target="../media/image30.png"/><Relationship Id="rId29" Type="http://schemas.microsoft.com/office/2007/relationships/hdphoto" Target="../media/hdphoto6.wdp"/><Relationship Id="rId41" Type="http://schemas.openxmlformats.org/officeDocument/2006/relationships/chart" Target="../charts/chart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1.wdp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image" Target="../media/image36.png"/><Relationship Id="rId40" Type="http://schemas.openxmlformats.org/officeDocument/2006/relationships/chart" Target="../charts/chart10.xml"/><Relationship Id="rId5" Type="http://schemas.openxmlformats.org/officeDocument/2006/relationships/chart" Target="../charts/chart9.xml"/><Relationship Id="rId15" Type="http://schemas.microsoft.com/office/2007/relationships/hdphoto" Target="../media/hdphoto3.wdp"/><Relationship Id="rId23" Type="http://schemas.openxmlformats.org/officeDocument/2006/relationships/image" Target="../media/image31.png"/><Relationship Id="rId28" Type="http://schemas.openxmlformats.org/officeDocument/2006/relationships/image" Target="../media/image32.png"/><Relationship Id="rId36" Type="http://schemas.openxmlformats.org/officeDocument/2006/relationships/image" Target="../media/image35.png"/><Relationship Id="rId10" Type="http://schemas.openxmlformats.org/officeDocument/2006/relationships/image" Target="../media/image6.png"/><Relationship Id="rId19" Type="http://schemas.openxmlformats.org/officeDocument/2006/relationships/image" Target="../media/image29.png"/><Relationship Id="rId31" Type="http://schemas.openxmlformats.org/officeDocument/2006/relationships/image" Target="../media/image14.png"/><Relationship Id="rId4" Type="http://schemas.openxmlformats.org/officeDocument/2006/relationships/chart" Target="../charts/chart8.xml"/><Relationship Id="rId9" Type="http://schemas.openxmlformats.org/officeDocument/2006/relationships/image" Target="../media/image19.png"/><Relationship Id="rId14" Type="http://schemas.openxmlformats.org/officeDocument/2006/relationships/image" Target="../media/image8.png"/><Relationship Id="rId22" Type="http://schemas.openxmlformats.org/officeDocument/2006/relationships/image" Target="../media/image11.png"/><Relationship Id="rId27" Type="http://schemas.openxmlformats.org/officeDocument/2006/relationships/image" Target="../media/image20.png"/><Relationship Id="rId30" Type="http://schemas.openxmlformats.org/officeDocument/2006/relationships/image" Target="../media/image13.png"/><Relationship Id="rId35" Type="http://schemas.openxmlformats.org/officeDocument/2006/relationships/image" Target="../media/image34.png"/><Relationship Id="rId8" Type="http://schemas.openxmlformats.org/officeDocument/2006/relationships/image" Target="../media/image5.png"/><Relationship Id="rId3" Type="http://schemas.openxmlformats.org/officeDocument/2006/relationships/chart" Target="../charts/chart7.xml"/><Relationship Id="rId12" Type="http://schemas.openxmlformats.org/officeDocument/2006/relationships/image" Target="../media/image7.png"/><Relationship Id="rId17" Type="http://schemas.openxmlformats.org/officeDocument/2006/relationships/image" Target="../media/image27.png"/><Relationship Id="rId25" Type="http://schemas.microsoft.com/office/2007/relationships/hdphoto" Target="../media/hdphoto4.wdp"/><Relationship Id="rId33" Type="http://schemas.openxmlformats.org/officeDocument/2006/relationships/image" Target="../media/image15.png"/><Relationship Id="rId38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4.png"/><Relationship Id="rId12" Type="http://schemas.openxmlformats.org/officeDocument/2006/relationships/image" Target="../media/image13.png"/><Relationship Id="rId2" Type="http://schemas.openxmlformats.org/officeDocument/2006/relationships/image" Target="../media/image9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11" Type="http://schemas.openxmlformats.org/officeDocument/2006/relationships/image" Target="../media/image16.png"/><Relationship Id="rId5" Type="http://schemas.openxmlformats.org/officeDocument/2006/relationships/image" Target="../media/image32.png"/><Relationship Id="rId15" Type="http://schemas.openxmlformats.org/officeDocument/2006/relationships/image" Target="../media/image31.png"/><Relationship Id="rId10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36.png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emf"/><Relationship Id="rId18" Type="http://schemas.openxmlformats.org/officeDocument/2006/relationships/image" Target="../media/image18.png"/><Relationship Id="rId26" Type="http://schemas.openxmlformats.org/officeDocument/2006/relationships/image" Target="../media/image13.png"/><Relationship Id="rId39" Type="http://schemas.openxmlformats.org/officeDocument/2006/relationships/image" Target="../media/image55.png"/><Relationship Id="rId21" Type="http://schemas.openxmlformats.org/officeDocument/2006/relationships/image" Target="../media/image34.png"/><Relationship Id="rId34" Type="http://schemas.openxmlformats.org/officeDocument/2006/relationships/image" Target="../media/image50.png"/><Relationship Id="rId7" Type="http://schemas.openxmlformats.org/officeDocument/2006/relationships/image" Target="../media/image42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27.png"/><Relationship Id="rId25" Type="http://schemas.openxmlformats.org/officeDocument/2006/relationships/image" Target="../media/image16.png"/><Relationship Id="rId33" Type="http://schemas.openxmlformats.org/officeDocument/2006/relationships/image" Target="../media/image49.png"/><Relationship Id="rId38" Type="http://schemas.openxmlformats.org/officeDocument/2006/relationships/image" Target="../media/image54.png"/><Relationship Id="rId2" Type="http://schemas.openxmlformats.org/officeDocument/2006/relationships/oleObject" Target="../embeddings/oleObject1.bin"/><Relationship Id="rId16" Type="http://schemas.openxmlformats.org/officeDocument/2006/relationships/image" Target="../media/image9.png"/><Relationship Id="rId20" Type="http://schemas.microsoft.com/office/2007/relationships/hdphoto" Target="../media/hdphoto6.wdp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44.emf"/><Relationship Id="rId24" Type="http://schemas.openxmlformats.org/officeDocument/2006/relationships/image" Target="../media/image33.png"/><Relationship Id="rId32" Type="http://schemas.openxmlformats.org/officeDocument/2006/relationships/image" Target="../media/image24.jpeg"/><Relationship Id="rId37" Type="http://schemas.openxmlformats.org/officeDocument/2006/relationships/image" Target="../media/image53.png"/><Relationship Id="rId5" Type="http://schemas.openxmlformats.org/officeDocument/2006/relationships/image" Target="../media/image41.emf"/><Relationship Id="rId15" Type="http://schemas.openxmlformats.org/officeDocument/2006/relationships/image" Target="../media/image46.emf"/><Relationship Id="rId23" Type="http://schemas.openxmlformats.org/officeDocument/2006/relationships/image" Target="../media/image36.png"/><Relationship Id="rId28" Type="http://schemas.openxmlformats.org/officeDocument/2006/relationships/image" Target="../media/image22.jpeg"/><Relationship Id="rId36" Type="http://schemas.openxmlformats.org/officeDocument/2006/relationships/image" Target="../media/image52.png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32.png"/><Relationship Id="rId31" Type="http://schemas.openxmlformats.org/officeDocument/2006/relationships/image" Target="../media/image48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43.emf"/><Relationship Id="rId14" Type="http://schemas.openxmlformats.org/officeDocument/2006/relationships/oleObject" Target="../embeddings/oleObject7.bin"/><Relationship Id="rId22" Type="http://schemas.openxmlformats.org/officeDocument/2006/relationships/image" Target="../media/image35.png"/><Relationship Id="rId27" Type="http://schemas.openxmlformats.org/officeDocument/2006/relationships/image" Target="../media/image21.png"/><Relationship Id="rId30" Type="http://schemas.openxmlformats.org/officeDocument/2006/relationships/image" Target="../media/image47.jpeg"/><Relationship Id="rId35" Type="http://schemas.openxmlformats.org/officeDocument/2006/relationships/image" Target="../media/image51.png"/><Relationship Id="rId8" Type="http://schemas.openxmlformats.org/officeDocument/2006/relationships/oleObject" Target="../embeddings/oleObject4.bin"/><Relationship Id="rId3" Type="http://schemas.openxmlformats.org/officeDocument/2006/relationships/image" Target="../media/image40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61.emf"/><Relationship Id="rId18" Type="http://schemas.openxmlformats.org/officeDocument/2006/relationships/image" Target="../media/image27.png"/><Relationship Id="rId26" Type="http://schemas.openxmlformats.org/officeDocument/2006/relationships/image" Target="../media/image16.png"/><Relationship Id="rId3" Type="http://schemas.openxmlformats.org/officeDocument/2006/relationships/image" Target="../media/image56.emf"/><Relationship Id="rId21" Type="http://schemas.microsoft.com/office/2007/relationships/hdphoto" Target="../media/hdphoto6.wdp"/><Relationship Id="rId7" Type="http://schemas.openxmlformats.org/officeDocument/2006/relationships/image" Target="../media/image58.e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9.png"/><Relationship Id="rId25" Type="http://schemas.openxmlformats.org/officeDocument/2006/relationships/image" Target="../media/image33.png"/><Relationship Id="rId2" Type="http://schemas.openxmlformats.org/officeDocument/2006/relationships/oleObject" Target="../embeddings/oleObject8.bin"/><Relationship Id="rId16" Type="http://schemas.openxmlformats.org/officeDocument/2006/relationships/image" Target="../media/image63.emf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60.emf"/><Relationship Id="rId24" Type="http://schemas.openxmlformats.org/officeDocument/2006/relationships/image" Target="../media/image36.png"/><Relationship Id="rId5" Type="http://schemas.openxmlformats.org/officeDocument/2006/relationships/image" Target="../media/image57.emf"/><Relationship Id="rId15" Type="http://schemas.openxmlformats.org/officeDocument/2006/relationships/oleObject" Target="../embeddings/oleObject14.bin"/><Relationship Id="rId23" Type="http://schemas.openxmlformats.org/officeDocument/2006/relationships/image" Target="../media/image35.png"/><Relationship Id="rId28" Type="http://schemas.openxmlformats.org/officeDocument/2006/relationships/image" Target="../media/image64.png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18.png"/><Relationship Id="rId4" Type="http://schemas.openxmlformats.org/officeDocument/2006/relationships/oleObject" Target="../embeddings/oleObject9.bin"/><Relationship Id="rId9" Type="http://schemas.openxmlformats.org/officeDocument/2006/relationships/image" Target="../media/image59.emf"/><Relationship Id="rId14" Type="http://schemas.openxmlformats.org/officeDocument/2006/relationships/image" Target="../media/image62.jpeg"/><Relationship Id="rId22" Type="http://schemas.openxmlformats.org/officeDocument/2006/relationships/image" Target="../media/image34.png"/><Relationship Id="rId27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11.png"/><Relationship Id="rId26" Type="http://schemas.openxmlformats.org/officeDocument/2006/relationships/image" Target="../media/image13.png"/><Relationship Id="rId39" Type="http://schemas.openxmlformats.org/officeDocument/2006/relationships/chart" Target="../charts/chart13.xml"/><Relationship Id="rId21" Type="http://schemas.microsoft.com/office/2007/relationships/hdphoto" Target="../media/hdphoto4.wdp"/><Relationship Id="rId34" Type="http://schemas.openxmlformats.org/officeDocument/2006/relationships/image" Target="../media/image34.png"/><Relationship Id="rId42" Type="http://schemas.openxmlformats.org/officeDocument/2006/relationships/chart" Target="../charts/chart16.xml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6" Type="http://schemas.openxmlformats.org/officeDocument/2006/relationships/image" Target="../media/image30.png"/><Relationship Id="rId20" Type="http://schemas.openxmlformats.org/officeDocument/2006/relationships/image" Target="../media/image12.png"/><Relationship Id="rId29" Type="http://schemas.openxmlformats.org/officeDocument/2006/relationships/image" Target="../media/image14.png"/><Relationship Id="rId41" Type="http://schemas.openxmlformats.org/officeDocument/2006/relationships/chart" Target="../charts/chart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3.wdp"/><Relationship Id="rId24" Type="http://schemas.openxmlformats.org/officeDocument/2006/relationships/image" Target="../media/image32.png"/><Relationship Id="rId32" Type="http://schemas.openxmlformats.org/officeDocument/2006/relationships/image" Target="../media/image33.png"/><Relationship Id="rId37" Type="http://schemas.openxmlformats.org/officeDocument/2006/relationships/image" Target="../media/image1.png"/><Relationship Id="rId40" Type="http://schemas.openxmlformats.org/officeDocument/2006/relationships/chart" Target="../charts/chart14.xml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20.png"/><Relationship Id="rId28" Type="http://schemas.microsoft.com/office/2007/relationships/hdphoto" Target="../media/hdphoto5.wdp"/><Relationship Id="rId36" Type="http://schemas.openxmlformats.org/officeDocument/2006/relationships/chart" Target="../charts/chart12.xml"/><Relationship Id="rId10" Type="http://schemas.openxmlformats.org/officeDocument/2006/relationships/image" Target="../media/image8.png"/><Relationship Id="rId19" Type="http://schemas.openxmlformats.org/officeDocument/2006/relationships/image" Target="../media/image31.png"/><Relationship Id="rId31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microsoft.com/office/2007/relationships/hdphoto" Target="../media/hdphoto2.wdp"/><Relationship Id="rId14" Type="http://schemas.openxmlformats.org/officeDocument/2006/relationships/image" Target="../media/image28.png"/><Relationship Id="rId22" Type="http://schemas.openxmlformats.org/officeDocument/2006/relationships/image" Target="../media/image18.png"/><Relationship Id="rId27" Type="http://schemas.openxmlformats.org/officeDocument/2006/relationships/image" Target="../media/image17.png"/><Relationship Id="rId30" Type="http://schemas.openxmlformats.org/officeDocument/2006/relationships/image" Target="../media/image16.png"/><Relationship Id="rId35" Type="http://schemas.openxmlformats.org/officeDocument/2006/relationships/image" Target="../media/image35.png"/><Relationship Id="rId43" Type="http://schemas.openxmlformats.org/officeDocument/2006/relationships/chart" Target="../charts/chart17.xml"/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0.png"/><Relationship Id="rId25" Type="http://schemas.microsoft.com/office/2007/relationships/hdphoto" Target="../media/hdphoto6.wdp"/><Relationship Id="rId33" Type="http://schemas.openxmlformats.org/officeDocument/2006/relationships/image" Target="../media/image36.png"/><Relationship Id="rId38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13" Type="http://schemas.microsoft.com/office/2007/relationships/hdphoto" Target="../media/hdphoto2.wdp"/><Relationship Id="rId18" Type="http://schemas.openxmlformats.org/officeDocument/2006/relationships/image" Target="../media/image28.png"/><Relationship Id="rId26" Type="http://schemas.openxmlformats.org/officeDocument/2006/relationships/image" Target="../media/image18.png"/><Relationship Id="rId39" Type="http://schemas.openxmlformats.org/officeDocument/2006/relationships/image" Target="../media/image36.png"/><Relationship Id="rId21" Type="http://schemas.openxmlformats.org/officeDocument/2006/relationships/image" Target="../media/image10.png"/><Relationship Id="rId34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chart" Target="../charts/chart18.xml"/><Relationship Id="rId16" Type="http://schemas.openxmlformats.org/officeDocument/2006/relationships/image" Target="../media/image9.png"/><Relationship Id="rId20" Type="http://schemas.openxmlformats.org/officeDocument/2006/relationships/image" Target="../media/image30.png"/><Relationship Id="rId29" Type="http://schemas.microsoft.com/office/2007/relationships/hdphoto" Target="../media/hdphoto6.wdp"/><Relationship Id="rId41" Type="http://schemas.openxmlformats.org/officeDocument/2006/relationships/chart" Target="../charts/chart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1.wdp"/><Relationship Id="rId24" Type="http://schemas.openxmlformats.org/officeDocument/2006/relationships/image" Target="../media/image12.png"/><Relationship Id="rId32" Type="http://schemas.microsoft.com/office/2007/relationships/hdphoto" Target="../media/hdphoto5.wdp"/><Relationship Id="rId37" Type="http://schemas.openxmlformats.org/officeDocument/2006/relationships/image" Target="../media/image34.png"/><Relationship Id="rId40" Type="http://schemas.openxmlformats.org/officeDocument/2006/relationships/chart" Target="../charts/chart22.xml"/><Relationship Id="rId5" Type="http://schemas.openxmlformats.org/officeDocument/2006/relationships/chart" Target="../charts/chart21.xml"/><Relationship Id="rId15" Type="http://schemas.microsoft.com/office/2007/relationships/hdphoto" Target="../media/hdphoto3.wdp"/><Relationship Id="rId23" Type="http://schemas.openxmlformats.org/officeDocument/2006/relationships/image" Target="../media/image31.png"/><Relationship Id="rId28" Type="http://schemas.openxmlformats.org/officeDocument/2006/relationships/image" Target="../media/image32.png"/><Relationship Id="rId36" Type="http://schemas.openxmlformats.org/officeDocument/2006/relationships/image" Target="../media/image33.png"/><Relationship Id="rId10" Type="http://schemas.openxmlformats.org/officeDocument/2006/relationships/image" Target="../media/image6.png"/><Relationship Id="rId19" Type="http://schemas.openxmlformats.org/officeDocument/2006/relationships/image" Target="../media/image29.png"/><Relationship Id="rId31" Type="http://schemas.openxmlformats.org/officeDocument/2006/relationships/image" Target="../media/image17.png"/><Relationship Id="rId4" Type="http://schemas.openxmlformats.org/officeDocument/2006/relationships/chart" Target="../charts/chart20.xml"/><Relationship Id="rId9" Type="http://schemas.openxmlformats.org/officeDocument/2006/relationships/image" Target="../media/image19.png"/><Relationship Id="rId14" Type="http://schemas.openxmlformats.org/officeDocument/2006/relationships/image" Target="../media/image8.png"/><Relationship Id="rId22" Type="http://schemas.openxmlformats.org/officeDocument/2006/relationships/image" Target="../media/image11.png"/><Relationship Id="rId27" Type="http://schemas.openxmlformats.org/officeDocument/2006/relationships/image" Target="../media/image20.png"/><Relationship Id="rId30" Type="http://schemas.openxmlformats.org/officeDocument/2006/relationships/image" Target="../media/image13.png"/><Relationship Id="rId35" Type="http://schemas.openxmlformats.org/officeDocument/2006/relationships/image" Target="../media/image15.png"/><Relationship Id="rId8" Type="http://schemas.openxmlformats.org/officeDocument/2006/relationships/image" Target="../media/image5.png"/><Relationship Id="rId3" Type="http://schemas.openxmlformats.org/officeDocument/2006/relationships/chart" Target="../charts/chart19.xml"/><Relationship Id="rId12" Type="http://schemas.openxmlformats.org/officeDocument/2006/relationships/image" Target="../media/image7.png"/><Relationship Id="rId17" Type="http://schemas.openxmlformats.org/officeDocument/2006/relationships/image" Target="../media/image27.png"/><Relationship Id="rId25" Type="http://schemas.microsoft.com/office/2007/relationships/hdphoto" Target="../media/hdphoto4.wdp"/><Relationship Id="rId33" Type="http://schemas.openxmlformats.org/officeDocument/2006/relationships/image" Target="../media/image14.png"/><Relationship Id="rId38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11.png"/><Relationship Id="rId26" Type="http://schemas.openxmlformats.org/officeDocument/2006/relationships/image" Target="../media/image13.png"/><Relationship Id="rId39" Type="http://schemas.openxmlformats.org/officeDocument/2006/relationships/chart" Target="../charts/chart25.xml"/><Relationship Id="rId21" Type="http://schemas.microsoft.com/office/2007/relationships/hdphoto" Target="../media/hdphoto4.wdp"/><Relationship Id="rId34" Type="http://schemas.openxmlformats.org/officeDocument/2006/relationships/image" Target="../media/image34.png"/><Relationship Id="rId42" Type="http://schemas.openxmlformats.org/officeDocument/2006/relationships/chart" Target="../charts/chart28.xml"/><Relationship Id="rId7" Type="http://schemas.microsoft.com/office/2007/relationships/hdphoto" Target="../media/hdphoto1.wdp"/><Relationship Id="rId2" Type="http://schemas.openxmlformats.org/officeDocument/2006/relationships/image" Target="../media/image3.png"/><Relationship Id="rId16" Type="http://schemas.openxmlformats.org/officeDocument/2006/relationships/image" Target="../media/image30.png"/><Relationship Id="rId20" Type="http://schemas.openxmlformats.org/officeDocument/2006/relationships/image" Target="../media/image12.png"/><Relationship Id="rId29" Type="http://schemas.openxmlformats.org/officeDocument/2006/relationships/image" Target="../media/image14.png"/><Relationship Id="rId41" Type="http://schemas.openxmlformats.org/officeDocument/2006/relationships/chart" Target="../charts/chart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3.wdp"/><Relationship Id="rId24" Type="http://schemas.openxmlformats.org/officeDocument/2006/relationships/image" Target="../media/image32.png"/><Relationship Id="rId32" Type="http://schemas.openxmlformats.org/officeDocument/2006/relationships/image" Target="../media/image33.png"/><Relationship Id="rId37" Type="http://schemas.openxmlformats.org/officeDocument/2006/relationships/image" Target="../media/image1.png"/><Relationship Id="rId40" Type="http://schemas.openxmlformats.org/officeDocument/2006/relationships/chart" Target="../charts/chart26.xml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20.png"/><Relationship Id="rId28" Type="http://schemas.microsoft.com/office/2007/relationships/hdphoto" Target="../media/hdphoto5.wdp"/><Relationship Id="rId36" Type="http://schemas.openxmlformats.org/officeDocument/2006/relationships/chart" Target="../charts/chart24.xml"/><Relationship Id="rId10" Type="http://schemas.openxmlformats.org/officeDocument/2006/relationships/image" Target="../media/image8.png"/><Relationship Id="rId19" Type="http://schemas.openxmlformats.org/officeDocument/2006/relationships/image" Target="../media/image31.png"/><Relationship Id="rId31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microsoft.com/office/2007/relationships/hdphoto" Target="../media/hdphoto2.wdp"/><Relationship Id="rId14" Type="http://schemas.openxmlformats.org/officeDocument/2006/relationships/image" Target="../media/image28.png"/><Relationship Id="rId22" Type="http://schemas.openxmlformats.org/officeDocument/2006/relationships/image" Target="../media/image18.png"/><Relationship Id="rId27" Type="http://schemas.openxmlformats.org/officeDocument/2006/relationships/image" Target="../media/image17.png"/><Relationship Id="rId30" Type="http://schemas.openxmlformats.org/officeDocument/2006/relationships/image" Target="../media/image16.png"/><Relationship Id="rId35" Type="http://schemas.openxmlformats.org/officeDocument/2006/relationships/image" Target="../media/image35.png"/><Relationship Id="rId43" Type="http://schemas.openxmlformats.org/officeDocument/2006/relationships/chart" Target="../charts/chart29.xml"/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0.png"/><Relationship Id="rId25" Type="http://schemas.microsoft.com/office/2007/relationships/hdphoto" Target="../media/hdphoto6.wdp"/><Relationship Id="rId33" Type="http://schemas.openxmlformats.org/officeDocument/2006/relationships/image" Target="../media/image36.png"/><Relationship Id="rId38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image" Target="../media/image12.png"/><Relationship Id="rId26" Type="http://schemas.openxmlformats.org/officeDocument/2006/relationships/image" Target="../media/image18.png"/><Relationship Id="rId3" Type="http://schemas.openxmlformats.org/officeDocument/2006/relationships/chart" Target="../charts/chart31.xml"/><Relationship Id="rId21" Type="http://schemas.openxmlformats.org/officeDocument/2006/relationships/image" Target="../media/image14.png"/><Relationship Id="rId34" Type="http://schemas.openxmlformats.org/officeDocument/2006/relationships/image" Target="../media/image24.jpeg"/><Relationship Id="rId7" Type="http://schemas.openxmlformats.org/officeDocument/2006/relationships/image" Target="../media/image4.png"/><Relationship Id="rId12" Type="http://schemas.microsoft.com/office/2007/relationships/hdphoto" Target="../media/hdphoto2.wdp"/><Relationship Id="rId17" Type="http://schemas.openxmlformats.org/officeDocument/2006/relationships/image" Target="../media/image11.png"/><Relationship Id="rId25" Type="http://schemas.microsoft.com/office/2007/relationships/hdphoto" Target="../media/hdphoto5.wdp"/><Relationship Id="rId33" Type="http://schemas.openxmlformats.org/officeDocument/2006/relationships/image" Target="../media/image23.jpeg"/><Relationship Id="rId2" Type="http://schemas.openxmlformats.org/officeDocument/2006/relationships/chart" Target="../charts/chart30.xml"/><Relationship Id="rId16" Type="http://schemas.openxmlformats.org/officeDocument/2006/relationships/image" Target="../media/image10.png"/><Relationship Id="rId20" Type="http://schemas.openxmlformats.org/officeDocument/2006/relationships/image" Target="../media/image13.png"/><Relationship Id="rId29" Type="http://schemas.openxmlformats.org/officeDocument/2006/relationships/chart" Target="../charts/chart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24" Type="http://schemas.openxmlformats.org/officeDocument/2006/relationships/image" Target="../media/image17.png"/><Relationship Id="rId32" Type="http://schemas.openxmlformats.org/officeDocument/2006/relationships/image" Target="../media/image22.jpeg"/><Relationship Id="rId5" Type="http://schemas.openxmlformats.org/officeDocument/2006/relationships/image" Target="../media/image2.svg"/><Relationship Id="rId15" Type="http://schemas.openxmlformats.org/officeDocument/2006/relationships/image" Target="../media/image9.png"/><Relationship Id="rId23" Type="http://schemas.openxmlformats.org/officeDocument/2006/relationships/image" Target="../media/image15.png"/><Relationship Id="rId28" Type="http://schemas.openxmlformats.org/officeDocument/2006/relationships/image" Target="../media/image20.png"/><Relationship Id="rId36" Type="http://schemas.openxmlformats.org/officeDocument/2006/relationships/image" Target="../media/image26.png"/><Relationship Id="rId10" Type="http://schemas.microsoft.com/office/2007/relationships/hdphoto" Target="../media/hdphoto1.wdp"/><Relationship Id="rId19" Type="http://schemas.microsoft.com/office/2007/relationships/hdphoto" Target="../media/hdphoto4.wdp"/><Relationship Id="rId31" Type="http://schemas.openxmlformats.org/officeDocument/2006/relationships/image" Target="../media/image21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microsoft.com/office/2007/relationships/hdphoto" Target="../media/hdphoto3.wdp"/><Relationship Id="rId22" Type="http://schemas.openxmlformats.org/officeDocument/2006/relationships/image" Target="../media/image16.png"/><Relationship Id="rId27" Type="http://schemas.openxmlformats.org/officeDocument/2006/relationships/image" Target="../media/image19.png"/><Relationship Id="rId30" Type="http://schemas.openxmlformats.org/officeDocument/2006/relationships/chart" Target="../charts/chart33.xml"/><Relationship Id="rId35" Type="http://schemas.openxmlformats.org/officeDocument/2006/relationships/image" Target="../media/image25.png"/><Relationship Id="rId8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0.png"/><Relationship Id="rId18" Type="http://schemas.openxmlformats.org/officeDocument/2006/relationships/image" Target="../media/image13.png"/><Relationship Id="rId26" Type="http://schemas.openxmlformats.org/officeDocument/2006/relationships/image" Target="../media/image65.png"/><Relationship Id="rId3" Type="http://schemas.openxmlformats.org/officeDocument/2006/relationships/image" Target="../media/image4.png"/><Relationship Id="rId21" Type="http://schemas.openxmlformats.org/officeDocument/2006/relationships/image" Target="../media/image15.png"/><Relationship Id="rId7" Type="http://schemas.microsoft.com/office/2007/relationships/hdphoto" Target="../media/hdphoto1.wdp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5" Type="http://schemas.openxmlformats.org/officeDocument/2006/relationships/image" Target="../media/image20.png"/><Relationship Id="rId2" Type="http://schemas.openxmlformats.org/officeDocument/2006/relationships/image" Target="../media/image3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3.wdp"/><Relationship Id="rId24" Type="http://schemas.openxmlformats.org/officeDocument/2006/relationships/image" Target="../media/image18.png"/><Relationship Id="rId5" Type="http://schemas.openxmlformats.org/officeDocument/2006/relationships/image" Target="../media/image19.png"/><Relationship Id="rId15" Type="http://schemas.openxmlformats.org/officeDocument/2006/relationships/image" Target="../media/image11.png"/><Relationship Id="rId23" Type="http://schemas.microsoft.com/office/2007/relationships/hdphoto" Target="../media/hdphoto5.wdp"/><Relationship Id="rId28" Type="http://schemas.openxmlformats.org/officeDocument/2006/relationships/image" Target="../media/image67.png"/><Relationship Id="rId10" Type="http://schemas.openxmlformats.org/officeDocument/2006/relationships/image" Target="../media/image8.png"/><Relationship Id="rId19" Type="http://schemas.openxmlformats.org/officeDocument/2006/relationships/image" Target="../media/image14.png"/><Relationship Id="rId31" Type="http://schemas.openxmlformats.org/officeDocument/2006/relationships/image" Target="../media/image70.jpeg"/><Relationship Id="rId4" Type="http://schemas.openxmlformats.org/officeDocument/2006/relationships/image" Target="../media/image5.png"/><Relationship Id="rId9" Type="http://schemas.microsoft.com/office/2007/relationships/hdphoto" Target="../media/hdphoto2.wdp"/><Relationship Id="rId14" Type="http://schemas.openxmlformats.org/officeDocument/2006/relationships/image" Target="../media/image10.png"/><Relationship Id="rId22" Type="http://schemas.openxmlformats.org/officeDocument/2006/relationships/image" Target="../media/image17.png"/><Relationship Id="rId27" Type="http://schemas.openxmlformats.org/officeDocument/2006/relationships/image" Target="../media/image66.jpeg"/><Relationship Id="rId30" Type="http://schemas.openxmlformats.org/officeDocument/2006/relationships/image" Target="../media/image69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0.png"/><Relationship Id="rId18" Type="http://schemas.openxmlformats.org/officeDocument/2006/relationships/image" Target="../media/image13.png"/><Relationship Id="rId3" Type="http://schemas.openxmlformats.org/officeDocument/2006/relationships/image" Target="../media/image4.png"/><Relationship Id="rId21" Type="http://schemas.openxmlformats.org/officeDocument/2006/relationships/image" Target="../media/image15.png"/><Relationship Id="rId7" Type="http://schemas.microsoft.com/office/2007/relationships/hdphoto" Target="../media/hdphoto1.wdp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image" Target="../media/image3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microsoft.com/office/2007/relationships/hdphoto" Target="../media/hdphoto3.wdp"/><Relationship Id="rId5" Type="http://schemas.openxmlformats.org/officeDocument/2006/relationships/image" Target="../media/image19.png"/><Relationship Id="rId15" Type="http://schemas.openxmlformats.org/officeDocument/2006/relationships/image" Target="../media/image11.png"/><Relationship Id="rId23" Type="http://schemas.microsoft.com/office/2007/relationships/hdphoto" Target="../media/hdphoto5.wdp"/><Relationship Id="rId10" Type="http://schemas.openxmlformats.org/officeDocument/2006/relationships/image" Target="../media/image8.png"/><Relationship Id="rId19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microsoft.com/office/2007/relationships/hdphoto" Target="../media/hdphoto2.wdp"/><Relationship Id="rId14" Type="http://schemas.openxmlformats.org/officeDocument/2006/relationships/image" Target="../media/image10.png"/><Relationship Id="rId22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8" Type="http://schemas.openxmlformats.org/officeDocument/2006/relationships/image" Target="../media/image30.png"/><Relationship Id="rId26" Type="http://schemas.openxmlformats.org/officeDocument/2006/relationships/image" Target="../media/image78.png"/><Relationship Id="rId3" Type="http://schemas.openxmlformats.org/officeDocument/2006/relationships/image" Target="../media/image4.png"/><Relationship Id="rId21" Type="http://schemas.openxmlformats.org/officeDocument/2006/relationships/image" Target="../media/image74.png"/><Relationship Id="rId34" Type="http://schemas.openxmlformats.org/officeDocument/2006/relationships/image" Target="../media/image82.png"/><Relationship Id="rId7" Type="http://schemas.openxmlformats.org/officeDocument/2006/relationships/image" Target="../media/image6.png"/><Relationship Id="rId12" Type="http://schemas.microsoft.com/office/2007/relationships/hdphoto" Target="../media/hdphoto3.wdp"/><Relationship Id="rId17" Type="http://schemas.openxmlformats.org/officeDocument/2006/relationships/image" Target="../media/image29.png"/><Relationship Id="rId25" Type="http://schemas.openxmlformats.org/officeDocument/2006/relationships/image" Target="../media/image10.png"/><Relationship Id="rId33" Type="http://schemas.openxmlformats.org/officeDocument/2006/relationships/image" Target="../media/image20.png"/><Relationship Id="rId2" Type="http://schemas.openxmlformats.org/officeDocument/2006/relationships/image" Target="../media/image3.png"/><Relationship Id="rId16" Type="http://schemas.openxmlformats.org/officeDocument/2006/relationships/image" Target="../media/image28.png"/><Relationship Id="rId20" Type="http://schemas.openxmlformats.org/officeDocument/2006/relationships/image" Target="../media/image73.png"/><Relationship Id="rId29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8.png"/><Relationship Id="rId24" Type="http://schemas.openxmlformats.org/officeDocument/2006/relationships/image" Target="../media/image77.png"/><Relationship Id="rId32" Type="http://schemas.openxmlformats.org/officeDocument/2006/relationships/image" Target="../media/image81.png"/><Relationship Id="rId5" Type="http://schemas.openxmlformats.org/officeDocument/2006/relationships/image" Target="../media/image19.png"/><Relationship Id="rId15" Type="http://schemas.openxmlformats.org/officeDocument/2006/relationships/image" Target="../media/image27.png"/><Relationship Id="rId23" Type="http://schemas.openxmlformats.org/officeDocument/2006/relationships/image" Target="../media/image76.png"/><Relationship Id="rId28" Type="http://schemas.openxmlformats.org/officeDocument/2006/relationships/image" Target="../media/image34.png"/><Relationship Id="rId36" Type="http://schemas.openxmlformats.org/officeDocument/2006/relationships/image" Target="../media/image83.png"/><Relationship Id="rId10" Type="http://schemas.microsoft.com/office/2007/relationships/hdphoto" Target="../media/hdphoto2.wdp"/><Relationship Id="rId19" Type="http://schemas.openxmlformats.org/officeDocument/2006/relationships/image" Target="../media/image72.png"/><Relationship Id="rId31" Type="http://schemas.openxmlformats.org/officeDocument/2006/relationships/image" Target="../media/image80.pn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14" Type="http://schemas.openxmlformats.org/officeDocument/2006/relationships/image" Target="../media/image9.png"/><Relationship Id="rId22" Type="http://schemas.openxmlformats.org/officeDocument/2006/relationships/image" Target="../media/image75.png"/><Relationship Id="rId27" Type="http://schemas.openxmlformats.org/officeDocument/2006/relationships/image" Target="../media/image79.png"/><Relationship Id="rId30" Type="http://schemas.openxmlformats.org/officeDocument/2006/relationships/image" Target="../media/image31.png"/><Relationship Id="rId35" Type="http://schemas.microsoft.com/office/2007/relationships/hdphoto" Target="../media/hdphoto7.wdp"/><Relationship Id="rId8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8" Type="http://schemas.openxmlformats.org/officeDocument/2006/relationships/image" Target="../media/image85.png"/><Relationship Id="rId26" Type="http://schemas.openxmlformats.org/officeDocument/2006/relationships/image" Target="../media/image74.png"/><Relationship Id="rId21" Type="http://schemas.openxmlformats.org/officeDocument/2006/relationships/image" Target="../media/image86.png"/><Relationship Id="rId34" Type="http://schemas.openxmlformats.org/officeDocument/2006/relationships/image" Target="../media/image11.png"/><Relationship Id="rId7" Type="http://schemas.openxmlformats.org/officeDocument/2006/relationships/image" Target="../media/image6.png"/><Relationship Id="rId12" Type="http://schemas.microsoft.com/office/2007/relationships/hdphoto" Target="../media/hdphoto3.wdp"/><Relationship Id="rId17" Type="http://schemas.openxmlformats.org/officeDocument/2006/relationships/image" Target="../media/image20.png"/><Relationship Id="rId25" Type="http://schemas.openxmlformats.org/officeDocument/2006/relationships/image" Target="../media/image87.png"/><Relationship Id="rId33" Type="http://schemas.openxmlformats.org/officeDocument/2006/relationships/image" Target="../media/image34.png"/><Relationship Id="rId38" Type="http://schemas.openxmlformats.org/officeDocument/2006/relationships/image" Target="../media/image81.png"/><Relationship Id="rId2" Type="http://schemas.openxmlformats.org/officeDocument/2006/relationships/image" Target="../media/image3.png"/><Relationship Id="rId16" Type="http://schemas.openxmlformats.org/officeDocument/2006/relationships/image" Target="../media/image84.png"/><Relationship Id="rId20" Type="http://schemas.openxmlformats.org/officeDocument/2006/relationships/image" Target="../media/image29.png"/><Relationship Id="rId29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8.png"/><Relationship Id="rId24" Type="http://schemas.openxmlformats.org/officeDocument/2006/relationships/image" Target="../media/image73.png"/><Relationship Id="rId32" Type="http://schemas.openxmlformats.org/officeDocument/2006/relationships/image" Target="../media/image79.png"/><Relationship Id="rId37" Type="http://schemas.openxmlformats.org/officeDocument/2006/relationships/image" Target="../media/image80.png"/><Relationship Id="rId5" Type="http://schemas.openxmlformats.org/officeDocument/2006/relationships/image" Target="../media/image19.png"/><Relationship Id="rId15" Type="http://schemas.openxmlformats.org/officeDocument/2006/relationships/image" Target="../media/image27.png"/><Relationship Id="rId23" Type="http://schemas.openxmlformats.org/officeDocument/2006/relationships/image" Target="../media/image72.png"/><Relationship Id="rId28" Type="http://schemas.openxmlformats.org/officeDocument/2006/relationships/image" Target="../media/image76.png"/><Relationship Id="rId36" Type="http://schemas.openxmlformats.org/officeDocument/2006/relationships/image" Target="../media/image88.png"/><Relationship Id="rId10" Type="http://schemas.microsoft.com/office/2007/relationships/hdphoto" Target="../media/hdphoto2.wdp"/><Relationship Id="rId19" Type="http://schemas.openxmlformats.org/officeDocument/2006/relationships/image" Target="../media/image28.png"/><Relationship Id="rId31" Type="http://schemas.openxmlformats.org/officeDocument/2006/relationships/image" Target="../media/image78.pn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14" Type="http://schemas.openxmlformats.org/officeDocument/2006/relationships/image" Target="../media/image9.png"/><Relationship Id="rId22" Type="http://schemas.openxmlformats.org/officeDocument/2006/relationships/image" Target="../media/image30.png"/><Relationship Id="rId27" Type="http://schemas.openxmlformats.org/officeDocument/2006/relationships/image" Target="../media/image75.png"/><Relationship Id="rId30" Type="http://schemas.openxmlformats.org/officeDocument/2006/relationships/image" Target="../media/image10.png"/><Relationship Id="rId35" Type="http://schemas.openxmlformats.org/officeDocument/2006/relationships/image" Target="../media/image31.png"/><Relationship Id="rId8" Type="http://schemas.microsoft.com/office/2007/relationships/hdphoto" Target="../media/hdphoto1.wdp"/><Relationship Id="rId3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3" Type="http://schemas.microsoft.com/office/2007/relationships/hdphoto" Target="../media/hdphoto13.wdp"/><Relationship Id="rId18" Type="http://schemas.openxmlformats.org/officeDocument/2006/relationships/image" Target="../media/image97.png"/><Relationship Id="rId26" Type="http://schemas.openxmlformats.org/officeDocument/2006/relationships/image" Target="../media/image101.png"/><Relationship Id="rId39" Type="http://schemas.microsoft.com/office/2007/relationships/hdphoto" Target="../media/hdphoto25.wdp"/><Relationship Id="rId21" Type="http://schemas.microsoft.com/office/2007/relationships/hdphoto" Target="../media/hdphoto17.wdp"/><Relationship Id="rId34" Type="http://schemas.microsoft.com/office/2007/relationships/hdphoto" Target="../media/hdphoto23.wdp"/><Relationship Id="rId42" Type="http://schemas.openxmlformats.org/officeDocument/2006/relationships/image" Target="../media/image110.png"/><Relationship Id="rId7" Type="http://schemas.microsoft.com/office/2007/relationships/hdphoto" Target="../media/hdphoto10.wdp"/><Relationship Id="rId2" Type="http://schemas.openxmlformats.org/officeDocument/2006/relationships/image" Target="../media/image89.png"/><Relationship Id="rId16" Type="http://schemas.openxmlformats.org/officeDocument/2006/relationships/image" Target="../media/image96.png"/><Relationship Id="rId29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microsoft.com/office/2007/relationships/hdphoto" Target="../media/hdphoto12.wdp"/><Relationship Id="rId24" Type="http://schemas.openxmlformats.org/officeDocument/2006/relationships/image" Target="../media/image100.png"/><Relationship Id="rId32" Type="http://schemas.microsoft.com/office/2007/relationships/hdphoto" Target="../media/hdphoto22.wdp"/><Relationship Id="rId37" Type="http://schemas.openxmlformats.org/officeDocument/2006/relationships/image" Target="../media/image107.png"/><Relationship Id="rId40" Type="http://schemas.openxmlformats.org/officeDocument/2006/relationships/image" Target="../media/image109.png"/><Relationship Id="rId45" Type="http://schemas.microsoft.com/office/2007/relationships/hdphoto" Target="../media/hdphoto28.wdp"/><Relationship Id="rId5" Type="http://schemas.microsoft.com/office/2007/relationships/hdphoto" Target="../media/hdphoto9.wdp"/><Relationship Id="rId15" Type="http://schemas.microsoft.com/office/2007/relationships/hdphoto" Target="../media/hdphoto14.wdp"/><Relationship Id="rId23" Type="http://schemas.microsoft.com/office/2007/relationships/hdphoto" Target="../media/hdphoto18.wdp"/><Relationship Id="rId28" Type="http://schemas.openxmlformats.org/officeDocument/2006/relationships/image" Target="../media/image102.png"/><Relationship Id="rId36" Type="http://schemas.microsoft.com/office/2007/relationships/hdphoto" Target="../media/hdphoto24.wdp"/><Relationship Id="rId10" Type="http://schemas.openxmlformats.org/officeDocument/2006/relationships/image" Target="../media/image93.png"/><Relationship Id="rId19" Type="http://schemas.microsoft.com/office/2007/relationships/hdphoto" Target="../media/hdphoto16.wdp"/><Relationship Id="rId31" Type="http://schemas.openxmlformats.org/officeDocument/2006/relationships/image" Target="../media/image104.png"/><Relationship Id="rId44" Type="http://schemas.openxmlformats.org/officeDocument/2006/relationships/image" Target="../media/image111.png"/><Relationship Id="rId4" Type="http://schemas.openxmlformats.org/officeDocument/2006/relationships/image" Target="../media/image90.png"/><Relationship Id="rId9" Type="http://schemas.microsoft.com/office/2007/relationships/hdphoto" Target="../media/hdphoto11.wdp"/><Relationship Id="rId14" Type="http://schemas.openxmlformats.org/officeDocument/2006/relationships/image" Target="../media/image95.png"/><Relationship Id="rId22" Type="http://schemas.openxmlformats.org/officeDocument/2006/relationships/image" Target="../media/image99.png"/><Relationship Id="rId27" Type="http://schemas.microsoft.com/office/2007/relationships/hdphoto" Target="../media/hdphoto20.wdp"/><Relationship Id="rId30" Type="http://schemas.microsoft.com/office/2007/relationships/hdphoto" Target="../media/hdphoto21.wdp"/><Relationship Id="rId35" Type="http://schemas.openxmlformats.org/officeDocument/2006/relationships/image" Target="../media/image106.png"/><Relationship Id="rId43" Type="http://schemas.microsoft.com/office/2007/relationships/hdphoto" Target="../media/hdphoto27.wdp"/><Relationship Id="rId8" Type="http://schemas.openxmlformats.org/officeDocument/2006/relationships/image" Target="../media/image92.png"/><Relationship Id="rId3" Type="http://schemas.microsoft.com/office/2007/relationships/hdphoto" Target="../media/hdphoto8.wdp"/><Relationship Id="rId12" Type="http://schemas.openxmlformats.org/officeDocument/2006/relationships/image" Target="../media/image94.png"/><Relationship Id="rId17" Type="http://schemas.microsoft.com/office/2007/relationships/hdphoto" Target="../media/hdphoto15.wdp"/><Relationship Id="rId25" Type="http://schemas.microsoft.com/office/2007/relationships/hdphoto" Target="../media/hdphoto19.wdp"/><Relationship Id="rId33" Type="http://schemas.openxmlformats.org/officeDocument/2006/relationships/image" Target="../media/image105.png"/><Relationship Id="rId38" Type="http://schemas.openxmlformats.org/officeDocument/2006/relationships/image" Target="../media/image108.png"/><Relationship Id="rId20" Type="http://schemas.openxmlformats.org/officeDocument/2006/relationships/image" Target="../media/image98.png"/><Relationship Id="rId41" Type="http://schemas.microsoft.com/office/2007/relationships/hdphoto" Target="../media/hdphoto26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microsoft.com/office/2007/relationships/hdphoto" Target="../media/hdphoto14.wdp"/><Relationship Id="rId18" Type="http://schemas.openxmlformats.org/officeDocument/2006/relationships/image" Target="../media/image103.png"/><Relationship Id="rId3" Type="http://schemas.microsoft.com/office/2007/relationships/hdphoto" Target="../media/hdphoto16.wdp"/><Relationship Id="rId21" Type="http://schemas.microsoft.com/office/2007/relationships/hdphoto" Target="../media/hdphoto10.wdp"/><Relationship Id="rId7" Type="http://schemas.microsoft.com/office/2007/relationships/hdphoto" Target="../media/hdphoto19.wdp"/><Relationship Id="rId12" Type="http://schemas.openxmlformats.org/officeDocument/2006/relationships/image" Target="../media/image95.png"/><Relationship Id="rId17" Type="http://schemas.microsoft.com/office/2007/relationships/hdphoto" Target="../media/hdphoto13.wdp"/><Relationship Id="rId25" Type="http://schemas.microsoft.com/office/2007/relationships/hdphoto" Target="../media/hdphoto29.wdp"/><Relationship Id="rId2" Type="http://schemas.openxmlformats.org/officeDocument/2006/relationships/image" Target="../media/image97.png"/><Relationship Id="rId16" Type="http://schemas.openxmlformats.org/officeDocument/2006/relationships/image" Target="../media/image94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microsoft.com/office/2007/relationships/hdphoto" Target="../media/hdphoto8.wdp"/><Relationship Id="rId24" Type="http://schemas.openxmlformats.org/officeDocument/2006/relationships/image" Target="../media/image112.png"/><Relationship Id="rId5" Type="http://schemas.microsoft.com/office/2007/relationships/hdphoto" Target="../media/hdphoto18.wdp"/><Relationship Id="rId15" Type="http://schemas.microsoft.com/office/2007/relationships/hdphoto" Target="../media/hdphoto9.wdp"/><Relationship Id="rId23" Type="http://schemas.microsoft.com/office/2007/relationships/hdphoto" Target="../media/hdphoto22.wdp"/><Relationship Id="rId10" Type="http://schemas.openxmlformats.org/officeDocument/2006/relationships/image" Target="../media/image89.png"/><Relationship Id="rId19" Type="http://schemas.microsoft.com/office/2007/relationships/hdphoto" Target="../media/hdphoto21.wdp"/><Relationship Id="rId4" Type="http://schemas.openxmlformats.org/officeDocument/2006/relationships/image" Target="../media/image99.png"/><Relationship Id="rId9" Type="http://schemas.openxmlformats.org/officeDocument/2006/relationships/image" Target="../media/image107.png"/><Relationship Id="rId14" Type="http://schemas.openxmlformats.org/officeDocument/2006/relationships/image" Target="../media/image90.png"/><Relationship Id="rId22" Type="http://schemas.openxmlformats.org/officeDocument/2006/relationships/image" Target="../media/image10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07.png"/><Relationship Id="rId18" Type="http://schemas.openxmlformats.org/officeDocument/2006/relationships/image" Target="../media/image91.png"/><Relationship Id="rId3" Type="http://schemas.microsoft.com/office/2007/relationships/hdphoto" Target="../media/hdphoto16.wdp"/><Relationship Id="rId21" Type="http://schemas.microsoft.com/office/2007/relationships/hdphoto" Target="../media/hdphoto32.wdp"/><Relationship Id="rId7" Type="http://schemas.microsoft.com/office/2007/relationships/hdphoto" Target="../media/hdphoto18.wdp"/><Relationship Id="rId12" Type="http://schemas.openxmlformats.org/officeDocument/2006/relationships/image" Target="../media/image102.png"/><Relationship Id="rId17" Type="http://schemas.microsoft.com/office/2007/relationships/hdphoto" Target="../media/hdphoto14.wdp"/><Relationship Id="rId2" Type="http://schemas.openxmlformats.org/officeDocument/2006/relationships/image" Target="../media/image97.png"/><Relationship Id="rId16" Type="http://schemas.openxmlformats.org/officeDocument/2006/relationships/image" Target="../media/image95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9.png"/><Relationship Id="rId11" Type="http://schemas.microsoft.com/office/2007/relationships/hdphoto" Target="../media/hdphoto19.wdp"/><Relationship Id="rId5" Type="http://schemas.microsoft.com/office/2007/relationships/hdphoto" Target="../media/hdphoto30.wdp"/><Relationship Id="rId15" Type="http://schemas.microsoft.com/office/2007/relationships/hdphoto" Target="../media/hdphoto8.wdp"/><Relationship Id="rId23" Type="http://schemas.microsoft.com/office/2007/relationships/hdphoto" Target="../media/hdphoto21.wdp"/><Relationship Id="rId10" Type="http://schemas.openxmlformats.org/officeDocument/2006/relationships/image" Target="../media/image100.png"/><Relationship Id="rId19" Type="http://schemas.microsoft.com/office/2007/relationships/hdphoto" Target="../media/hdphoto10.wdp"/><Relationship Id="rId4" Type="http://schemas.openxmlformats.org/officeDocument/2006/relationships/image" Target="../media/image113.png"/><Relationship Id="rId9" Type="http://schemas.microsoft.com/office/2007/relationships/hdphoto" Target="../media/hdphoto31.wdp"/><Relationship Id="rId14" Type="http://schemas.openxmlformats.org/officeDocument/2006/relationships/image" Target="../media/image89.png"/><Relationship Id="rId22" Type="http://schemas.openxmlformats.org/officeDocument/2006/relationships/image" Target="../media/image10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microsoft.com/office/2007/relationships/hdphoto" Target="../media/hdphoto14.wdp"/><Relationship Id="rId18" Type="http://schemas.openxmlformats.org/officeDocument/2006/relationships/image" Target="../media/image94.png"/><Relationship Id="rId3" Type="http://schemas.microsoft.com/office/2007/relationships/hdphoto" Target="../media/hdphoto16.wdp"/><Relationship Id="rId21" Type="http://schemas.microsoft.com/office/2007/relationships/hdphoto" Target="../media/hdphoto21.wdp"/><Relationship Id="rId7" Type="http://schemas.microsoft.com/office/2007/relationships/hdphoto" Target="../media/hdphoto19.wdp"/><Relationship Id="rId12" Type="http://schemas.openxmlformats.org/officeDocument/2006/relationships/image" Target="../media/image95.png"/><Relationship Id="rId17" Type="http://schemas.microsoft.com/office/2007/relationships/hdphoto" Target="../media/hdphoto9.wdp"/><Relationship Id="rId25" Type="http://schemas.microsoft.com/office/2007/relationships/hdphoto" Target="../media/hdphoto22.wdp"/><Relationship Id="rId2" Type="http://schemas.openxmlformats.org/officeDocument/2006/relationships/image" Target="../media/image97.png"/><Relationship Id="rId16" Type="http://schemas.openxmlformats.org/officeDocument/2006/relationships/image" Target="../media/image90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microsoft.com/office/2007/relationships/hdphoto" Target="../media/hdphoto8.wdp"/><Relationship Id="rId24" Type="http://schemas.openxmlformats.org/officeDocument/2006/relationships/image" Target="../media/image104.png"/><Relationship Id="rId5" Type="http://schemas.microsoft.com/office/2007/relationships/hdphoto" Target="../media/hdphoto18.wdp"/><Relationship Id="rId15" Type="http://schemas.microsoft.com/office/2007/relationships/hdphoto" Target="../media/hdphoto10.wdp"/><Relationship Id="rId23" Type="http://schemas.microsoft.com/office/2007/relationships/hdphoto" Target="../media/hdphoto29.wdp"/><Relationship Id="rId10" Type="http://schemas.openxmlformats.org/officeDocument/2006/relationships/image" Target="../media/image89.png"/><Relationship Id="rId19" Type="http://schemas.microsoft.com/office/2007/relationships/hdphoto" Target="../media/hdphoto13.wdp"/><Relationship Id="rId4" Type="http://schemas.openxmlformats.org/officeDocument/2006/relationships/image" Target="../media/image99.png"/><Relationship Id="rId9" Type="http://schemas.openxmlformats.org/officeDocument/2006/relationships/image" Target="../media/image107.png"/><Relationship Id="rId14" Type="http://schemas.openxmlformats.org/officeDocument/2006/relationships/image" Target="../media/image91.png"/><Relationship Id="rId22" Type="http://schemas.openxmlformats.org/officeDocument/2006/relationships/image" Target="../media/image112.png"/></Relationships>
</file>

<file path=ppt/slides/_rels/slide21.xml.rels><?xml version="1.0" encoding="UTF-8" standalone="yes"?>
<Relationships xmlns="http://schemas.openxmlformats.org/package/2006/relationships"><Relationship Id="rId13" Type="http://schemas.microsoft.com/office/2007/relationships/hdphoto" Target="../media/hdphoto2.wdp"/><Relationship Id="rId18" Type="http://schemas.openxmlformats.org/officeDocument/2006/relationships/image" Target="../media/image28.png"/><Relationship Id="rId26" Type="http://schemas.openxmlformats.org/officeDocument/2006/relationships/image" Target="../media/image18.png"/><Relationship Id="rId39" Type="http://schemas.openxmlformats.org/officeDocument/2006/relationships/image" Target="../media/image36.png"/><Relationship Id="rId21" Type="http://schemas.openxmlformats.org/officeDocument/2006/relationships/image" Target="../media/image10.png"/><Relationship Id="rId34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chart" Target="../charts/chart34.xml"/><Relationship Id="rId16" Type="http://schemas.openxmlformats.org/officeDocument/2006/relationships/image" Target="../media/image9.png"/><Relationship Id="rId20" Type="http://schemas.openxmlformats.org/officeDocument/2006/relationships/image" Target="../media/image30.png"/><Relationship Id="rId29" Type="http://schemas.microsoft.com/office/2007/relationships/hdphoto" Target="../media/hdphoto6.wdp"/><Relationship Id="rId41" Type="http://schemas.microsoft.com/office/2007/relationships/hdphoto" Target="../media/hdphoto33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1.wdp"/><Relationship Id="rId24" Type="http://schemas.openxmlformats.org/officeDocument/2006/relationships/image" Target="../media/image12.png"/><Relationship Id="rId32" Type="http://schemas.microsoft.com/office/2007/relationships/hdphoto" Target="../media/hdphoto5.wdp"/><Relationship Id="rId37" Type="http://schemas.openxmlformats.org/officeDocument/2006/relationships/image" Target="../media/image34.png"/><Relationship Id="rId40" Type="http://schemas.openxmlformats.org/officeDocument/2006/relationships/image" Target="../media/image116.png"/><Relationship Id="rId5" Type="http://schemas.openxmlformats.org/officeDocument/2006/relationships/chart" Target="../charts/chart37.xml"/><Relationship Id="rId15" Type="http://schemas.microsoft.com/office/2007/relationships/hdphoto" Target="../media/hdphoto3.wdp"/><Relationship Id="rId23" Type="http://schemas.openxmlformats.org/officeDocument/2006/relationships/image" Target="../media/image31.png"/><Relationship Id="rId28" Type="http://schemas.openxmlformats.org/officeDocument/2006/relationships/image" Target="../media/image32.png"/><Relationship Id="rId36" Type="http://schemas.openxmlformats.org/officeDocument/2006/relationships/image" Target="../media/image33.png"/><Relationship Id="rId10" Type="http://schemas.openxmlformats.org/officeDocument/2006/relationships/image" Target="../media/image6.png"/><Relationship Id="rId19" Type="http://schemas.openxmlformats.org/officeDocument/2006/relationships/image" Target="../media/image29.png"/><Relationship Id="rId31" Type="http://schemas.openxmlformats.org/officeDocument/2006/relationships/image" Target="../media/image17.png"/><Relationship Id="rId4" Type="http://schemas.openxmlformats.org/officeDocument/2006/relationships/chart" Target="../charts/chart36.xml"/><Relationship Id="rId9" Type="http://schemas.openxmlformats.org/officeDocument/2006/relationships/image" Target="../media/image19.png"/><Relationship Id="rId14" Type="http://schemas.openxmlformats.org/officeDocument/2006/relationships/image" Target="../media/image8.png"/><Relationship Id="rId22" Type="http://schemas.openxmlformats.org/officeDocument/2006/relationships/image" Target="../media/image11.png"/><Relationship Id="rId27" Type="http://schemas.openxmlformats.org/officeDocument/2006/relationships/image" Target="../media/image20.png"/><Relationship Id="rId30" Type="http://schemas.openxmlformats.org/officeDocument/2006/relationships/image" Target="../media/image13.png"/><Relationship Id="rId35" Type="http://schemas.openxmlformats.org/officeDocument/2006/relationships/image" Target="../media/image15.png"/><Relationship Id="rId8" Type="http://schemas.openxmlformats.org/officeDocument/2006/relationships/image" Target="../media/image5.png"/><Relationship Id="rId3" Type="http://schemas.openxmlformats.org/officeDocument/2006/relationships/chart" Target="../charts/chart35.xml"/><Relationship Id="rId12" Type="http://schemas.openxmlformats.org/officeDocument/2006/relationships/image" Target="../media/image7.png"/><Relationship Id="rId17" Type="http://schemas.openxmlformats.org/officeDocument/2006/relationships/image" Target="../media/image27.png"/><Relationship Id="rId25" Type="http://schemas.microsoft.com/office/2007/relationships/hdphoto" Target="../media/hdphoto4.wdp"/><Relationship Id="rId33" Type="http://schemas.openxmlformats.org/officeDocument/2006/relationships/image" Target="../media/image14.png"/><Relationship Id="rId38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30.wdp"/><Relationship Id="rId13" Type="http://schemas.openxmlformats.org/officeDocument/2006/relationships/image" Target="../media/image100.png"/><Relationship Id="rId18" Type="http://schemas.openxmlformats.org/officeDocument/2006/relationships/image" Target="../media/image102.png"/><Relationship Id="rId26" Type="http://schemas.microsoft.com/office/2007/relationships/hdphoto" Target="../media/hdphoto34.wdp"/><Relationship Id="rId3" Type="http://schemas.openxmlformats.org/officeDocument/2006/relationships/image" Target="../media/image89.png"/><Relationship Id="rId21" Type="http://schemas.openxmlformats.org/officeDocument/2006/relationships/image" Target="../media/image107.png"/><Relationship Id="rId7" Type="http://schemas.openxmlformats.org/officeDocument/2006/relationships/image" Target="../media/image113.png"/><Relationship Id="rId12" Type="http://schemas.microsoft.com/office/2007/relationships/hdphoto" Target="../media/hdphoto31.wdp"/><Relationship Id="rId17" Type="http://schemas.microsoft.com/office/2007/relationships/hdphoto" Target="../media/hdphoto11.wdp"/><Relationship Id="rId25" Type="http://schemas.openxmlformats.org/officeDocument/2006/relationships/image" Target="../media/image122.png"/><Relationship Id="rId2" Type="http://schemas.openxmlformats.org/officeDocument/2006/relationships/image" Target="../media/image117.png"/><Relationship Id="rId16" Type="http://schemas.openxmlformats.org/officeDocument/2006/relationships/image" Target="../media/image92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6.wdp"/><Relationship Id="rId11" Type="http://schemas.openxmlformats.org/officeDocument/2006/relationships/image" Target="../media/image114.png"/><Relationship Id="rId24" Type="http://schemas.microsoft.com/office/2007/relationships/hdphoto" Target="../media/hdphoto14.wdp"/><Relationship Id="rId5" Type="http://schemas.openxmlformats.org/officeDocument/2006/relationships/image" Target="../media/image97.png"/><Relationship Id="rId15" Type="http://schemas.openxmlformats.org/officeDocument/2006/relationships/image" Target="../media/image118.png"/><Relationship Id="rId23" Type="http://schemas.openxmlformats.org/officeDocument/2006/relationships/image" Target="../media/image95.png"/><Relationship Id="rId10" Type="http://schemas.microsoft.com/office/2007/relationships/hdphoto" Target="../media/hdphoto18.wdp"/><Relationship Id="rId19" Type="http://schemas.openxmlformats.org/officeDocument/2006/relationships/image" Target="../media/image119.png"/><Relationship Id="rId4" Type="http://schemas.microsoft.com/office/2007/relationships/hdphoto" Target="../media/hdphoto8.wdp"/><Relationship Id="rId9" Type="http://schemas.openxmlformats.org/officeDocument/2006/relationships/image" Target="../media/image99.png"/><Relationship Id="rId14" Type="http://schemas.microsoft.com/office/2007/relationships/hdphoto" Target="../media/hdphoto19.wdp"/><Relationship Id="rId22" Type="http://schemas.openxmlformats.org/officeDocument/2006/relationships/image" Target="../media/image121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image" Target="../media/image27.png"/><Relationship Id="rId26" Type="http://schemas.microsoft.com/office/2007/relationships/hdphoto" Target="../media/hdphoto4.wdp"/><Relationship Id="rId39" Type="http://schemas.openxmlformats.org/officeDocument/2006/relationships/image" Target="../media/image35.png"/><Relationship Id="rId21" Type="http://schemas.openxmlformats.org/officeDocument/2006/relationships/image" Target="../media/image30.png"/><Relationship Id="rId34" Type="http://schemas.openxmlformats.org/officeDocument/2006/relationships/image" Target="../media/image14.png"/><Relationship Id="rId7" Type="http://schemas.openxmlformats.org/officeDocument/2006/relationships/image" Target="../media/image3.png"/><Relationship Id="rId12" Type="http://schemas.microsoft.com/office/2007/relationships/hdphoto" Target="../media/hdphoto1.wdp"/><Relationship Id="rId17" Type="http://schemas.openxmlformats.org/officeDocument/2006/relationships/image" Target="../media/image9.png"/><Relationship Id="rId25" Type="http://schemas.openxmlformats.org/officeDocument/2006/relationships/image" Target="../media/image12.png"/><Relationship Id="rId33" Type="http://schemas.microsoft.com/office/2007/relationships/hdphoto" Target="../media/hdphoto5.wdp"/><Relationship Id="rId38" Type="http://schemas.openxmlformats.org/officeDocument/2006/relationships/image" Target="../media/image34.png"/><Relationship Id="rId2" Type="http://schemas.openxmlformats.org/officeDocument/2006/relationships/chart" Target="../charts/chart38.xml"/><Relationship Id="rId16" Type="http://schemas.microsoft.com/office/2007/relationships/hdphoto" Target="../media/hdphoto3.wdp"/><Relationship Id="rId20" Type="http://schemas.openxmlformats.org/officeDocument/2006/relationships/image" Target="../media/image29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2.xml"/><Relationship Id="rId11" Type="http://schemas.openxmlformats.org/officeDocument/2006/relationships/image" Target="../media/image6.png"/><Relationship Id="rId24" Type="http://schemas.openxmlformats.org/officeDocument/2006/relationships/image" Target="../media/image31.png"/><Relationship Id="rId32" Type="http://schemas.openxmlformats.org/officeDocument/2006/relationships/image" Target="../media/image17.png"/><Relationship Id="rId37" Type="http://schemas.openxmlformats.org/officeDocument/2006/relationships/image" Target="../media/image33.png"/><Relationship Id="rId40" Type="http://schemas.openxmlformats.org/officeDocument/2006/relationships/image" Target="../media/image36.png"/><Relationship Id="rId5" Type="http://schemas.openxmlformats.org/officeDocument/2006/relationships/chart" Target="../charts/chart41.xml"/><Relationship Id="rId15" Type="http://schemas.openxmlformats.org/officeDocument/2006/relationships/image" Target="../media/image8.png"/><Relationship Id="rId23" Type="http://schemas.openxmlformats.org/officeDocument/2006/relationships/image" Target="../media/image11.png"/><Relationship Id="rId28" Type="http://schemas.openxmlformats.org/officeDocument/2006/relationships/image" Target="../media/image20.png"/><Relationship Id="rId36" Type="http://schemas.openxmlformats.org/officeDocument/2006/relationships/image" Target="../media/image15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31" Type="http://schemas.openxmlformats.org/officeDocument/2006/relationships/image" Target="../media/image13.png"/><Relationship Id="rId4" Type="http://schemas.openxmlformats.org/officeDocument/2006/relationships/chart" Target="../charts/chart40.xml"/><Relationship Id="rId9" Type="http://schemas.openxmlformats.org/officeDocument/2006/relationships/image" Target="../media/image5.png"/><Relationship Id="rId14" Type="http://schemas.microsoft.com/office/2007/relationships/hdphoto" Target="../media/hdphoto2.wdp"/><Relationship Id="rId22" Type="http://schemas.openxmlformats.org/officeDocument/2006/relationships/image" Target="../media/image10.png"/><Relationship Id="rId27" Type="http://schemas.openxmlformats.org/officeDocument/2006/relationships/image" Target="../media/image18.png"/><Relationship Id="rId30" Type="http://schemas.microsoft.com/office/2007/relationships/hdphoto" Target="../media/hdphoto6.wdp"/><Relationship Id="rId35" Type="http://schemas.openxmlformats.org/officeDocument/2006/relationships/image" Target="../media/image16.png"/><Relationship Id="rId8" Type="http://schemas.openxmlformats.org/officeDocument/2006/relationships/image" Target="../media/image4.png"/><Relationship Id="rId3" Type="http://schemas.openxmlformats.org/officeDocument/2006/relationships/chart" Target="../charts/char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4B34-952D-CCA5-05D8-0DBD1262E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图表 31">
            <a:extLst>
              <a:ext uri="{FF2B5EF4-FFF2-40B4-BE49-F238E27FC236}">
                <a16:creationId xmlns:a16="http://schemas.microsoft.com/office/drawing/2014/main" id="{5C878C16-F5BB-A0A8-D9C8-3B267D4D61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0737074"/>
              </p:ext>
            </p:extLst>
          </p:nvPr>
        </p:nvGraphicFramePr>
        <p:xfrm>
          <a:off x="4690022" y="5586869"/>
          <a:ext cx="1278000" cy="6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60" name="图表 1059">
            <a:extLst>
              <a:ext uri="{FF2B5EF4-FFF2-40B4-BE49-F238E27FC236}">
                <a16:creationId xmlns:a16="http://schemas.microsoft.com/office/drawing/2014/main" id="{DF70ED2B-04D5-2108-BBBF-AE61C0A4BC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907010"/>
              </p:ext>
            </p:extLst>
          </p:nvPr>
        </p:nvGraphicFramePr>
        <p:xfrm>
          <a:off x="4690022" y="1205624"/>
          <a:ext cx="1288800" cy="8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59" name="图表 1058">
            <a:extLst>
              <a:ext uri="{FF2B5EF4-FFF2-40B4-BE49-F238E27FC236}">
                <a16:creationId xmlns:a16="http://schemas.microsoft.com/office/drawing/2014/main" id="{48A74605-29E4-9DCD-C2D9-A936F46019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3174817"/>
              </p:ext>
            </p:extLst>
          </p:nvPr>
        </p:nvGraphicFramePr>
        <p:xfrm>
          <a:off x="1009670" y="1228003"/>
          <a:ext cx="12780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25" name="图形 1024" descr="鸭子 纯色填充">
            <a:extLst>
              <a:ext uri="{FF2B5EF4-FFF2-40B4-BE49-F238E27FC236}">
                <a16:creationId xmlns:a16="http://schemas.microsoft.com/office/drawing/2014/main" id="{5351CF1E-6A3C-AE94-1265-8DC89A6122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1958" t="10980" r="11787" b="10771"/>
          <a:stretch>
            <a:fillRect/>
          </a:stretch>
        </p:blipFill>
        <p:spPr>
          <a:xfrm>
            <a:off x="2864407" y="1242586"/>
            <a:ext cx="1436014" cy="715503"/>
          </a:xfrm>
          <a:prstGeom prst="rect">
            <a:avLst/>
          </a:prstGeom>
        </p:spPr>
      </p:pic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6D885FE-E8FF-4313-882F-05985B0CE475}"/>
              </a:ext>
            </a:extLst>
          </p:cNvPr>
          <p:cNvSpPr/>
          <p:nvPr/>
        </p:nvSpPr>
        <p:spPr>
          <a:xfrm>
            <a:off x="861892" y="2106865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19A5FF8D-F93A-598F-5A37-17330577E3D9}"/>
              </a:ext>
            </a:extLst>
          </p:cNvPr>
          <p:cNvSpPr/>
          <p:nvPr/>
        </p:nvSpPr>
        <p:spPr>
          <a:xfrm flipV="1">
            <a:off x="861892" y="5414017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676AE01A-4818-11C1-A351-23184D53C1D3}"/>
              </a:ext>
            </a:extLst>
          </p:cNvPr>
          <p:cNvSpPr/>
          <p:nvPr/>
        </p:nvSpPr>
        <p:spPr>
          <a:xfrm>
            <a:off x="4556108" y="2102711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1DC8C161-A37E-253D-2668-19FF4993BF0B}"/>
              </a:ext>
            </a:extLst>
          </p:cNvPr>
          <p:cNvSpPr/>
          <p:nvPr/>
        </p:nvSpPr>
        <p:spPr>
          <a:xfrm flipV="1">
            <a:off x="2727717" y="5411840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CC1D3D4B-FDDF-3104-A7F4-9EFC3C34A796}"/>
              </a:ext>
            </a:extLst>
          </p:cNvPr>
          <p:cNvSpPr/>
          <p:nvPr/>
        </p:nvSpPr>
        <p:spPr>
          <a:xfrm>
            <a:off x="2727717" y="2106865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405123EF-7E3C-998B-7B4B-00214A87E004}"/>
              </a:ext>
            </a:extLst>
          </p:cNvPr>
          <p:cNvSpPr/>
          <p:nvPr/>
        </p:nvSpPr>
        <p:spPr>
          <a:xfrm flipV="1">
            <a:off x="4556108" y="5413172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F4909B0-467D-7603-DD36-6F13A6AC3D38}"/>
              </a:ext>
            </a:extLst>
          </p:cNvPr>
          <p:cNvSpPr/>
          <p:nvPr/>
        </p:nvSpPr>
        <p:spPr>
          <a:xfrm>
            <a:off x="824857" y="3178765"/>
            <a:ext cx="520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B401909-E04F-819D-BE03-B70CA34FE43F}"/>
              </a:ext>
            </a:extLst>
          </p:cNvPr>
          <p:cNvSpPr txBox="1"/>
          <p:nvPr/>
        </p:nvSpPr>
        <p:spPr>
          <a:xfrm>
            <a:off x="2293107" y="2523476"/>
            <a:ext cx="53572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Wind farm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050A0D4-7BD5-EEEC-533D-C1F1A99B7897}"/>
              </a:ext>
            </a:extLst>
          </p:cNvPr>
          <p:cNvSpPr txBox="1"/>
          <p:nvPr/>
        </p:nvSpPr>
        <p:spPr>
          <a:xfrm>
            <a:off x="1124071" y="2565726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59FBCED8-0E6E-E5E8-576E-385D97F8C59C}"/>
              </a:ext>
            </a:extLst>
          </p:cNvPr>
          <p:cNvSpPr/>
          <p:nvPr/>
        </p:nvSpPr>
        <p:spPr>
          <a:xfrm>
            <a:off x="823538" y="4622949"/>
            <a:ext cx="5205600" cy="28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99E2F745-3DB0-B0F0-78B4-7C47EAC1DFE6}"/>
              </a:ext>
            </a:extLst>
          </p:cNvPr>
          <p:cNvSpPr/>
          <p:nvPr/>
        </p:nvSpPr>
        <p:spPr>
          <a:xfrm>
            <a:off x="6142373" y="4043097"/>
            <a:ext cx="0" cy="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8514F46-D07C-8F1A-3BC4-8059043A859E}"/>
              </a:ext>
            </a:extLst>
          </p:cNvPr>
          <p:cNvGrpSpPr/>
          <p:nvPr/>
        </p:nvGrpSpPr>
        <p:grpSpPr>
          <a:xfrm>
            <a:off x="823538" y="2917071"/>
            <a:ext cx="5207158" cy="360000"/>
            <a:chOff x="2128011" y="9358507"/>
            <a:chExt cx="7521451" cy="540000"/>
          </a:xfrm>
        </p:grpSpPr>
        <p:pic>
          <p:nvPicPr>
            <p:cNvPr id="7" name="图片 6" descr="矩形&#10;&#10;AI 生成的内容可能不正确。">
              <a:extLst>
                <a:ext uri="{FF2B5EF4-FFF2-40B4-BE49-F238E27FC236}">
                  <a16:creationId xmlns:a16="http://schemas.microsoft.com/office/drawing/2014/main" id="{99A62B4F-6A6A-5B64-7143-476D1F5C6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8011" y="9358507"/>
              <a:ext cx="540000" cy="540000"/>
            </a:xfrm>
            <a:prstGeom prst="rect">
              <a:avLst/>
            </a:prstGeom>
          </p:spPr>
        </p:pic>
        <p:pic>
          <p:nvPicPr>
            <p:cNvPr id="14" name="图片 13" descr="矩形&#10;&#10;AI 生成的内容可能不正确。">
              <a:extLst>
                <a:ext uri="{FF2B5EF4-FFF2-40B4-BE49-F238E27FC236}">
                  <a16:creationId xmlns:a16="http://schemas.microsoft.com/office/drawing/2014/main" id="{ACD61B5F-CE55-4B1E-EEB2-D9263470D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2504" y="9358507"/>
              <a:ext cx="540000" cy="540000"/>
            </a:xfrm>
            <a:prstGeom prst="rect">
              <a:avLst/>
            </a:prstGeom>
          </p:spPr>
        </p:pic>
        <p:pic>
          <p:nvPicPr>
            <p:cNvPr id="15" name="图片 14" descr="矩形&#10;&#10;AI 生成的内容可能不正确。">
              <a:extLst>
                <a:ext uri="{FF2B5EF4-FFF2-40B4-BE49-F238E27FC236}">
                  <a16:creationId xmlns:a16="http://schemas.microsoft.com/office/drawing/2014/main" id="{DE602AC7-BA7C-5CB0-ABC3-52D040100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504" y="9358507"/>
              <a:ext cx="540000" cy="540000"/>
            </a:xfrm>
            <a:prstGeom prst="rect">
              <a:avLst/>
            </a:prstGeom>
          </p:spPr>
        </p:pic>
        <p:pic>
          <p:nvPicPr>
            <p:cNvPr id="16" name="图片 15" descr="矩形&#10;&#10;AI 生成的内容可能不正确。">
              <a:extLst>
                <a:ext uri="{FF2B5EF4-FFF2-40B4-BE49-F238E27FC236}">
                  <a16:creationId xmlns:a16="http://schemas.microsoft.com/office/drawing/2014/main" id="{70D7DCAE-F9F5-9215-0A10-144550984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6997" y="9358507"/>
              <a:ext cx="540000" cy="540000"/>
            </a:xfrm>
            <a:prstGeom prst="rect">
              <a:avLst/>
            </a:prstGeom>
          </p:spPr>
        </p:pic>
        <p:pic>
          <p:nvPicPr>
            <p:cNvPr id="17" name="图片 16" descr="矩形&#10;&#10;AI 生成的内容可能不正确。">
              <a:extLst>
                <a:ext uri="{FF2B5EF4-FFF2-40B4-BE49-F238E27FC236}">
                  <a16:creationId xmlns:a16="http://schemas.microsoft.com/office/drawing/2014/main" id="{D0A448DD-2870-F813-B9A6-C76C2A003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6997" y="9358507"/>
              <a:ext cx="540000" cy="540000"/>
            </a:xfrm>
            <a:prstGeom prst="rect">
              <a:avLst/>
            </a:prstGeom>
          </p:spPr>
        </p:pic>
        <p:pic>
          <p:nvPicPr>
            <p:cNvPr id="18" name="图片 17" descr="矩形&#10;&#10;AI 生成的内容可能不正确。">
              <a:extLst>
                <a:ext uri="{FF2B5EF4-FFF2-40B4-BE49-F238E27FC236}">
                  <a16:creationId xmlns:a16="http://schemas.microsoft.com/office/drawing/2014/main" id="{573747BB-9B4A-AC2C-1BEB-2042425BD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1490" y="9358507"/>
              <a:ext cx="540000" cy="540000"/>
            </a:xfrm>
            <a:prstGeom prst="rect">
              <a:avLst/>
            </a:prstGeom>
          </p:spPr>
        </p:pic>
        <p:pic>
          <p:nvPicPr>
            <p:cNvPr id="19" name="图片 18" descr="矩形&#10;&#10;AI 生成的内容可能不正确。">
              <a:extLst>
                <a:ext uri="{FF2B5EF4-FFF2-40B4-BE49-F238E27FC236}">
                  <a16:creationId xmlns:a16="http://schemas.microsoft.com/office/drawing/2014/main" id="{85E847F2-D09B-BF8E-D9E3-2B4D16C30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1490" y="9358507"/>
              <a:ext cx="540000" cy="540000"/>
            </a:xfrm>
            <a:prstGeom prst="rect">
              <a:avLst/>
            </a:prstGeom>
          </p:spPr>
        </p:pic>
        <p:pic>
          <p:nvPicPr>
            <p:cNvPr id="20" name="图片 19" descr="矩形&#10;&#10;AI 生成的内容可能不正确。">
              <a:extLst>
                <a:ext uri="{FF2B5EF4-FFF2-40B4-BE49-F238E27FC236}">
                  <a16:creationId xmlns:a16="http://schemas.microsoft.com/office/drawing/2014/main" id="{B2AF6741-9210-E588-DE66-BC8EDB196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5983" y="9358507"/>
              <a:ext cx="540000" cy="540000"/>
            </a:xfrm>
            <a:prstGeom prst="rect">
              <a:avLst/>
            </a:prstGeom>
          </p:spPr>
        </p:pic>
        <p:pic>
          <p:nvPicPr>
            <p:cNvPr id="21" name="图片 20" descr="矩形&#10;&#10;AI 生成的内容可能不正确。">
              <a:extLst>
                <a:ext uri="{FF2B5EF4-FFF2-40B4-BE49-F238E27FC236}">
                  <a16:creationId xmlns:a16="http://schemas.microsoft.com/office/drawing/2014/main" id="{2651C45D-FCE5-5F1D-2ABC-9A446C154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5983" y="9358507"/>
              <a:ext cx="540000" cy="540000"/>
            </a:xfrm>
            <a:prstGeom prst="rect">
              <a:avLst/>
            </a:prstGeom>
          </p:spPr>
        </p:pic>
        <p:pic>
          <p:nvPicPr>
            <p:cNvPr id="22" name="图片 21" descr="矩形&#10;&#10;AI 生成的内容可能不正确。">
              <a:extLst>
                <a:ext uri="{FF2B5EF4-FFF2-40B4-BE49-F238E27FC236}">
                  <a16:creationId xmlns:a16="http://schemas.microsoft.com/office/drawing/2014/main" id="{D0962956-C4F5-AC7D-514F-3FA3A9BAF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0476" y="9358507"/>
              <a:ext cx="540000" cy="540000"/>
            </a:xfrm>
            <a:prstGeom prst="rect">
              <a:avLst/>
            </a:prstGeom>
          </p:spPr>
        </p:pic>
        <p:pic>
          <p:nvPicPr>
            <p:cNvPr id="23" name="图片 22" descr="矩形&#10;&#10;AI 生成的内容可能不正确。">
              <a:extLst>
                <a:ext uri="{FF2B5EF4-FFF2-40B4-BE49-F238E27FC236}">
                  <a16:creationId xmlns:a16="http://schemas.microsoft.com/office/drawing/2014/main" id="{6DE05983-A387-4ACB-1205-08513ADC1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0476" y="9358507"/>
              <a:ext cx="540000" cy="540000"/>
            </a:xfrm>
            <a:prstGeom prst="rect">
              <a:avLst/>
            </a:prstGeom>
          </p:spPr>
        </p:pic>
        <p:pic>
          <p:nvPicPr>
            <p:cNvPr id="24" name="图片 23" descr="矩形&#10;&#10;AI 生成的内容可能不正确。">
              <a:extLst>
                <a:ext uri="{FF2B5EF4-FFF2-40B4-BE49-F238E27FC236}">
                  <a16:creationId xmlns:a16="http://schemas.microsoft.com/office/drawing/2014/main" id="{66806E3A-C83B-F82F-D5AE-E346D48A9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4969" y="9358507"/>
              <a:ext cx="540000" cy="540000"/>
            </a:xfrm>
            <a:prstGeom prst="rect">
              <a:avLst/>
            </a:prstGeom>
          </p:spPr>
        </p:pic>
        <p:pic>
          <p:nvPicPr>
            <p:cNvPr id="25" name="图片 24" descr="矩形&#10;&#10;AI 生成的内容可能不正确。">
              <a:extLst>
                <a:ext uri="{FF2B5EF4-FFF2-40B4-BE49-F238E27FC236}">
                  <a16:creationId xmlns:a16="http://schemas.microsoft.com/office/drawing/2014/main" id="{8E44DC8A-103A-022C-910D-016DD39F7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4969" y="9358507"/>
              <a:ext cx="540000" cy="540000"/>
            </a:xfrm>
            <a:prstGeom prst="rect">
              <a:avLst/>
            </a:prstGeom>
          </p:spPr>
        </p:pic>
        <p:pic>
          <p:nvPicPr>
            <p:cNvPr id="27" name="图片 26" descr="矩形&#10;&#10;AI 生成的内容可能不正确。">
              <a:extLst>
                <a:ext uri="{FF2B5EF4-FFF2-40B4-BE49-F238E27FC236}">
                  <a16:creationId xmlns:a16="http://schemas.microsoft.com/office/drawing/2014/main" id="{147D479C-47D3-138C-EAFB-D95497288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9462" y="9358507"/>
              <a:ext cx="540000" cy="540000"/>
            </a:xfrm>
            <a:prstGeom prst="rect">
              <a:avLst/>
            </a:prstGeom>
          </p:spPr>
        </p:pic>
      </p:grpSp>
      <p:pic>
        <p:nvPicPr>
          <p:cNvPr id="37" name="图片 36" descr="文本&#10;&#10;AI 生成的内容可能不正确。">
            <a:extLst>
              <a:ext uri="{FF2B5EF4-FFF2-40B4-BE49-F238E27FC236}">
                <a16:creationId xmlns:a16="http://schemas.microsoft.com/office/drawing/2014/main" id="{208EEFB5-0883-0972-3BE9-7AC585AFAA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81" y="2711224"/>
            <a:ext cx="360000" cy="360000"/>
          </a:xfrm>
          <a:prstGeom prst="rect">
            <a:avLst/>
          </a:prstGeom>
        </p:spPr>
      </p:pic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744BFB39-1C75-E402-DC9F-880836D68030}"/>
              </a:ext>
            </a:extLst>
          </p:cNvPr>
          <p:cNvCxnSpPr>
            <a:cxnSpLocks/>
            <a:stCxn id="37" idx="1"/>
            <a:endCxn id="162" idx="1"/>
          </p:cNvCxnSpPr>
          <p:nvPr/>
        </p:nvCxnSpPr>
        <p:spPr>
          <a:xfrm rot="10800000" flipH="1" flipV="1">
            <a:off x="1096781" y="2891224"/>
            <a:ext cx="78080" cy="1937368"/>
          </a:xfrm>
          <a:prstGeom prst="bentConnector3">
            <a:avLst>
              <a:gd name="adj1" fmla="val -292777"/>
            </a:avLst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图片 44" descr="图标&#10;&#10;AI 生成的内容可能不正确。">
            <a:extLst>
              <a:ext uri="{FF2B5EF4-FFF2-40B4-BE49-F238E27FC236}">
                <a16:creationId xmlns:a16="http://schemas.microsoft.com/office/drawing/2014/main" id="{207E4714-3993-4F67-4FA7-EEF299B2AC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75" y="3735363"/>
            <a:ext cx="360000" cy="360000"/>
          </a:xfrm>
          <a:prstGeom prst="rect">
            <a:avLst/>
          </a:prstGeom>
        </p:spPr>
      </p:pic>
      <p:pic>
        <p:nvPicPr>
          <p:cNvPr id="58" name="图片 57" descr="图标&#10;&#10;AI 生成的内容可能不正确。">
            <a:extLst>
              <a:ext uri="{FF2B5EF4-FFF2-40B4-BE49-F238E27FC236}">
                <a16:creationId xmlns:a16="http://schemas.microsoft.com/office/drawing/2014/main" id="{6F1439FD-4B97-74F4-B223-CB6F94624E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7617" b="91602" l="9961" r="89844">
                        <a14:foregroundMark x1="35547" y1="91602" x2="79688" y2="91016"/>
                        <a14:foregroundMark x1="34375" y1="8203" x2="41992" y2="76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653514" y="3145494"/>
            <a:ext cx="448615" cy="448615"/>
          </a:xfrm>
          <a:prstGeom prst="rect">
            <a:avLst/>
          </a:prstGeom>
        </p:spPr>
      </p:pic>
      <p:pic>
        <p:nvPicPr>
          <p:cNvPr id="62" name="图片 61" descr="建筑的设计&#10;&#10;AI 生成的内容可能不正确。">
            <a:extLst>
              <a:ext uri="{FF2B5EF4-FFF2-40B4-BE49-F238E27FC236}">
                <a16:creationId xmlns:a16="http://schemas.microsoft.com/office/drawing/2014/main" id="{C2B4BCAB-035B-5C3E-CBE5-EFF590426D2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006" y="3735881"/>
            <a:ext cx="360000" cy="360000"/>
          </a:xfrm>
          <a:prstGeom prst="rect">
            <a:avLst/>
          </a:prstGeom>
        </p:spPr>
      </p:pic>
      <p:pic>
        <p:nvPicPr>
          <p:cNvPr id="67" name="图片 66" descr="图标&#10;&#10;AI 生成的内容可能不正确。">
            <a:extLst>
              <a:ext uri="{FF2B5EF4-FFF2-40B4-BE49-F238E27FC236}">
                <a16:creationId xmlns:a16="http://schemas.microsoft.com/office/drawing/2014/main" id="{66156E61-BC5B-0CF8-4569-30509B019024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639" y="3771612"/>
            <a:ext cx="288000" cy="288000"/>
          </a:xfrm>
          <a:prstGeom prst="rect">
            <a:avLst/>
          </a:prstGeom>
        </p:spPr>
      </p:pic>
      <p:pic>
        <p:nvPicPr>
          <p:cNvPr id="77" name="图片 76" descr="图标&#10;&#10;AI 生成的内容可能不正确。">
            <a:extLst>
              <a:ext uri="{FF2B5EF4-FFF2-40B4-BE49-F238E27FC236}">
                <a16:creationId xmlns:a16="http://schemas.microsoft.com/office/drawing/2014/main" id="{03D7CD0C-9310-1047-4B3E-C72DDBF3114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7" t="19121" r="7765" b="19638"/>
          <a:stretch>
            <a:fillRect/>
          </a:stretch>
        </p:blipFill>
        <p:spPr>
          <a:xfrm>
            <a:off x="1641310" y="3266802"/>
            <a:ext cx="448615" cy="335789"/>
          </a:xfrm>
          <a:prstGeom prst="rect">
            <a:avLst/>
          </a:prstGeom>
        </p:spPr>
      </p:pic>
      <p:pic>
        <p:nvPicPr>
          <p:cNvPr id="129" name="图片 128" descr="徽标&#10;&#10;AI 生成的内容可能不正确。">
            <a:extLst>
              <a:ext uri="{FF2B5EF4-FFF2-40B4-BE49-F238E27FC236}">
                <a16:creationId xmlns:a16="http://schemas.microsoft.com/office/drawing/2014/main" id="{798AD24C-4624-F7C2-E1CA-5581E324F2C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032" y="4194027"/>
            <a:ext cx="288000" cy="288000"/>
          </a:xfrm>
          <a:prstGeom prst="rect">
            <a:avLst/>
          </a:prstGeom>
        </p:spPr>
      </p:pic>
      <p:pic>
        <p:nvPicPr>
          <p:cNvPr id="138" name="图片 137" descr="图标&#10;&#10;AI 生成的内容可能不正确。">
            <a:extLst>
              <a:ext uri="{FF2B5EF4-FFF2-40B4-BE49-F238E27FC236}">
                <a16:creationId xmlns:a16="http://schemas.microsoft.com/office/drawing/2014/main" id="{89C136EF-075A-3234-9212-2F22669770F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195" y="4039986"/>
            <a:ext cx="216000" cy="216000"/>
          </a:xfrm>
          <a:prstGeom prst="rect">
            <a:avLst/>
          </a:prstGeom>
        </p:spPr>
      </p:pic>
      <p:sp>
        <p:nvSpPr>
          <p:cNvPr id="158" name="圆柱体 157">
            <a:extLst>
              <a:ext uri="{FF2B5EF4-FFF2-40B4-BE49-F238E27FC236}">
                <a16:creationId xmlns:a16="http://schemas.microsoft.com/office/drawing/2014/main" id="{EECA6A52-3300-5389-890B-7E5B1C2EA3DE}"/>
              </a:ext>
            </a:extLst>
          </p:cNvPr>
          <p:cNvSpPr/>
          <p:nvPr/>
        </p:nvSpPr>
        <p:spPr>
          <a:xfrm>
            <a:off x="1193980" y="4629698"/>
            <a:ext cx="36000" cy="180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E0A47F59-E22F-F3B7-B7AC-CF6BDB4437FC}"/>
              </a:ext>
            </a:extLst>
          </p:cNvPr>
          <p:cNvSpPr/>
          <p:nvPr/>
        </p:nvSpPr>
        <p:spPr>
          <a:xfrm>
            <a:off x="1174861" y="4792592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176" name="直接箭头连接符 101">
            <a:extLst>
              <a:ext uri="{FF2B5EF4-FFF2-40B4-BE49-F238E27FC236}">
                <a16:creationId xmlns:a16="http://schemas.microsoft.com/office/drawing/2014/main" id="{1114508E-1FF1-1D7E-D3D8-80B0D10848D0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865878" y="3915363"/>
            <a:ext cx="194797" cy="0"/>
          </a:xfrm>
          <a:prstGeom prst="straightConnector1">
            <a:avLst/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CBE79EF6-8AE1-E690-BCC0-40141384A82D}"/>
              </a:ext>
            </a:extLst>
          </p:cNvPr>
          <p:cNvCxnSpPr>
            <a:cxnSpLocks/>
            <a:stCxn id="45" idx="3"/>
            <a:endCxn id="62" idx="1"/>
          </p:cNvCxnSpPr>
          <p:nvPr/>
        </p:nvCxnSpPr>
        <p:spPr>
          <a:xfrm>
            <a:off x="1420675" y="3915363"/>
            <a:ext cx="1337331" cy="518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文本框 250">
            <a:extLst>
              <a:ext uri="{FF2B5EF4-FFF2-40B4-BE49-F238E27FC236}">
                <a16:creationId xmlns:a16="http://schemas.microsoft.com/office/drawing/2014/main" id="{26BDD872-7995-B11D-37E0-A836CF52D1A4}"/>
              </a:ext>
            </a:extLst>
          </p:cNvPr>
          <p:cNvSpPr txBox="1"/>
          <p:nvPr/>
        </p:nvSpPr>
        <p:spPr>
          <a:xfrm>
            <a:off x="3049995" y="3944440"/>
            <a:ext cx="5097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network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4DE7537E-0A0F-0D7D-5C52-0E0E1972EC2B}"/>
              </a:ext>
            </a:extLst>
          </p:cNvPr>
          <p:cNvCxnSpPr>
            <a:cxnSpLocks/>
            <a:stCxn id="62" idx="3"/>
            <a:endCxn id="67" idx="1"/>
          </p:cNvCxnSpPr>
          <p:nvPr/>
        </p:nvCxnSpPr>
        <p:spPr>
          <a:xfrm flipV="1">
            <a:off x="3118006" y="3915612"/>
            <a:ext cx="356633" cy="269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图片 56" descr="图标&#10;&#10;AI 生成的内容可能不正确。">
            <a:extLst>
              <a:ext uri="{FF2B5EF4-FFF2-40B4-BE49-F238E27FC236}">
                <a16:creationId xmlns:a16="http://schemas.microsoft.com/office/drawing/2014/main" id="{2CBF6D31-82BF-5BE1-16D3-CD1CF08111C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9961" b="99805" l="4297" r="99219">
                        <a14:foregroundMark x1="37891" y1="53906" x2="12695" y2="72461"/>
                        <a14:foregroundMark x1="10156" y1="97266" x2="93359" y2="97266"/>
                        <a14:foregroundMark x1="6055" y1="95117" x2="8594" y2="95117"/>
                        <a14:foregroundMark x1="4297" y1="95117" x2="10156" y2="99805"/>
                        <a14:foregroundMark x1="95898" y1="53516" x2="94141" y2="57227"/>
                        <a14:foregroundMark x1="99219" y1="53906" x2="99219" y2="539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4839"/>
          <a:stretch>
            <a:fillRect/>
          </a:stretch>
        </p:blipFill>
        <p:spPr>
          <a:xfrm>
            <a:off x="2614745" y="3326243"/>
            <a:ext cx="360000" cy="198582"/>
          </a:xfrm>
          <a:prstGeom prst="rect">
            <a:avLst/>
          </a:prstGeom>
        </p:spPr>
      </p:pic>
      <p:cxnSp>
        <p:nvCxnSpPr>
          <p:cNvPr id="86" name="直接箭头连接符 49">
            <a:extLst>
              <a:ext uri="{FF2B5EF4-FFF2-40B4-BE49-F238E27FC236}">
                <a16:creationId xmlns:a16="http://schemas.microsoft.com/office/drawing/2014/main" id="{8BAF030D-D0B9-A16B-B71D-D778B5EF5A57}"/>
              </a:ext>
            </a:extLst>
          </p:cNvPr>
          <p:cNvCxnSpPr>
            <a:cxnSpLocks/>
          </p:cNvCxnSpPr>
          <p:nvPr/>
        </p:nvCxnSpPr>
        <p:spPr>
          <a:xfrm flipH="1">
            <a:off x="2339724" y="3068810"/>
            <a:ext cx="5245" cy="844421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图片 95" descr="图标&#10;&#10;AI 生成的内容可能不正确。">
            <a:extLst>
              <a:ext uri="{FF2B5EF4-FFF2-40B4-BE49-F238E27FC236}">
                <a16:creationId xmlns:a16="http://schemas.microsoft.com/office/drawing/2014/main" id="{2303931A-78F1-3169-B2F2-27E6CF0FB21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9961" b="99805" l="4297" r="99219">
                        <a14:foregroundMark x1="37891" y1="53906" x2="12695" y2="72461"/>
                        <a14:foregroundMark x1="10156" y1="97266" x2="93359" y2="97266"/>
                        <a14:foregroundMark x1="6055" y1="95117" x2="8594" y2="95117"/>
                        <a14:foregroundMark x1="4297" y1="95117" x2="10156" y2="99805"/>
                        <a14:foregroundMark x1="95898" y1="53516" x2="94141" y2="57227"/>
                        <a14:foregroundMark x1="99219" y1="53906" x2="99219" y2="539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4839"/>
          <a:stretch>
            <a:fillRect/>
          </a:stretch>
        </p:blipFill>
        <p:spPr>
          <a:xfrm>
            <a:off x="2969740" y="3326243"/>
            <a:ext cx="360000" cy="198582"/>
          </a:xfrm>
          <a:prstGeom prst="rect">
            <a:avLst/>
          </a:prstGeom>
        </p:spPr>
      </p:pic>
      <p:sp>
        <p:nvSpPr>
          <p:cNvPr id="202" name="文本框 201">
            <a:extLst>
              <a:ext uri="{FF2B5EF4-FFF2-40B4-BE49-F238E27FC236}">
                <a16:creationId xmlns:a16="http://schemas.microsoft.com/office/drawing/2014/main" id="{11D32ED3-5C19-5617-235B-A61C4C40BEF7}"/>
              </a:ext>
            </a:extLst>
          </p:cNvPr>
          <p:cNvSpPr txBox="1"/>
          <p:nvPr/>
        </p:nvSpPr>
        <p:spPr>
          <a:xfrm>
            <a:off x="2733778" y="3165644"/>
            <a:ext cx="54053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Solar farm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E6262E1F-03C9-B0C4-5E6F-0F3FBF936A5D}"/>
              </a:ext>
            </a:extLst>
          </p:cNvPr>
          <p:cNvCxnSpPr>
            <a:cxnSpLocks/>
            <a:stCxn id="138" idx="2"/>
            <a:endCxn id="129" idx="1"/>
          </p:cNvCxnSpPr>
          <p:nvPr/>
        </p:nvCxnSpPr>
        <p:spPr>
          <a:xfrm rot="16200000" flipH="1">
            <a:off x="4323093" y="3999087"/>
            <a:ext cx="82041" cy="595837"/>
          </a:xfrm>
          <a:prstGeom prst="bentConnector2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1ABD6A45-3A32-5D90-C104-C5B1264EDE5E}"/>
              </a:ext>
            </a:extLst>
          </p:cNvPr>
          <p:cNvCxnSpPr>
            <a:cxnSpLocks/>
            <a:endCxn id="138" idx="0"/>
          </p:cNvCxnSpPr>
          <p:nvPr/>
        </p:nvCxnSpPr>
        <p:spPr>
          <a:xfrm>
            <a:off x="4066195" y="3917995"/>
            <a:ext cx="0" cy="121991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圆柱体 247">
            <a:extLst>
              <a:ext uri="{FF2B5EF4-FFF2-40B4-BE49-F238E27FC236}">
                <a16:creationId xmlns:a16="http://schemas.microsoft.com/office/drawing/2014/main" id="{FC4A8C8E-C3E2-3A34-D330-848FB5BAEE8C}"/>
              </a:ext>
            </a:extLst>
          </p:cNvPr>
          <p:cNvSpPr/>
          <p:nvPr/>
        </p:nvSpPr>
        <p:spPr>
          <a:xfrm>
            <a:off x="5566727" y="4629698"/>
            <a:ext cx="36000" cy="180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CE5211BB-2F77-461D-788C-868154C2BF47}"/>
              </a:ext>
            </a:extLst>
          </p:cNvPr>
          <p:cNvSpPr/>
          <p:nvPr/>
        </p:nvSpPr>
        <p:spPr>
          <a:xfrm>
            <a:off x="5547608" y="4792592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B6AFF67-B0F7-0AF8-620B-36FEE43002EF}"/>
              </a:ext>
            </a:extLst>
          </p:cNvPr>
          <p:cNvSpPr txBox="1"/>
          <p:nvPr/>
        </p:nvSpPr>
        <p:spPr>
          <a:xfrm>
            <a:off x="933677" y="4069954"/>
            <a:ext cx="58060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Natural gas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ED9AD9B-713C-3D54-2C70-D9ED885F76F3}"/>
              </a:ext>
            </a:extLst>
          </p:cNvPr>
          <p:cNvSpPr txBox="1"/>
          <p:nvPr/>
        </p:nvSpPr>
        <p:spPr>
          <a:xfrm>
            <a:off x="1158969" y="3345352"/>
            <a:ext cx="468000" cy="144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Hydropower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41C95FF-7C13-D9B9-993B-9340F30F2B4F}"/>
              </a:ext>
            </a:extLst>
          </p:cNvPr>
          <p:cNvSpPr txBox="1"/>
          <p:nvPr/>
        </p:nvSpPr>
        <p:spPr>
          <a:xfrm>
            <a:off x="4494235" y="4450158"/>
            <a:ext cx="59657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District heat</a:t>
            </a:r>
            <a:endParaRPr lang="en-GB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FDED5D2-704E-3CCB-1586-B2B6FB169ED9}"/>
              </a:ext>
            </a:extLst>
          </p:cNvPr>
          <p:cNvSpPr txBox="1"/>
          <p:nvPr/>
        </p:nvSpPr>
        <p:spPr>
          <a:xfrm>
            <a:off x="4078704" y="4047347"/>
            <a:ext cx="58372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Heat pump</a:t>
            </a:r>
            <a:endParaRPr lang="en-GB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FB11531-E72C-B9DD-AE0E-BC3DB51FB199}"/>
              </a:ext>
            </a:extLst>
          </p:cNvPr>
          <p:cNvSpPr/>
          <p:nvPr/>
        </p:nvSpPr>
        <p:spPr>
          <a:xfrm>
            <a:off x="4838921" y="3535054"/>
            <a:ext cx="1188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4EC0CC2-3506-E9F9-3A7C-FC32718E56D7}"/>
              </a:ext>
            </a:extLst>
          </p:cNvPr>
          <p:cNvCxnSpPr>
            <a:cxnSpLocks/>
            <a:stCxn id="52" idx="1"/>
            <a:endCxn id="52" idx="3"/>
          </p:cNvCxnSpPr>
          <p:nvPr/>
        </p:nvCxnSpPr>
        <p:spPr>
          <a:xfrm>
            <a:off x="4838921" y="3571054"/>
            <a:ext cx="118800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图片 55" descr="图标&#10;&#10;AI 生成的内容可能不正确。">
            <a:extLst>
              <a:ext uri="{FF2B5EF4-FFF2-40B4-BE49-F238E27FC236}">
                <a16:creationId xmlns:a16="http://schemas.microsoft.com/office/drawing/2014/main" id="{A839B22C-B607-4192-7239-0640E92BEC5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743075" y="3394878"/>
            <a:ext cx="216000" cy="145046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8C3203E9-42E9-55EE-CB83-642224E68FA7}"/>
              </a:ext>
            </a:extLst>
          </p:cNvPr>
          <p:cNvSpPr txBox="1"/>
          <p:nvPr/>
        </p:nvSpPr>
        <p:spPr>
          <a:xfrm>
            <a:off x="5184583" y="3212496"/>
            <a:ext cx="74892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Charging station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CAEC1296-E298-2C44-0724-BB0CF861A7E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" t="4449" r="4023" b="3329"/>
          <a:stretch>
            <a:fillRect/>
          </a:stretch>
        </p:blipFill>
        <p:spPr>
          <a:xfrm>
            <a:off x="5595740" y="3833900"/>
            <a:ext cx="216000" cy="213447"/>
          </a:xfrm>
          <a:prstGeom prst="rect">
            <a:avLst/>
          </a:prstGeom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4E0A1D21-97F4-A730-9793-690B2650B937}"/>
              </a:ext>
            </a:extLst>
          </p:cNvPr>
          <p:cNvSpPr/>
          <p:nvPr/>
        </p:nvSpPr>
        <p:spPr>
          <a:xfrm rot="5400000">
            <a:off x="4515036" y="3787337"/>
            <a:ext cx="576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E3201768-987D-AB8A-3AD8-303C8E0CB39F}"/>
              </a:ext>
            </a:extLst>
          </p:cNvPr>
          <p:cNvSpPr/>
          <p:nvPr/>
        </p:nvSpPr>
        <p:spPr>
          <a:xfrm>
            <a:off x="4838921" y="4039240"/>
            <a:ext cx="1188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9C58AA2C-BBC4-B9D4-567F-5265897AC1AC}"/>
              </a:ext>
            </a:extLst>
          </p:cNvPr>
          <p:cNvCxnSpPr>
            <a:cxnSpLocks/>
            <a:stCxn id="94" idx="1"/>
            <a:endCxn id="94" idx="3"/>
          </p:cNvCxnSpPr>
          <p:nvPr/>
        </p:nvCxnSpPr>
        <p:spPr>
          <a:xfrm>
            <a:off x="4838921" y="4075240"/>
            <a:ext cx="118800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D80CB506-2ABE-66A7-C1BB-5CFD91264C8A}"/>
              </a:ext>
            </a:extLst>
          </p:cNvPr>
          <p:cNvCxnSpPr>
            <a:cxnSpLocks/>
          </p:cNvCxnSpPr>
          <p:nvPr/>
        </p:nvCxnSpPr>
        <p:spPr>
          <a:xfrm flipV="1">
            <a:off x="4803036" y="3568679"/>
            <a:ext cx="0" cy="50400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101">
            <a:extLst>
              <a:ext uri="{FF2B5EF4-FFF2-40B4-BE49-F238E27FC236}">
                <a16:creationId xmlns:a16="http://schemas.microsoft.com/office/drawing/2014/main" id="{DB111FF3-8683-3A73-CA12-6D506AE1ADA3}"/>
              </a:ext>
            </a:extLst>
          </p:cNvPr>
          <p:cNvCxnSpPr>
            <a:cxnSpLocks/>
            <a:stCxn id="249" idx="3"/>
            <a:endCxn id="78" idx="3"/>
          </p:cNvCxnSpPr>
          <p:nvPr/>
        </p:nvCxnSpPr>
        <p:spPr>
          <a:xfrm flipV="1">
            <a:off x="5619608" y="3940624"/>
            <a:ext cx="192132" cy="887968"/>
          </a:xfrm>
          <a:prstGeom prst="bentConnector3">
            <a:avLst>
              <a:gd name="adj1" fmla="val 190063"/>
            </a:avLst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C3EAE56F-623D-0CD7-3542-2090C18670AA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2344488" y="3425534"/>
            <a:ext cx="270257" cy="0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49">
            <a:extLst>
              <a:ext uri="{FF2B5EF4-FFF2-40B4-BE49-F238E27FC236}">
                <a16:creationId xmlns:a16="http://schemas.microsoft.com/office/drawing/2014/main" id="{6F33388B-0029-12BD-2F73-73CAD254812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60532" y="2852373"/>
            <a:ext cx="874" cy="432000"/>
          </a:xfrm>
          <a:prstGeom prst="bentConnector3">
            <a:avLst>
              <a:gd name="adj1" fmla="val -4722540"/>
            </a:avLst>
          </a:prstGeom>
          <a:ln w="6350" cap="rnd">
            <a:solidFill>
              <a:schemeClr val="accent1"/>
            </a:solidFill>
            <a:bevel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9" name="图片 178" descr="图标&#10;&#10;AI 生成的内容可能不正确。">
            <a:extLst>
              <a:ext uri="{FF2B5EF4-FFF2-40B4-BE49-F238E27FC236}">
                <a16:creationId xmlns:a16="http://schemas.microsoft.com/office/drawing/2014/main" id="{318167B6-D572-5910-88B2-21D517A4272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459197" y="3395158"/>
            <a:ext cx="216000" cy="145046"/>
          </a:xfrm>
          <a:prstGeom prst="rect">
            <a:avLst/>
          </a:prstGeom>
        </p:spPr>
      </p:pic>
      <p:pic>
        <p:nvPicPr>
          <p:cNvPr id="222" name="图片 221" descr="图标&#10;&#10;AI 生成的内容可能不正确。">
            <a:extLst>
              <a:ext uri="{FF2B5EF4-FFF2-40B4-BE49-F238E27FC236}">
                <a16:creationId xmlns:a16="http://schemas.microsoft.com/office/drawing/2014/main" id="{6FF6BE36-872E-D7B1-2150-0CE9C09B96F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851" y="3823738"/>
            <a:ext cx="216000" cy="216000"/>
          </a:xfrm>
          <a:prstGeom prst="rect">
            <a:avLst/>
          </a:prstGeom>
        </p:spPr>
      </p:pic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AA175D98-97E0-8C5A-E647-8CE403FAD806}"/>
              </a:ext>
            </a:extLst>
          </p:cNvPr>
          <p:cNvCxnSpPr>
            <a:cxnSpLocks/>
            <a:stCxn id="343" idx="0"/>
          </p:cNvCxnSpPr>
          <p:nvPr/>
        </p:nvCxnSpPr>
        <p:spPr>
          <a:xfrm flipV="1">
            <a:off x="5132136" y="3705022"/>
            <a:ext cx="0" cy="132251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79CA67EC-C30F-0189-E07E-3FD1D66DDE8D}"/>
              </a:ext>
            </a:extLst>
          </p:cNvPr>
          <p:cNvSpPr txBox="1"/>
          <p:nvPr/>
        </p:nvSpPr>
        <p:spPr>
          <a:xfrm>
            <a:off x="5326886" y="4347144"/>
            <a:ext cx="49885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End-user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008889C1-268C-327E-4E36-E2C1A58822CD}"/>
              </a:ext>
            </a:extLst>
          </p:cNvPr>
          <p:cNvCxnSpPr>
            <a:cxnSpLocks/>
            <a:stCxn id="129" idx="3"/>
            <a:endCxn id="78" idx="2"/>
          </p:cNvCxnSpPr>
          <p:nvPr/>
        </p:nvCxnSpPr>
        <p:spPr>
          <a:xfrm flipV="1">
            <a:off x="4950032" y="4047347"/>
            <a:ext cx="753708" cy="290680"/>
          </a:xfrm>
          <a:prstGeom prst="bentConnector2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61997954-F03B-E723-3B53-48E7AD72C42C}"/>
              </a:ext>
            </a:extLst>
          </p:cNvPr>
          <p:cNvCxnSpPr>
            <a:cxnSpLocks/>
            <a:endCxn id="222" idx="2"/>
          </p:cNvCxnSpPr>
          <p:nvPr/>
        </p:nvCxnSpPr>
        <p:spPr>
          <a:xfrm flipV="1">
            <a:off x="5412851" y="4039738"/>
            <a:ext cx="0" cy="298288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直接箭头连接符 300">
            <a:extLst>
              <a:ext uri="{FF2B5EF4-FFF2-40B4-BE49-F238E27FC236}">
                <a16:creationId xmlns:a16="http://schemas.microsoft.com/office/drawing/2014/main" id="{409F4D4F-FD44-C5AE-012D-1F3821568B9C}"/>
              </a:ext>
            </a:extLst>
          </p:cNvPr>
          <p:cNvCxnSpPr>
            <a:cxnSpLocks/>
          </p:cNvCxnSpPr>
          <p:nvPr/>
        </p:nvCxnSpPr>
        <p:spPr>
          <a:xfrm>
            <a:off x="1865618" y="3574016"/>
            <a:ext cx="0" cy="339215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3" name="图片 342" descr="图标&#10;&#10;AI 生成的内容可能不正确。">
            <a:extLst>
              <a:ext uri="{FF2B5EF4-FFF2-40B4-BE49-F238E27FC236}">
                <a16:creationId xmlns:a16="http://schemas.microsoft.com/office/drawing/2014/main" id="{C246F969-A73A-08AB-489E-559D39F9726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36" y="3837273"/>
            <a:ext cx="216000" cy="216000"/>
          </a:xfrm>
          <a:prstGeom prst="rect">
            <a:avLst/>
          </a:prstGeom>
        </p:spPr>
      </p:pic>
      <p:cxnSp>
        <p:nvCxnSpPr>
          <p:cNvPr id="352" name="直接箭头连接符 351">
            <a:extLst>
              <a:ext uri="{FF2B5EF4-FFF2-40B4-BE49-F238E27FC236}">
                <a16:creationId xmlns:a16="http://schemas.microsoft.com/office/drawing/2014/main" id="{AACFE66E-3E2E-1F9E-7BF9-75E92BFCC5C2}"/>
              </a:ext>
            </a:extLst>
          </p:cNvPr>
          <p:cNvCxnSpPr>
            <a:cxnSpLocks/>
            <a:endCxn id="343" idx="2"/>
          </p:cNvCxnSpPr>
          <p:nvPr/>
        </p:nvCxnSpPr>
        <p:spPr>
          <a:xfrm flipV="1">
            <a:off x="5132136" y="4053273"/>
            <a:ext cx="0" cy="284753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图片 67" descr="图标&#10;&#10;AI 生成的内容可能不正确。">
            <a:extLst>
              <a:ext uri="{FF2B5EF4-FFF2-40B4-BE49-F238E27FC236}">
                <a16:creationId xmlns:a16="http://schemas.microsoft.com/office/drawing/2014/main" id="{3BD5B446-A3BF-3B03-BE96-96574D4024A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9961" b="89844" l="7422" r="91992">
                        <a14:foregroundMark x1="8203" y1="42188" x2="7422" y2="52148"/>
                        <a14:foregroundMark x1="7422" y1="52148" x2="7813" y2="53711"/>
                        <a14:foregroundMark x1="91602" y1="33789" x2="91992" y2="51953"/>
                        <a14:backgroundMark x1="13281" y1="74609" x2="67773" y2="75977"/>
                        <a14:backgroundMark x1="67773" y1="75977" x2="89844" y2="75195"/>
                        <a14:backgroundMark x1="8398" y1="69336" x2="34570" y2="70508"/>
                        <a14:backgroundMark x1="34570" y1="70508" x2="42773" y2="66992"/>
                        <a14:backgroundMark x1="50000" y1="69141" x2="66406" y2="69336"/>
                        <a14:backgroundMark x1="66406" y1="69336" x2="79297" y2="68555"/>
                        <a14:backgroundMark x1="79297" y1="68555" x2="88867" y2="68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661" b="29092"/>
          <a:stretch>
            <a:fillRect/>
          </a:stretch>
        </p:blipFill>
        <p:spPr>
          <a:xfrm>
            <a:off x="4860908" y="3457889"/>
            <a:ext cx="216000" cy="110693"/>
          </a:xfrm>
          <a:prstGeom prst="rect">
            <a:avLst/>
          </a:prstGeom>
        </p:spPr>
      </p:pic>
      <p:pic>
        <p:nvPicPr>
          <p:cNvPr id="6" name="图片 5" descr="图片包含 形状&#10;&#10;AI 生成的内容可能不正确。">
            <a:extLst>
              <a:ext uri="{FF2B5EF4-FFF2-40B4-BE49-F238E27FC236}">
                <a16:creationId xmlns:a16="http://schemas.microsoft.com/office/drawing/2014/main" id="{EBA60D14-887D-BD74-82DB-B2388B40BFA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493" y="4159388"/>
            <a:ext cx="288000" cy="288000"/>
          </a:xfrm>
          <a:prstGeom prst="rect">
            <a:avLst/>
          </a:prstGeom>
        </p:spPr>
      </p:pic>
      <p:cxnSp>
        <p:nvCxnSpPr>
          <p:cNvPr id="9" name="直接箭头连接符 101">
            <a:extLst>
              <a:ext uri="{FF2B5EF4-FFF2-40B4-BE49-F238E27FC236}">
                <a16:creationId xmlns:a16="http://schemas.microsoft.com/office/drawing/2014/main" id="{75B54203-1EFA-B0B7-C53F-02D705BE99D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1763493" y="4447388"/>
            <a:ext cx="1052" cy="148879"/>
          </a:xfrm>
          <a:prstGeom prst="straightConnector1">
            <a:avLst/>
          </a:prstGeom>
          <a:ln w="6350">
            <a:solidFill>
              <a:schemeClr val="accent3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79433C9-69C6-6134-8BAC-A62B0E28E0EB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763493" y="3917415"/>
            <a:ext cx="0" cy="241973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56D9073-2168-350A-A543-65D92E6C1FBA}"/>
              </a:ext>
            </a:extLst>
          </p:cNvPr>
          <p:cNvSpPr txBox="1"/>
          <p:nvPr/>
        </p:nvSpPr>
        <p:spPr>
          <a:xfrm>
            <a:off x="1847013" y="4215060"/>
            <a:ext cx="74411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Green hydrogen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图片 47" descr="黑暗的风车&#10;&#10;AI 生成的内容可能不正确。">
            <a:extLst>
              <a:ext uri="{FF2B5EF4-FFF2-40B4-BE49-F238E27FC236}">
                <a16:creationId xmlns:a16="http://schemas.microsoft.com/office/drawing/2014/main" id="{073B658B-DF1E-1A31-B7C5-1CE6B2F70BA2}"/>
              </a:ext>
            </a:extLst>
          </p:cNvPr>
          <p:cNvPicPr>
            <a:picLocks noChangeAspect="1"/>
          </p:cNvPicPr>
          <p:nvPr/>
        </p:nvPicPr>
        <p:blipFill>
          <a:blip r:embed="rId2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2150100" y="2637300"/>
            <a:ext cx="432000" cy="452219"/>
          </a:xfrm>
          <a:prstGeom prst="rect">
            <a:avLst/>
          </a:prstGeom>
        </p:spPr>
      </p:pic>
      <p:pic>
        <p:nvPicPr>
          <p:cNvPr id="49" name="图片 48" descr="黑暗的风车&#10;&#10;AI 生成的内容可能不正确。">
            <a:extLst>
              <a:ext uri="{FF2B5EF4-FFF2-40B4-BE49-F238E27FC236}">
                <a16:creationId xmlns:a16="http://schemas.microsoft.com/office/drawing/2014/main" id="{3C67A403-7049-C6D7-FFFC-38EAF62C1AB1}"/>
              </a:ext>
            </a:extLst>
          </p:cNvPr>
          <p:cNvPicPr>
            <a:picLocks noChangeAspect="1"/>
          </p:cNvPicPr>
          <p:nvPr/>
        </p:nvPicPr>
        <p:blipFill>
          <a:blip r:embed="rId2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2582100" y="2636426"/>
            <a:ext cx="432000" cy="452219"/>
          </a:xfrm>
          <a:prstGeom prst="rect">
            <a:avLst/>
          </a:prstGeom>
        </p:spPr>
      </p:pic>
      <p:sp>
        <p:nvSpPr>
          <p:cNvPr id="156" name="圆柱体 155">
            <a:extLst>
              <a:ext uri="{FF2B5EF4-FFF2-40B4-BE49-F238E27FC236}">
                <a16:creationId xmlns:a16="http://schemas.microsoft.com/office/drawing/2014/main" id="{71581B22-6769-2A0A-1C5F-33BD85327F4D}"/>
              </a:ext>
            </a:extLst>
          </p:cNvPr>
          <p:cNvSpPr/>
          <p:nvPr/>
        </p:nvSpPr>
        <p:spPr>
          <a:xfrm rot="16200000">
            <a:off x="3383981" y="2650883"/>
            <a:ext cx="36000" cy="4356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pic>
        <p:nvPicPr>
          <p:cNvPr id="8" name="图片 7" descr="图标&#10;&#10;AI 生成的内容可能不正确。">
            <a:extLst>
              <a:ext uri="{FF2B5EF4-FFF2-40B4-BE49-F238E27FC236}">
                <a16:creationId xmlns:a16="http://schemas.microsoft.com/office/drawing/2014/main" id="{84A8C4D4-6E8D-5711-DCF9-0A13D492CE0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545" y="4596267"/>
            <a:ext cx="288000" cy="288000"/>
          </a:xfrm>
          <a:prstGeom prst="rect">
            <a:avLst/>
          </a:prstGeom>
        </p:spPr>
      </p:pic>
      <p:sp>
        <p:nvSpPr>
          <p:cNvPr id="143" name="圆柱体 142">
            <a:extLst>
              <a:ext uri="{FF2B5EF4-FFF2-40B4-BE49-F238E27FC236}">
                <a16:creationId xmlns:a16="http://schemas.microsoft.com/office/drawing/2014/main" id="{CDD9C43D-547B-91DD-6487-8A63E096BF43}"/>
              </a:ext>
            </a:extLst>
          </p:cNvPr>
          <p:cNvSpPr/>
          <p:nvPr/>
        </p:nvSpPr>
        <p:spPr>
          <a:xfrm>
            <a:off x="2676133" y="4629698"/>
            <a:ext cx="36000" cy="180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9D8915B7-A140-DE35-9990-85DE34062687}"/>
              </a:ext>
            </a:extLst>
          </p:cNvPr>
          <p:cNvSpPr/>
          <p:nvPr/>
        </p:nvSpPr>
        <p:spPr>
          <a:xfrm>
            <a:off x="2657014" y="4792592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71698AD3-65E6-9E2B-CEAA-0DC5E274E191}"/>
              </a:ext>
            </a:extLst>
          </p:cNvPr>
          <p:cNvSpPr txBox="1"/>
          <p:nvPr/>
        </p:nvSpPr>
        <p:spPr>
          <a:xfrm>
            <a:off x="3771231" y="4626805"/>
            <a:ext cx="61747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 network</a:t>
            </a:r>
            <a:endParaRPr lang="en-GB" sz="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2179D939-3C1E-4515-408A-4FCF149EB47F}"/>
              </a:ext>
            </a:extLst>
          </p:cNvPr>
          <p:cNvSpPr/>
          <p:nvPr/>
        </p:nvSpPr>
        <p:spPr>
          <a:xfrm>
            <a:off x="1633922" y="2145061"/>
            <a:ext cx="486000" cy="712787"/>
          </a:xfrm>
          <a:custGeom>
            <a:avLst/>
            <a:gdLst>
              <a:gd name="connsiteX0" fmla="*/ 0 w 500063"/>
              <a:gd name="connsiteY0" fmla="*/ 0 h 712787"/>
              <a:gd name="connsiteX1" fmla="*/ 1588 w 500063"/>
              <a:gd name="connsiteY1" fmla="*/ 712787 h 712787"/>
              <a:gd name="connsiteX2" fmla="*/ 500063 w 500063"/>
              <a:gd name="connsiteY2" fmla="*/ 711200 h 71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063" h="712787">
                <a:moveTo>
                  <a:pt x="0" y="0"/>
                </a:moveTo>
                <a:cubicBezTo>
                  <a:pt x="529" y="237596"/>
                  <a:pt x="1059" y="475191"/>
                  <a:pt x="1588" y="712787"/>
                </a:cubicBezTo>
                <a:lnTo>
                  <a:pt x="500063" y="71120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48E2936-87EF-C9B0-0C35-40E4E22084C1}"/>
              </a:ext>
            </a:extLst>
          </p:cNvPr>
          <p:cNvSpPr txBox="1"/>
          <p:nvPr/>
        </p:nvSpPr>
        <p:spPr>
          <a:xfrm>
            <a:off x="1292899" y="2224021"/>
            <a:ext cx="684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balancing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A773F4D6-6A68-E0EB-25EE-22F7954FB7F6}"/>
              </a:ext>
            </a:extLst>
          </p:cNvPr>
          <p:cNvSpPr/>
          <p:nvPr/>
        </p:nvSpPr>
        <p:spPr>
          <a:xfrm>
            <a:off x="3328988" y="2142922"/>
            <a:ext cx="182563" cy="1273175"/>
          </a:xfrm>
          <a:custGeom>
            <a:avLst/>
            <a:gdLst>
              <a:gd name="connsiteX0" fmla="*/ 182563 w 182563"/>
              <a:gd name="connsiteY0" fmla="*/ 0 h 1273175"/>
              <a:gd name="connsiteX1" fmla="*/ 182563 w 182563"/>
              <a:gd name="connsiteY1" fmla="*/ 1273175 h 1273175"/>
              <a:gd name="connsiteX2" fmla="*/ 0 w 182563"/>
              <a:gd name="connsiteY2" fmla="*/ 1273175 h 127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563" h="1273175">
                <a:moveTo>
                  <a:pt x="182563" y="0"/>
                </a:moveTo>
                <a:lnTo>
                  <a:pt x="182563" y="1273175"/>
                </a:lnTo>
                <a:lnTo>
                  <a:pt x="0" y="1273175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CFEFE7-3DB7-FF6C-E685-6F7024C8EA9B}"/>
              </a:ext>
            </a:extLst>
          </p:cNvPr>
          <p:cNvSpPr txBox="1"/>
          <p:nvPr/>
        </p:nvSpPr>
        <p:spPr>
          <a:xfrm>
            <a:off x="3224725" y="2224021"/>
            <a:ext cx="576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Load ramping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DD99E52A-C769-8DDE-F9BA-94D0F8AB12E7}"/>
              </a:ext>
            </a:extLst>
          </p:cNvPr>
          <p:cNvSpPr/>
          <p:nvPr/>
        </p:nvSpPr>
        <p:spPr>
          <a:xfrm>
            <a:off x="2936080" y="2141334"/>
            <a:ext cx="2340000" cy="1600200"/>
          </a:xfrm>
          <a:custGeom>
            <a:avLst/>
            <a:gdLst>
              <a:gd name="connsiteX0" fmla="*/ 0 w 2297907"/>
              <a:gd name="connsiteY0" fmla="*/ 1600200 h 1600200"/>
              <a:gd name="connsiteX1" fmla="*/ 2382 w 2297907"/>
              <a:gd name="connsiteY1" fmla="*/ 1478756 h 1600200"/>
              <a:gd name="connsiteX2" fmla="*/ 1309688 w 2297907"/>
              <a:gd name="connsiteY2" fmla="*/ 1473994 h 1600200"/>
              <a:gd name="connsiteX3" fmla="*/ 1307307 w 2297907"/>
              <a:gd name="connsiteY3" fmla="*/ 647700 h 1600200"/>
              <a:gd name="connsiteX4" fmla="*/ 2297907 w 2297907"/>
              <a:gd name="connsiteY4" fmla="*/ 647700 h 1600200"/>
              <a:gd name="connsiteX5" fmla="*/ 2297907 w 2297907"/>
              <a:gd name="connsiteY5" fmla="*/ 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7907" h="1600200">
                <a:moveTo>
                  <a:pt x="0" y="1600200"/>
                </a:moveTo>
                <a:lnTo>
                  <a:pt x="2382" y="1478756"/>
                </a:lnTo>
                <a:lnTo>
                  <a:pt x="1309688" y="1473994"/>
                </a:lnTo>
                <a:cubicBezTo>
                  <a:pt x="1308894" y="1198563"/>
                  <a:pt x="1308101" y="923131"/>
                  <a:pt x="1307307" y="647700"/>
                </a:cubicBezTo>
                <a:lnTo>
                  <a:pt x="2297907" y="647700"/>
                </a:lnTo>
                <a:lnTo>
                  <a:pt x="2297907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B9592D78-E7B9-6E83-3FF0-6C5869E623FE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3618639" y="3617709"/>
            <a:ext cx="0" cy="15390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3B27E699-3DC3-AF8C-379B-50DB594659D5}"/>
              </a:ext>
            </a:extLst>
          </p:cNvPr>
          <p:cNvSpPr txBox="1"/>
          <p:nvPr/>
        </p:nvSpPr>
        <p:spPr>
          <a:xfrm>
            <a:off x="4792069" y="2226634"/>
            <a:ext cx="972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Congestion management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40F2E0FA-1AA2-BCB3-121C-41BD47C1B8A6}"/>
              </a:ext>
            </a:extLst>
          </p:cNvPr>
          <p:cNvSpPr/>
          <p:nvPr/>
        </p:nvSpPr>
        <p:spPr>
          <a:xfrm>
            <a:off x="1574007" y="4096340"/>
            <a:ext cx="1366838" cy="1316832"/>
          </a:xfrm>
          <a:custGeom>
            <a:avLst/>
            <a:gdLst>
              <a:gd name="connsiteX0" fmla="*/ 1364456 w 1366838"/>
              <a:gd name="connsiteY0" fmla="*/ 0 h 1316832"/>
              <a:gd name="connsiteX1" fmla="*/ 1366838 w 1366838"/>
              <a:gd name="connsiteY1" fmla="*/ 933450 h 1316832"/>
              <a:gd name="connsiteX2" fmla="*/ 0 w 1366838"/>
              <a:gd name="connsiteY2" fmla="*/ 933450 h 1316832"/>
              <a:gd name="connsiteX3" fmla="*/ 0 w 1366838"/>
              <a:gd name="connsiteY3" fmla="*/ 1316832 h 131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6838" h="1316832">
                <a:moveTo>
                  <a:pt x="1364456" y="0"/>
                </a:moveTo>
                <a:lnTo>
                  <a:pt x="1366838" y="933450"/>
                </a:lnTo>
                <a:lnTo>
                  <a:pt x="0" y="933450"/>
                </a:lnTo>
                <a:lnTo>
                  <a:pt x="0" y="1316832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38A892-063F-E815-5DAA-74E1EE136A36}"/>
              </a:ext>
            </a:extLst>
          </p:cNvPr>
          <p:cNvSpPr txBox="1"/>
          <p:nvPr/>
        </p:nvSpPr>
        <p:spPr>
          <a:xfrm>
            <a:off x="1182234" y="5139283"/>
            <a:ext cx="792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Frequency response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BDF7061F-0015-4593-2557-E3B31499772A}"/>
              </a:ext>
            </a:extLst>
          </p:cNvPr>
          <p:cNvSpPr/>
          <p:nvPr/>
        </p:nvSpPr>
        <p:spPr>
          <a:xfrm>
            <a:off x="3443289" y="4060622"/>
            <a:ext cx="178594" cy="1347787"/>
          </a:xfrm>
          <a:custGeom>
            <a:avLst/>
            <a:gdLst>
              <a:gd name="connsiteX0" fmla="*/ 178594 w 178594"/>
              <a:gd name="connsiteY0" fmla="*/ 0 h 1347787"/>
              <a:gd name="connsiteX1" fmla="*/ 178594 w 178594"/>
              <a:gd name="connsiteY1" fmla="*/ 976312 h 1347787"/>
              <a:gd name="connsiteX2" fmla="*/ 0 w 178594"/>
              <a:gd name="connsiteY2" fmla="*/ 978693 h 1347787"/>
              <a:gd name="connsiteX3" fmla="*/ 2382 w 178594"/>
              <a:gd name="connsiteY3" fmla="*/ 1347787 h 134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594" h="1347787">
                <a:moveTo>
                  <a:pt x="178594" y="0"/>
                </a:moveTo>
                <a:lnTo>
                  <a:pt x="178594" y="976312"/>
                </a:lnTo>
                <a:lnTo>
                  <a:pt x="0" y="978693"/>
                </a:lnTo>
                <a:lnTo>
                  <a:pt x="2382" y="1347787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3BC337-BF84-830C-BEFF-2C7B5C4081F1}"/>
              </a:ext>
            </a:extLst>
          </p:cNvPr>
          <p:cNvSpPr txBox="1"/>
          <p:nvPr/>
        </p:nvSpPr>
        <p:spPr>
          <a:xfrm>
            <a:off x="3082967" y="5144300"/>
            <a:ext cx="720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Voltage regulation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5DE668C-FFC0-F576-01AB-E43496C6DFE3}"/>
              </a:ext>
            </a:extLst>
          </p:cNvPr>
          <p:cNvGrpSpPr/>
          <p:nvPr/>
        </p:nvGrpSpPr>
        <p:grpSpPr>
          <a:xfrm>
            <a:off x="5192388" y="4049588"/>
            <a:ext cx="588454" cy="144000"/>
            <a:chOff x="6042007" y="3683794"/>
            <a:chExt cx="504000" cy="144000"/>
          </a:xfrm>
        </p:grpSpPr>
        <p:sp>
          <p:nvSpPr>
            <p:cNvPr id="2" name="任意多边形: 形状 1">
              <a:extLst>
                <a:ext uri="{FF2B5EF4-FFF2-40B4-BE49-F238E27FC236}">
                  <a16:creationId xmlns:a16="http://schemas.microsoft.com/office/drawing/2014/main" id="{DDC922F9-2A1E-8F8C-6724-3B1B8E432A4A}"/>
                </a:ext>
              </a:extLst>
            </p:cNvPr>
            <p:cNvSpPr/>
            <p:nvPr/>
          </p:nvSpPr>
          <p:spPr>
            <a:xfrm>
              <a:off x="6042007" y="3683794"/>
              <a:ext cx="504000" cy="144000"/>
            </a:xfrm>
            <a:custGeom>
              <a:avLst/>
              <a:gdLst>
                <a:gd name="connsiteX0" fmla="*/ 0 w 1481138"/>
                <a:gd name="connsiteY0" fmla="*/ 1587 h 217487"/>
                <a:gd name="connsiteX1" fmla="*/ 0 w 1481138"/>
                <a:gd name="connsiteY1" fmla="*/ 215900 h 217487"/>
                <a:gd name="connsiteX2" fmla="*/ 1481138 w 1481138"/>
                <a:gd name="connsiteY2" fmla="*/ 217487 h 217487"/>
                <a:gd name="connsiteX3" fmla="*/ 1481138 w 1481138"/>
                <a:gd name="connsiteY3" fmla="*/ 0 h 217487"/>
                <a:gd name="connsiteX4" fmla="*/ 1481138 w 1481138"/>
                <a:gd name="connsiteY4" fmla="*/ 0 h 21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138" h="217487">
                  <a:moveTo>
                    <a:pt x="0" y="1587"/>
                  </a:moveTo>
                  <a:lnTo>
                    <a:pt x="0" y="215900"/>
                  </a:lnTo>
                  <a:lnTo>
                    <a:pt x="1481138" y="217487"/>
                  </a:lnTo>
                  <a:lnTo>
                    <a:pt x="1481138" y="0"/>
                  </a:lnTo>
                  <a:lnTo>
                    <a:pt x="1481138" y="0"/>
                  </a:lnTo>
                </a:path>
              </a:pathLst>
            </a:cu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F54C483-0CDA-FC63-0B7F-A88AAC23D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4007" y="3683794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8C768C6F-F8B5-3B1A-65F0-4E2260665E91}"/>
              </a:ext>
            </a:extLst>
          </p:cNvPr>
          <p:cNvSpPr/>
          <p:nvPr/>
        </p:nvSpPr>
        <p:spPr>
          <a:xfrm>
            <a:off x="5292301" y="4192481"/>
            <a:ext cx="582713" cy="1216024"/>
          </a:xfrm>
          <a:custGeom>
            <a:avLst/>
            <a:gdLst>
              <a:gd name="connsiteX0" fmla="*/ 423863 w 554831"/>
              <a:gd name="connsiteY0" fmla="*/ 0 h 1214437"/>
              <a:gd name="connsiteX1" fmla="*/ 552450 w 554831"/>
              <a:gd name="connsiteY1" fmla="*/ 0 h 1214437"/>
              <a:gd name="connsiteX2" fmla="*/ 554831 w 554831"/>
              <a:gd name="connsiteY2" fmla="*/ 854868 h 1214437"/>
              <a:gd name="connsiteX3" fmla="*/ 0 w 554831"/>
              <a:gd name="connsiteY3" fmla="*/ 857250 h 1214437"/>
              <a:gd name="connsiteX4" fmla="*/ 0 w 554831"/>
              <a:gd name="connsiteY4" fmla="*/ 1214437 h 1214437"/>
              <a:gd name="connsiteX0" fmla="*/ 479790 w 554831"/>
              <a:gd name="connsiteY0" fmla="*/ 0 h 1216024"/>
              <a:gd name="connsiteX1" fmla="*/ 552450 w 554831"/>
              <a:gd name="connsiteY1" fmla="*/ 1587 h 1216024"/>
              <a:gd name="connsiteX2" fmla="*/ 554831 w 554831"/>
              <a:gd name="connsiteY2" fmla="*/ 856455 h 1216024"/>
              <a:gd name="connsiteX3" fmla="*/ 0 w 554831"/>
              <a:gd name="connsiteY3" fmla="*/ 858837 h 1216024"/>
              <a:gd name="connsiteX4" fmla="*/ 0 w 554831"/>
              <a:gd name="connsiteY4" fmla="*/ 1216024 h 121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831" h="1216024">
                <a:moveTo>
                  <a:pt x="479790" y="0"/>
                </a:moveTo>
                <a:cubicBezTo>
                  <a:pt x="522652" y="0"/>
                  <a:pt x="509588" y="1587"/>
                  <a:pt x="552450" y="1587"/>
                </a:cubicBezTo>
                <a:cubicBezTo>
                  <a:pt x="553244" y="286543"/>
                  <a:pt x="554037" y="571499"/>
                  <a:pt x="554831" y="856455"/>
                </a:cubicBezTo>
                <a:lnTo>
                  <a:pt x="0" y="858837"/>
                </a:lnTo>
                <a:lnTo>
                  <a:pt x="0" y="1216024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15C1210-3418-51AD-213E-407F099B48EB}"/>
              </a:ext>
            </a:extLst>
          </p:cNvPr>
          <p:cNvSpPr txBox="1"/>
          <p:nvPr/>
        </p:nvSpPr>
        <p:spPr>
          <a:xfrm>
            <a:off x="4824140" y="5139283"/>
            <a:ext cx="936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Resilience enhancement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图表 38">
            <a:extLst>
              <a:ext uri="{FF2B5EF4-FFF2-40B4-BE49-F238E27FC236}">
                <a16:creationId xmlns:a16="http://schemas.microsoft.com/office/drawing/2014/main" id="{25193160-1075-CF61-EEE0-258A5DEF91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0977957"/>
              </p:ext>
            </p:extLst>
          </p:nvPr>
        </p:nvGraphicFramePr>
        <p:xfrm>
          <a:off x="870388" y="1666275"/>
          <a:ext cx="1548000" cy="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63" name="文本框 62">
            <a:extLst>
              <a:ext uri="{FF2B5EF4-FFF2-40B4-BE49-F238E27FC236}">
                <a16:creationId xmlns:a16="http://schemas.microsoft.com/office/drawing/2014/main" id="{E0187ABF-561F-6F6E-0F07-8D5C7B68B78A}"/>
              </a:ext>
            </a:extLst>
          </p:cNvPr>
          <p:cNvSpPr txBox="1"/>
          <p:nvPr/>
        </p:nvSpPr>
        <p:spPr>
          <a:xfrm rot="16200000">
            <a:off x="608868" y="1509386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1531D320-3B3E-6758-D52F-28C352AB784F}"/>
              </a:ext>
            </a:extLst>
          </p:cNvPr>
          <p:cNvCxnSpPr>
            <a:cxnSpLocks/>
          </p:cNvCxnSpPr>
          <p:nvPr/>
        </p:nvCxnSpPr>
        <p:spPr>
          <a:xfrm>
            <a:off x="1005916" y="2000323"/>
            <a:ext cx="129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6B099539-035F-47AB-8CAE-3961C6120162}"/>
              </a:ext>
            </a:extLst>
          </p:cNvPr>
          <p:cNvCxnSpPr>
            <a:cxnSpLocks/>
          </p:cNvCxnSpPr>
          <p:nvPr/>
        </p:nvCxnSpPr>
        <p:spPr>
          <a:xfrm rot="5400000">
            <a:off x="861916" y="1933168"/>
            <a:ext cx="28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BDAFE94B-0460-F2F4-6203-7CD3477D93B1}"/>
              </a:ext>
            </a:extLst>
          </p:cNvPr>
          <p:cNvGrpSpPr/>
          <p:nvPr/>
        </p:nvGrpSpPr>
        <p:grpSpPr>
          <a:xfrm>
            <a:off x="906916" y="1232722"/>
            <a:ext cx="1481241" cy="540000"/>
            <a:chOff x="906916" y="685238"/>
            <a:chExt cx="1481241" cy="564371"/>
          </a:xfrm>
        </p:grpSpPr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AABC95BE-3F8A-1938-C6E1-177BC951F47A}"/>
                </a:ext>
              </a:extLst>
            </p:cNvPr>
            <p:cNvGrpSpPr/>
            <p:nvPr/>
          </p:nvGrpSpPr>
          <p:grpSpPr>
            <a:xfrm>
              <a:off x="1005916" y="685238"/>
              <a:ext cx="1296000" cy="396000"/>
              <a:chOff x="1027447" y="697785"/>
              <a:chExt cx="1296000" cy="396000"/>
            </a:xfrm>
          </p:grpSpPr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8B150A48-22D7-AC6E-6725-AED50E0E47EB}"/>
                  </a:ext>
                </a:extLst>
              </p:cNvPr>
              <p:cNvSpPr/>
              <p:nvPr/>
            </p:nvSpPr>
            <p:spPr>
              <a:xfrm>
                <a:off x="1027447" y="697785"/>
                <a:ext cx="1296000" cy="396000"/>
              </a:xfrm>
              <a:custGeom>
                <a:avLst/>
                <a:gdLst>
                  <a:gd name="connsiteX0" fmla="*/ 0 w 1444625"/>
                  <a:gd name="connsiteY0" fmla="*/ 0 h 527050"/>
                  <a:gd name="connsiteX1" fmla="*/ 0 w 1444625"/>
                  <a:gd name="connsiteY1" fmla="*/ 525462 h 527050"/>
                  <a:gd name="connsiteX2" fmla="*/ 1444625 w 1444625"/>
                  <a:gd name="connsiteY2" fmla="*/ 527050 h 527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4625" h="527050">
                    <a:moveTo>
                      <a:pt x="0" y="0"/>
                    </a:moveTo>
                    <a:lnTo>
                      <a:pt x="0" y="525462"/>
                    </a:lnTo>
                    <a:lnTo>
                      <a:pt x="1444625" y="527050"/>
                    </a:lnTo>
                  </a:path>
                </a:pathLst>
              </a:cu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D44F7BBF-8465-2D39-71C6-2471A18BFB15}"/>
                  </a:ext>
                </a:extLst>
              </p:cNvPr>
              <p:cNvSpPr txBox="1"/>
              <p:nvPr/>
            </p:nvSpPr>
            <p:spPr>
              <a:xfrm>
                <a:off x="1281895" y="891697"/>
                <a:ext cx="615874" cy="18466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zh-CN" sz="600">
                    <a:latin typeface="Arial" panose="020B0604020202020204" pitchFamily="34" charset="0"/>
                    <a:cs typeface="Arial" panose="020B0604020202020204" pitchFamily="34" charset="0"/>
                  </a:rPr>
                  <a:t>Dunkelflaute</a:t>
                </a:r>
                <a:endParaRPr lang="en-GB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757524AC-0A12-0BDB-2B06-F1643FC191BE}"/>
                </a:ext>
              </a:extLst>
            </p:cNvPr>
            <p:cNvSpPr txBox="1"/>
            <p:nvPr/>
          </p:nvSpPr>
          <p:spPr>
            <a:xfrm>
              <a:off x="906916" y="1064943"/>
              <a:ext cx="36580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Day1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1461BD0E-0347-05F3-4914-CDA6F91EC56E}"/>
                </a:ext>
              </a:extLst>
            </p:cNvPr>
            <p:cNvSpPr txBox="1"/>
            <p:nvPr/>
          </p:nvSpPr>
          <p:spPr>
            <a:xfrm>
              <a:off x="1451019" y="1064943"/>
              <a:ext cx="36580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Day7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95D6FE1A-6C38-B707-08B1-02B46492E886}"/>
                </a:ext>
              </a:extLst>
            </p:cNvPr>
            <p:cNvSpPr txBox="1"/>
            <p:nvPr/>
          </p:nvSpPr>
          <p:spPr>
            <a:xfrm>
              <a:off x="1979071" y="1064943"/>
              <a:ext cx="4090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Day12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13C5399A-CC61-5C77-EFD1-29206B3AF189}"/>
              </a:ext>
            </a:extLst>
          </p:cNvPr>
          <p:cNvSpPr/>
          <p:nvPr/>
        </p:nvSpPr>
        <p:spPr>
          <a:xfrm>
            <a:off x="2867731" y="1233088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F3219B4-489C-28B3-85E3-BAAB2483ABED}"/>
              </a:ext>
            </a:extLst>
          </p:cNvPr>
          <p:cNvSpPr txBox="1"/>
          <p:nvPr/>
        </p:nvSpPr>
        <p:spPr>
          <a:xfrm>
            <a:off x="3375937" y="1912927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F71DBDA-BFCF-97FA-50EF-9E8D3277B5BC}"/>
              </a:ext>
            </a:extLst>
          </p:cNvPr>
          <p:cNvSpPr txBox="1"/>
          <p:nvPr/>
        </p:nvSpPr>
        <p:spPr>
          <a:xfrm>
            <a:off x="3970465" y="1912927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F3AD161-2600-2437-5F27-3C430EA84422}"/>
              </a:ext>
            </a:extLst>
          </p:cNvPr>
          <p:cNvSpPr txBox="1"/>
          <p:nvPr/>
        </p:nvSpPr>
        <p:spPr>
          <a:xfrm>
            <a:off x="3677644" y="1912927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40F88E1-6E13-8761-6D50-ADF66FFBF3ED}"/>
              </a:ext>
            </a:extLst>
          </p:cNvPr>
          <p:cNvSpPr txBox="1"/>
          <p:nvPr/>
        </p:nvSpPr>
        <p:spPr>
          <a:xfrm>
            <a:off x="2770602" y="1913869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F15963E-B46D-B7FE-592B-4AABFE212301}"/>
              </a:ext>
            </a:extLst>
          </p:cNvPr>
          <p:cNvSpPr txBox="1"/>
          <p:nvPr/>
        </p:nvSpPr>
        <p:spPr>
          <a:xfrm>
            <a:off x="3095679" y="1911203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B29CDC86-EFE2-2647-F821-45E7BFCCD473}"/>
              </a:ext>
            </a:extLst>
          </p:cNvPr>
          <p:cNvSpPr txBox="1"/>
          <p:nvPr/>
        </p:nvSpPr>
        <p:spPr>
          <a:xfrm rot="16200000">
            <a:off x="2471469" y="1507268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1" name="图表 110">
            <a:extLst>
              <a:ext uri="{FF2B5EF4-FFF2-40B4-BE49-F238E27FC236}">
                <a16:creationId xmlns:a16="http://schemas.microsoft.com/office/drawing/2014/main" id="{F1EA45C9-8367-28DC-3F73-27C70C44F3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9047699"/>
              </p:ext>
            </p:extLst>
          </p:nvPr>
        </p:nvGraphicFramePr>
        <p:xfrm>
          <a:off x="2846083" y="1227921"/>
          <a:ext cx="1314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113" name="椭圆 112">
            <a:extLst>
              <a:ext uri="{FF2B5EF4-FFF2-40B4-BE49-F238E27FC236}">
                <a16:creationId xmlns:a16="http://schemas.microsoft.com/office/drawing/2014/main" id="{9C8FA443-33E3-38C0-484E-5C265B63210E}"/>
              </a:ext>
            </a:extLst>
          </p:cNvPr>
          <p:cNvSpPr/>
          <p:nvPr/>
        </p:nvSpPr>
        <p:spPr>
          <a:xfrm>
            <a:off x="2921857" y="1295581"/>
            <a:ext cx="36000" cy="3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F83471D6-20D2-0E43-6448-5CC228A42B06}"/>
              </a:ext>
            </a:extLst>
          </p:cNvPr>
          <p:cNvSpPr txBox="1"/>
          <p:nvPr/>
        </p:nvSpPr>
        <p:spPr>
          <a:xfrm>
            <a:off x="2899021" y="1217753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2015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A2001CB5-9E5A-E7F2-9391-F0873A43DF8F}"/>
              </a:ext>
            </a:extLst>
          </p:cNvPr>
          <p:cNvSpPr/>
          <p:nvPr/>
        </p:nvSpPr>
        <p:spPr>
          <a:xfrm>
            <a:off x="3215821" y="1295581"/>
            <a:ext cx="36000" cy="3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4CC40256-B4B8-D140-4FDF-224253D850A5}"/>
              </a:ext>
            </a:extLst>
          </p:cNvPr>
          <p:cNvSpPr txBox="1"/>
          <p:nvPr/>
        </p:nvSpPr>
        <p:spPr>
          <a:xfrm>
            <a:off x="3192985" y="1217753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ECBB2C97-A3A7-616C-C231-564D5BD4B5E9}"/>
              </a:ext>
            </a:extLst>
          </p:cNvPr>
          <p:cNvSpPr/>
          <p:nvPr/>
        </p:nvSpPr>
        <p:spPr>
          <a:xfrm>
            <a:off x="3514925" y="1295177"/>
            <a:ext cx="36000" cy="3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ED38990B-15A9-0869-FDFD-14D429B3D672}"/>
              </a:ext>
            </a:extLst>
          </p:cNvPr>
          <p:cNvSpPr txBox="1"/>
          <p:nvPr/>
        </p:nvSpPr>
        <p:spPr>
          <a:xfrm>
            <a:off x="3489972" y="1217349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755DCBA0-0032-7E34-8D86-1132590F4B0D}"/>
              </a:ext>
            </a:extLst>
          </p:cNvPr>
          <p:cNvSpPr txBox="1"/>
          <p:nvPr/>
        </p:nvSpPr>
        <p:spPr>
          <a:xfrm>
            <a:off x="2899021" y="1679366"/>
            <a:ext cx="441992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3068AD06-0631-3B78-318D-21D737160678}"/>
              </a:ext>
            </a:extLst>
          </p:cNvPr>
          <p:cNvCxnSpPr>
            <a:cxnSpLocks/>
          </p:cNvCxnSpPr>
          <p:nvPr/>
        </p:nvCxnSpPr>
        <p:spPr>
          <a:xfrm>
            <a:off x="3190833" y="1600337"/>
            <a:ext cx="132031" cy="306299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1AF76C84-F1F9-129B-0D8A-BBCCB71068BA}"/>
              </a:ext>
            </a:extLst>
          </p:cNvPr>
          <p:cNvCxnSpPr>
            <a:cxnSpLocks/>
          </p:cNvCxnSpPr>
          <p:nvPr/>
        </p:nvCxnSpPr>
        <p:spPr>
          <a:xfrm flipV="1">
            <a:off x="3739649" y="1440993"/>
            <a:ext cx="218002" cy="462878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3" name="任意多边形: 形状 1032">
            <a:extLst>
              <a:ext uri="{FF2B5EF4-FFF2-40B4-BE49-F238E27FC236}">
                <a16:creationId xmlns:a16="http://schemas.microsoft.com/office/drawing/2014/main" id="{8EB7FF9B-85CD-1878-F3EB-84D837DDF96E}"/>
              </a:ext>
            </a:extLst>
          </p:cNvPr>
          <p:cNvSpPr/>
          <p:nvPr/>
        </p:nvSpPr>
        <p:spPr>
          <a:xfrm>
            <a:off x="4693603" y="1232420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4" name="文本框 1033">
            <a:extLst>
              <a:ext uri="{FF2B5EF4-FFF2-40B4-BE49-F238E27FC236}">
                <a16:creationId xmlns:a16="http://schemas.microsoft.com/office/drawing/2014/main" id="{E4A54091-15D8-C6EA-12D0-C45A085338AB}"/>
              </a:ext>
            </a:extLst>
          </p:cNvPr>
          <p:cNvSpPr txBox="1"/>
          <p:nvPr/>
        </p:nvSpPr>
        <p:spPr>
          <a:xfrm>
            <a:off x="5201809" y="1929195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文本框 1034">
            <a:extLst>
              <a:ext uri="{FF2B5EF4-FFF2-40B4-BE49-F238E27FC236}">
                <a16:creationId xmlns:a16="http://schemas.microsoft.com/office/drawing/2014/main" id="{0C38DFA9-9F96-61D5-C38D-A4AC5A8DC627}"/>
              </a:ext>
            </a:extLst>
          </p:cNvPr>
          <p:cNvSpPr txBox="1"/>
          <p:nvPr/>
        </p:nvSpPr>
        <p:spPr>
          <a:xfrm>
            <a:off x="5796337" y="1929195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860E8EDE-81D3-5D1F-FAF4-559442557828}"/>
              </a:ext>
            </a:extLst>
          </p:cNvPr>
          <p:cNvSpPr txBox="1"/>
          <p:nvPr/>
        </p:nvSpPr>
        <p:spPr>
          <a:xfrm>
            <a:off x="5503516" y="1929195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7" name="文本框 1036">
            <a:extLst>
              <a:ext uri="{FF2B5EF4-FFF2-40B4-BE49-F238E27FC236}">
                <a16:creationId xmlns:a16="http://schemas.microsoft.com/office/drawing/2014/main" id="{87943BBB-E93E-FD9D-3F8D-23CC81308533}"/>
              </a:ext>
            </a:extLst>
          </p:cNvPr>
          <p:cNvSpPr txBox="1"/>
          <p:nvPr/>
        </p:nvSpPr>
        <p:spPr>
          <a:xfrm>
            <a:off x="4596474" y="1930137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8C91E1F0-6974-F55E-EDE1-8326DD027E92}"/>
              </a:ext>
            </a:extLst>
          </p:cNvPr>
          <p:cNvSpPr txBox="1"/>
          <p:nvPr/>
        </p:nvSpPr>
        <p:spPr>
          <a:xfrm>
            <a:off x="4921551" y="1923237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9" name="文本框 1038">
            <a:extLst>
              <a:ext uri="{FF2B5EF4-FFF2-40B4-BE49-F238E27FC236}">
                <a16:creationId xmlns:a16="http://schemas.microsoft.com/office/drawing/2014/main" id="{44BC6D07-B21B-1F9D-E4A2-F1EDF1405491}"/>
              </a:ext>
            </a:extLst>
          </p:cNvPr>
          <p:cNvSpPr txBox="1"/>
          <p:nvPr/>
        </p:nvSpPr>
        <p:spPr>
          <a:xfrm rot="16200000">
            <a:off x="4297341" y="1506601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0F43A8-1D6C-384B-DE6D-B1C1FB0F5551}"/>
              </a:ext>
            </a:extLst>
          </p:cNvPr>
          <p:cNvSpPr txBox="1"/>
          <p:nvPr/>
        </p:nvSpPr>
        <p:spPr>
          <a:xfrm>
            <a:off x="5186246" y="1463098"/>
            <a:ext cx="64953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Peak shaving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A74AA1AA-3977-C5A7-0A80-A09FC027E84F}"/>
              </a:ext>
            </a:extLst>
          </p:cNvPr>
          <p:cNvSpPr txBox="1"/>
          <p:nvPr/>
        </p:nvSpPr>
        <p:spPr>
          <a:xfrm>
            <a:off x="1258541" y="1741390"/>
            <a:ext cx="73289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Forecast errors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1" name="文本框 1050">
            <a:extLst>
              <a:ext uri="{FF2B5EF4-FFF2-40B4-BE49-F238E27FC236}">
                <a16:creationId xmlns:a16="http://schemas.microsoft.com/office/drawing/2014/main" id="{6FF305B8-D297-AD5A-0400-126B35E42BDE}"/>
              </a:ext>
            </a:extLst>
          </p:cNvPr>
          <p:cNvSpPr txBox="1"/>
          <p:nvPr/>
        </p:nvSpPr>
        <p:spPr>
          <a:xfrm>
            <a:off x="792381" y="1084104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2" name="文本框 1051">
            <a:extLst>
              <a:ext uri="{FF2B5EF4-FFF2-40B4-BE49-F238E27FC236}">
                <a16:creationId xmlns:a16="http://schemas.microsoft.com/office/drawing/2014/main" id="{03EA9FAE-D795-797E-01B2-A06E64AFC7A3}"/>
              </a:ext>
            </a:extLst>
          </p:cNvPr>
          <p:cNvSpPr txBox="1"/>
          <p:nvPr/>
        </p:nvSpPr>
        <p:spPr>
          <a:xfrm>
            <a:off x="2644215" y="1085531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3" name="文本框 1052">
            <a:extLst>
              <a:ext uri="{FF2B5EF4-FFF2-40B4-BE49-F238E27FC236}">
                <a16:creationId xmlns:a16="http://schemas.microsoft.com/office/drawing/2014/main" id="{5008F93D-0EB0-9BFD-9470-75037B548872}"/>
              </a:ext>
            </a:extLst>
          </p:cNvPr>
          <p:cNvSpPr txBox="1"/>
          <p:nvPr/>
        </p:nvSpPr>
        <p:spPr>
          <a:xfrm>
            <a:off x="4479925" y="1085531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4" name="文本框 1053">
            <a:extLst>
              <a:ext uri="{FF2B5EF4-FFF2-40B4-BE49-F238E27FC236}">
                <a16:creationId xmlns:a16="http://schemas.microsoft.com/office/drawing/2014/main" id="{1E18613C-0D21-631B-8CEC-96EEE62E3F0D}"/>
              </a:ext>
            </a:extLst>
          </p:cNvPr>
          <p:cNvSpPr txBox="1"/>
          <p:nvPr/>
        </p:nvSpPr>
        <p:spPr>
          <a:xfrm>
            <a:off x="3770530" y="1623958"/>
            <a:ext cx="336484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62" name="直接连接符 1061">
            <a:extLst>
              <a:ext uri="{FF2B5EF4-FFF2-40B4-BE49-F238E27FC236}">
                <a16:creationId xmlns:a16="http://schemas.microsoft.com/office/drawing/2014/main" id="{2E504070-7E64-75A5-FFCD-2F5139A6E44B}"/>
              </a:ext>
            </a:extLst>
          </p:cNvPr>
          <p:cNvCxnSpPr/>
          <p:nvPr/>
        </p:nvCxnSpPr>
        <p:spPr>
          <a:xfrm>
            <a:off x="4694319" y="1459354"/>
            <a:ext cx="1281600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4" name="任意多边形: 形状 1063">
            <a:extLst>
              <a:ext uri="{FF2B5EF4-FFF2-40B4-BE49-F238E27FC236}">
                <a16:creationId xmlns:a16="http://schemas.microsoft.com/office/drawing/2014/main" id="{42569794-4997-81FA-6A38-B5E5861AB385}"/>
              </a:ext>
            </a:extLst>
          </p:cNvPr>
          <p:cNvSpPr/>
          <p:nvPr/>
        </p:nvSpPr>
        <p:spPr>
          <a:xfrm>
            <a:off x="1006464" y="5564711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6" name="文本框 1065">
            <a:extLst>
              <a:ext uri="{FF2B5EF4-FFF2-40B4-BE49-F238E27FC236}">
                <a16:creationId xmlns:a16="http://schemas.microsoft.com/office/drawing/2014/main" id="{966102B9-011B-4AF3-F0A5-4B93963768B7}"/>
              </a:ext>
            </a:extLst>
          </p:cNvPr>
          <p:cNvSpPr txBox="1"/>
          <p:nvPr/>
        </p:nvSpPr>
        <p:spPr>
          <a:xfrm>
            <a:off x="1826764" y="6244550"/>
            <a:ext cx="5693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Time (sec.)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0" name="文本框 1069">
            <a:extLst>
              <a:ext uri="{FF2B5EF4-FFF2-40B4-BE49-F238E27FC236}">
                <a16:creationId xmlns:a16="http://schemas.microsoft.com/office/drawing/2014/main" id="{D0BDBE23-4052-9EB7-ACB0-7FD8A91B3832}"/>
              </a:ext>
            </a:extLst>
          </p:cNvPr>
          <p:cNvSpPr txBox="1"/>
          <p:nvPr/>
        </p:nvSpPr>
        <p:spPr>
          <a:xfrm rot="16200000">
            <a:off x="555702" y="5835717"/>
            <a:ext cx="71686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Frequency (Hz)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76C60B59-6E68-2DF0-174C-D2B2739D24A9}"/>
              </a:ext>
            </a:extLst>
          </p:cNvPr>
          <p:cNvSpPr txBox="1"/>
          <p:nvPr/>
        </p:nvSpPr>
        <p:spPr>
          <a:xfrm>
            <a:off x="1009670" y="5461198"/>
            <a:ext cx="92204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Instant of disturbance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2" name="文本框 1071">
            <a:extLst>
              <a:ext uri="{FF2B5EF4-FFF2-40B4-BE49-F238E27FC236}">
                <a16:creationId xmlns:a16="http://schemas.microsoft.com/office/drawing/2014/main" id="{774D844B-4CD6-6339-C1D0-EEA09E8A0315}"/>
              </a:ext>
            </a:extLst>
          </p:cNvPr>
          <p:cNvSpPr txBox="1"/>
          <p:nvPr/>
        </p:nvSpPr>
        <p:spPr>
          <a:xfrm>
            <a:off x="792501" y="5418420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85" name="组合 1084">
            <a:extLst>
              <a:ext uri="{FF2B5EF4-FFF2-40B4-BE49-F238E27FC236}">
                <a16:creationId xmlns:a16="http://schemas.microsoft.com/office/drawing/2014/main" id="{5F8437AC-8AE3-CD83-ACC7-0A89BC46DA61}"/>
              </a:ext>
            </a:extLst>
          </p:cNvPr>
          <p:cNvGrpSpPr/>
          <p:nvPr/>
        </p:nvGrpSpPr>
        <p:grpSpPr>
          <a:xfrm>
            <a:off x="1008525" y="5736993"/>
            <a:ext cx="1232733" cy="225173"/>
            <a:chOff x="972810" y="6588911"/>
            <a:chExt cx="1232733" cy="225173"/>
          </a:xfrm>
        </p:grpSpPr>
        <p:sp>
          <p:nvSpPr>
            <p:cNvPr id="1080" name="任意多边形: 形状 1079">
              <a:extLst>
                <a:ext uri="{FF2B5EF4-FFF2-40B4-BE49-F238E27FC236}">
                  <a16:creationId xmlns:a16="http://schemas.microsoft.com/office/drawing/2014/main" id="{7A0FE4AD-E1CD-D7EC-3489-54B2744A68B1}"/>
                </a:ext>
              </a:extLst>
            </p:cNvPr>
            <p:cNvSpPr/>
            <p:nvPr/>
          </p:nvSpPr>
          <p:spPr>
            <a:xfrm>
              <a:off x="1161257" y="6588911"/>
              <a:ext cx="523875" cy="225173"/>
            </a:xfrm>
            <a:custGeom>
              <a:avLst/>
              <a:gdLst>
                <a:gd name="connsiteX0" fmla="*/ 0 w 523875"/>
                <a:gd name="connsiteY0" fmla="*/ 0 h 233967"/>
                <a:gd name="connsiteX1" fmla="*/ 164306 w 523875"/>
                <a:gd name="connsiteY1" fmla="*/ 230981 h 233967"/>
                <a:gd name="connsiteX2" fmla="*/ 364331 w 523875"/>
                <a:gd name="connsiteY2" fmla="*/ 133350 h 233967"/>
                <a:gd name="connsiteX3" fmla="*/ 473869 w 523875"/>
                <a:gd name="connsiteY3" fmla="*/ 164306 h 233967"/>
                <a:gd name="connsiteX4" fmla="*/ 523875 w 523875"/>
                <a:gd name="connsiteY4" fmla="*/ 150019 h 233967"/>
                <a:gd name="connsiteX0" fmla="*/ 0 w 523875"/>
                <a:gd name="connsiteY0" fmla="*/ 0 h 229304"/>
                <a:gd name="connsiteX1" fmla="*/ 135731 w 523875"/>
                <a:gd name="connsiteY1" fmla="*/ 226219 h 229304"/>
                <a:gd name="connsiteX2" fmla="*/ 364331 w 523875"/>
                <a:gd name="connsiteY2" fmla="*/ 133350 h 229304"/>
                <a:gd name="connsiteX3" fmla="*/ 473869 w 523875"/>
                <a:gd name="connsiteY3" fmla="*/ 164306 h 229304"/>
                <a:gd name="connsiteX4" fmla="*/ 523875 w 523875"/>
                <a:gd name="connsiteY4" fmla="*/ 150019 h 229304"/>
                <a:gd name="connsiteX0" fmla="*/ 0 w 523875"/>
                <a:gd name="connsiteY0" fmla="*/ 0 h 231635"/>
                <a:gd name="connsiteX1" fmla="*/ 145256 w 523875"/>
                <a:gd name="connsiteY1" fmla="*/ 228600 h 231635"/>
                <a:gd name="connsiteX2" fmla="*/ 364331 w 523875"/>
                <a:gd name="connsiteY2" fmla="*/ 133350 h 231635"/>
                <a:gd name="connsiteX3" fmla="*/ 473869 w 523875"/>
                <a:gd name="connsiteY3" fmla="*/ 164306 h 231635"/>
                <a:gd name="connsiteX4" fmla="*/ 523875 w 523875"/>
                <a:gd name="connsiteY4" fmla="*/ 150019 h 231635"/>
                <a:gd name="connsiteX0" fmla="*/ 0 w 523875"/>
                <a:gd name="connsiteY0" fmla="*/ 0 h 224647"/>
                <a:gd name="connsiteX1" fmla="*/ 147637 w 523875"/>
                <a:gd name="connsiteY1" fmla="*/ 221456 h 224647"/>
                <a:gd name="connsiteX2" fmla="*/ 364331 w 523875"/>
                <a:gd name="connsiteY2" fmla="*/ 133350 h 224647"/>
                <a:gd name="connsiteX3" fmla="*/ 473869 w 523875"/>
                <a:gd name="connsiteY3" fmla="*/ 164306 h 224647"/>
                <a:gd name="connsiteX4" fmla="*/ 523875 w 523875"/>
                <a:gd name="connsiteY4" fmla="*/ 150019 h 224647"/>
                <a:gd name="connsiteX0" fmla="*/ 0 w 523875"/>
                <a:gd name="connsiteY0" fmla="*/ 0 h 225161"/>
                <a:gd name="connsiteX1" fmla="*/ 147637 w 523875"/>
                <a:gd name="connsiteY1" fmla="*/ 221456 h 225161"/>
                <a:gd name="connsiteX2" fmla="*/ 345281 w 523875"/>
                <a:gd name="connsiteY2" fmla="*/ 140494 h 225161"/>
                <a:gd name="connsiteX3" fmla="*/ 473869 w 523875"/>
                <a:gd name="connsiteY3" fmla="*/ 164306 h 225161"/>
                <a:gd name="connsiteX4" fmla="*/ 523875 w 523875"/>
                <a:gd name="connsiteY4" fmla="*/ 150019 h 225161"/>
                <a:gd name="connsiteX0" fmla="*/ 0 w 523875"/>
                <a:gd name="connsiteY0" fmla="*/ 0 h 225136"/>
                <a:gd name="connsiteX1" fmla="*/ 147637 w 523875"/>
                <a:gd name="connsiteY1" fmla="*/ 221456 h 225136"/>
                <a:gd name="connsiteX2" fmla="*/ 345281 w 523875"/>
                <a:gd name="connsiteY2" fmla="*/ 140494 h 225136"/>
                <a:gd name="connsiteX3" fmla="*/ 483394 w 523875"/>
                <a:gd name="connsiteY3" fmla="*/ 169069 h 225136"/>
                <a:gd name="connsiteX4" fmla="*/ 523875 w 523875"/>
                <a:gd name="connsiteY4" fmla="*/ 150019 h 225136"/>
                <a:gd name="connsiteX0" fmla="*/ 0 w 523875"/>
                <a:gd name="connsiteY0" fmla="*/ 0 h 225173"/>
                <a:gd name="connsiteX1" fmla="*/ 147637 w 523875"/>
                <a:gd name="connsiteY1" fmla="*/ 221456 h 225173"/>
                <a:gd name="connsiteX2" fmla="*/ 345281 w 523875"/>
                <a:gd name="connsiteY2" fmla="*/ 140494 h 225173"/>
                <a:gd name="connsiteX3" fmla="*/ 476250 w 523875"/>
                <a:gd name="connsiteY3" fmla="*/ 161925 h 225173"/>
                <a:gd name="connsiteX4" fmla="*/ 523875 w 523875"/>
                <a:gd name="connsiteY4" fmla="*/ 150019 h 2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5" h="225173">
                  <a:moveTo>
                    <a:pt x="0" y="0"/>
                  </a:moveTo>
                  <a:cubicBezTo>
                    <a:pt x="51792" y="104378"/>
                    <a:pt x="90090" y="198040"/>
                    <a:pt x="147637" y="221456"/>
                  </a:cubicBezTo>
                  <a:cubicBezTo>
                    <a:pt x="205184" y="244872"/>
                    <a:pt x="290512" y="150416"/>
                    <a:pt x="345281" y="140494"/>
                  </a:cubicBezTo>
                  <a:cubicBezTo>
                    <a:pt x="400050" y="130572"/>
                    <a:pt x="449659" y="159147"/>
                    <a:pt x="476250" y="161925"/>
                  </a:cubicBezTo>
                  <a:cubicBezTo>
                    <a:pt x="502841" y="164703"/>
                    <a:pt x="512167" y="158551"/>
                    <a:pt x="523875" y="150019"/>
                  </a:cubicBezTo>
                </a:path>
              </a:pathLst>
            </a:cu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82" name="直接连接符 1081">
              <a:extLst>
                <a:ext uri="{FF2B5EF4-FFF2-40B4-BE49-F238E27FC236}">
                  <a16:creationId xmlns:a16="http://schemas.microsoft.com/office/drawing/2014/main" id="{30F02F4B-DF14-FE56-F149-ED893428EEAB}"/>
                </a:ext>
              </a:extLst>
            </p:cNvPr>
            <p:cNvCxnSpPr>
              <a:cxnSpLocks/>
            </p:cNvCxnSpPr>
            <p:nvPr/>
          </p:nvCxnSpPr>
          <p:spPr>
            <a:xfrm>
              <a:off x="972810" y="6588911"/>
              <a:ext cx="186859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直接连接符 1083">
              <a:extLst>
                <a:ext uri="{FF2B5EF4-FFF2-40B4-BE49-F238E27FC236}">
                  <a16:creationId xmlns:a16="http://schemas.microsoft.com/office/drawing/2014/main" id="{EDA3056F-130C-5FD3-8F1D-B40ABE103B14}"/>
                </a:ext>
              </a:extLst>
            </p:cNvPr>
            <p:cNvCxnSpPr>
              <a:cxnSpLocks/>
            </p:cNvCxnSpPr>
            <p:nvPr/>
          </p:nvCxnSpPr>
          <p:spPr>
            <a:xfrm>
              <a:off x="1683543" y="6739723"/>
              <a:ext cx="522000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6B9579C7-1D0B-79F8-52AB-85C17DBFFB57}"/>
              </a:ext>
            </a:extLst>
          </p:cNvPr>
          <p:cNvGrpSpPr/>
          <p:nvPr/>
        </p:nvGrpSpPr>
        <p:grpSpPr>
          <a:xfrm>
            <a:off x="1008528" y="5734607"/>
            <a:ext cx="1232428" cy="355160"/>
            <a:chOff x="972810" y="6422217"/>
            <a:chExt cx="1232428" cy="355160"/>
          </a:xfrm>
        </p:grpSpPr>
        <p:sp>
          <p:nvSpPr>
            <p:cNvPr id="1079" name="任意多边形: 形状 1078">
              <a:extLst>
                <a:ext uri="{FF2B5EF4-FFF2-40B4-BE49-F238E27FC236}">
                  <a16:creationId xmlns:a16="http://schemas.microsoft.com/office/drawing/2014/main" id="{71EBC259-C2C1-6FF2-1B2A-F3CAF4710AA6}"/>
                </a:ext>
              </a:extLst>
            </p:cNvPr>
            <p:cNvSpPr/>
            <p:nvPr/>
          </p:nvSpPr>
          <p:spPr>
            <a:xfrm>
              <a:off x="1162050" y="6422217"/>
              <a:ext cx="611981" cy="355160"/>
            </a:xfrm>
            <a:custGeom>
              <a:avLst/>
              <a:gdLst>
                <a:gd name="connsiteX0" fmla="*/ 0 w 611981"/>
                <a:gd name="connsiteY0" fmla="*/ 0 h 355160"/>
                <a:gd name="connsiteX1" fmla="*/ 80963 w 611981"/>
                <a:gd name="connsiteY1" fmla="*/ 354806 h 355160"/>
                <a:gd name="connsiteX2" fmla="*/ 207169 w 611981"/>
                <a:gd name="connsiteY2" fmla="*/ 69056 h 355160"/>
                <a:gd name="connsiteX3" fmla="*/ 330994 w 611981"/>
                <a:gd name="connsiteY3" fmla="*/ 207169 h 355160"/>
                <a:gd name="connsiteX4" fmla="*/ 461963 w 611981"/>
                <a:gd name="connsiteY4" fmla="*/ 128588 h 355160"/>
                <a:gd name="connsiteX5" fmla="*/ 564356 w 611981"/>
                <a:gd name="connsiteY5" fmla="*/ 169069 h 355160"/>
                <a:gd name="connsiteX6" fmla="*/ 611981 w 611981"/>
                <a:gd name="connsiteY6" fmla="*/ 152400 h 35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1981" h="355160">
                  <a:moveTo>
                    <a:pt x="0" y="0"/>
                  </a:moveTo>
                  <a:cubicBezTo>
                    <a:pt x="23217" y="171648"/>
                    <a:pt x="46435" y="343297"/>
                    <a:pt x="80963" y="354806"/>
                  </a:cubicBezTo>
                  <a:cubicBezTo>
                    <a:pt x="115491" y="366315"/>
                    <a:pt x="165497" y="93662"/>
                    <a:pt x="207169" y="69056"/>
                  </a:cubicBezTo>
                  <a:cubicBezTo>
                    <a:pt x="248841" y="44450"/>
                    <a:pt x="288528" y="197247"/>
                    <a:pt x="330994" y="207169"/>
                  </a:cubicBezTo>
                  <a:cubicBezTo>
                    <a:pt x="373460" y="217091"/>
                    <a:pt x="423069" y="134938"/>
                    <a:pt x="461963" y="128588"/>
                  </a:cubicBezTo>
                  <a:cubicBezTo>
                    <a:pt x="500857" y="122238"/>
                    <a:pt x="539353" y="165100"/>
                    <a:pt x="564356" y="169069"/>
                  </a:cubicBezTo>
                  <a:cubicBezTo>
                    <a:pt x="589359" y="173038"/>
                    <a:pt x="600670" y="162719"/>
                    <a:pt x="611981" y="152400"/>
                  </a:cubicBezTo>
                </a:path>
              </a:pathLst>
            </a:custGeom>
            <a:noFill/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86" name="直接连接符 1085">
              <a:extLst>
                <a:ext uri="{FF2B5EF4-FFF2-40B4-BE49-F238E27FC236}">
                  <a16:creationId xmlns:a16="http://schemas.microsoft.com/office/drawing/2014/main" id="{5B0E0246-B1EE-6178-2133-435F305CF51C}"/>
                </a:ext>
              </a:extLst>
            </p:cNvPr>
            <p:cNvCxnSpPr>
              <a:cxnSpLocks/>
            </p:cNvCxnSpPr>
            <p:nvPr/>
          </p:nvCxnSpPr>
          <p:spPr>
            <a:xfrm>
              <a:off x="972810" y="6424598"/>
              <a:ext cx="186859" cy="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直接连接符 1086">
              <a:extLst>
                <a:ext uri="{FF2B5EF4-FFF2-40B4-BE49-F238E27FC236}">
                  <a16:creationId xmlns:a16="http://schemas.microsoft.com/office/drawing/2014/main" id="{E68DE164-5BD2-ACBB-3519-4D98FF6ECE36}"/>
                </a:ext>
              </a:extLst>
            </p:cNvPr>
            <p:cNvCxnSpPr>
              <a:cxnSpLocks/>
            </p:cNvCxnSpPr>
            <p:nvPr/>
          </p:nvCxnSpPr>
          <p:spPr>
            <a:xfrm>
              <a:off x="1773238" y="6576199"/>
              <a:ext cx="432000" cy="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0" name="直接箭头连接符 101">
            <a:extLst>
              <a:ext uri="{FF2B5EF4-FFF2-40B4-BE49-F238E27FC236}">
                <a16:creationId xmlns:a16="http://schemas.microsoft.com/office/drawing/2014/main" id="{40E34D8C-013B-EA38-5007-AD532BFD874C}"/>
              </a:ext>
            </a:extLst>
          </p:cNvPr>
          <p:cNvCxnSpPr>
            <a:cxnSpLocks/>
          </p:cNvCxnSpPr>
          <p:nvPr/>
        </p:nvCxnSpPr>
        <p:spPr>
          <a:xfrm>
            <a:off x="1194841" y="5611020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B653697D-5231-F059-CD4D-8EBF3B771879}"/>
              </a:ext>
            </a:extLst>
          </p:cNvPr>
          <p:cNvCxnSpPr>
            <a:cxnSpLocks/>
          </p:cNvCxnSpPr>
          <p:nvPr/>
        </p:nvCxnSpPr>
        <p:spPr>
          <a:xfrm>
            <a:off x="1194841" y="5735404"/>
            <a:ext cx="59173" cy="458281"/>
          </a:xfrm>
          <a:prstGeom prst="line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66890834-BFEC-E47B-B183-41380692ABE1}"/>
              </a:ext>
            </a:extLst>
          </p:cNvPr>
          <p:cNvCxnSpPr>
            <a:cxnSpLocks/>
          </p:cNvCxnSpPr>
          <p:nvPr/>
        </p:nvCxnSpPr>
        <p:spPr>
          <a:xfrm>
            <a:off x="1194307" y="5734753"/>
            <a:ext cx="201615" cy="433197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9021F4FC-5B5D-98DC-2B10-6B5122E2055E}"/>
              </a:ext>
            </a:extLst>
          </p:cNvPr>
          <p:cNvCxnSpPr>
            <a:cxnSpLocks/>
          </p:cNvCxnSpPr>
          <p:nvPr/>
        </p:nvCxnSpPr>
        <p:spPr>
          <a:xfrm>
            <a:off x="1342230" y="5962150"/>
            <a:ext cx="414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D8CDBA86-8AC0-6814-BD11-134354FF8901}"/>
              </a:ext>
            </a:extLst>
          </p:cNvPr>
          <p:cNvCxnSpPr>
            <a:cxnSpLocks/>
          </p:cNvCxnSpPr>
          <p:nvPr/>
        </p:nvCxnSpPr>
        <p:spPr>
          <a:xfrm>
            <a:off x="1278034" y="6089147"/>
            <a:ext cx="468000" cy="0"/>
          </a:xfrm>
          <a:prstGeom prst="line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弧形 138">
            <a:extLst>
              <a:ext uri="{FF2B5EF4-FFF2-40B4-BE49-F238E27FC236}">
                <a16:creationId xmlns:a16="http://schemas.microsoft.com/office/drawing/2014/main" id="{720403C3-A04D-5C05-7E49-5B09BF7D2124}"/>
              </a:ext>
            </a:extLst>
          </p:cNvPr>
          <p:cNvSpPr/>
          <p:nvPr/>
        </p:nvSpPr>
        <p:spPr>
          <a:xfrm rot="6505422">
            <a:off x="1216056" y="6044444"/>
            <a:ext cx="141270" cy="216781"/>
          </a:xfrm>
          <a:prstGeom prst="arc">
            <a:avLst/>
          </a:prstGeom>
          <a:ln w="6350">
            <a:solidFill>
              <a:schemeClr val="tx1"/>
            </a:solidFill>
            <a:headEnd type="none" w="med" len="med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0" name="直接箭头连接符 101">
            <a:extLst>
              <a:ext uri="{FF2B5EF4-FFF2-40B4-BE49-F238E27FC236}">
                <a16:creationId xmlns:a16="http://schemas.microsoft.com/office/drawing/2014/main" id="{A1D3B2D7-CE31-0E68-0FC7-566FA9FE1684}"/>
              </a:ext>
            </a:extLst>
          </p:cNvPr>
          <p:cNvCxnSpPr>
            <a:cxnSpLocks/>
          </p:cNvCxnSpPr>
          <p:nvPr/>
        </p:nvCxnSpPr>
        <p:spPr>
          <a:xfrm>
            <a:off x="1644965" y="5972443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6855B7A-20FF-3C3B-6B3B-0B3CD77B016A}"/>
              </a:ext>
            </a:extLst>
          </p:cNvPr>
          <p:cNvSpPr txBox="1"/>
          <p:nvPr/>
        </p:nvSpPr>
        <p:spPr>
          <a:xfrm>
            <a:off x="1648843" y="5930934"/>
            <a:ext cx="68480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Nadir increase</a:t>
            </a:r>
            <a:endParaRPr lang="en-GB" sz="6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D9B9689E-F8C5-1BB2-A35E-FF3345318BEA}"/>
              </a:ext>
            </a:extLst>
          </p:cNvPr>
          <p:cNvSpPr txBox="1"/>
          <p:nvPr/>
        </p:nvSpPr>
        <p:spPr>
          <a:xfrm>
            <a:off x="1325907" y="6105493"/>
            <a:ext cx="74411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 err="1">
                <a:latin typeface="Arial" panose="020B0604020202020204" pitchFamily="34" charset="0"/>
                <a:cs typeface="Arial" panose="020B0604020202020204" pitchFamily="34" charset="0"/>
              </a:rPr>
              <a:t>RoCoF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increase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35429CCA-E817-8D94-2791-71D1785A4BBA}"/>
              </a:ext>
            </a:extLst>
          </p:cNvPr>
          <p:cNvSpPr/>
          <p:nvPr/>
        </p:nvSpPr>
        <p:spPr>
          <a:xfrm>
            <a:off x="2869543" y="5564711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1DC713E4-A159-0A9E-D49E-5002B1762E4E}"/>
              </a:ext>
            </a:extLst>
          </p:cNvPr>
          <p:cNvSpPr txBox="1"/>
          <p:nvPr/>
        </p:nvSpPr>
        <p:spPr>
          <a:xfrm>
            <a:off x="3689843" y="6244550"/>
            <a:ext cx="5693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Time (sec.)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10FD9763-1C16-7F28-73F2-2B6914E8E4F2}"/>
              </a:ext>
            </a:extLst>
          </p:cNvPr>
          <p:cNvSpPr txBox="1"/>
          <p:nvPr/>
        </p:nvSpPr>
        <p:spPr>
          <a:xfrm rot="16200000">
            <a:off x="2450844" y="5837302"/>
            <a:ext cx="65274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Voltage (Volt)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AC50E659-7B43-7B15-9415-1F73D5109E66}"/>
              </a:ext>
            </a:extLst>
          </p:cNvPr>
          <p:cNvCxnSpPr>
            <a:cxnSpLocks/>
          </p:cNvCxnSpPr>
          <p:nvPr/>
        </p:nvCxnSpPr>
        <p:spPr>
          <a:xfrm>
            <a:off x="2869757" y="5780643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709B6E6-8704-EB06-F8F1-F0822981FC82}"/>
              </a:ext>
            </a:extLst>
          </p:cNvPr>
          <p:cNvCxnSpPr>
            <a:cxnSpLocks/>
          </p:cNvCxnSpPr>
          <p:nvPr/>
        </p:nvCxnSpPr>
        <p:spPr>
          <a:xfrm>
            <a:off x="2871717" y="6067423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D83A43F1-1051-D24D-CFDA-098C5AC41E58}"/>
              </a:ext>
            </a:extLst>
          </p:cNvPr>
          <p:cNvSpPr txBox="1"/>
          <p:nvPr/>
        </p:nvSpPr>
        <p:spPr>
          <a:xfrm>
            <a:off x="3858629" y="5833837"/>
            <a:ext cx="43473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FCE412A1-D03D-F27C-AA0C-8EC1C6FDF751}"/>
              </a:ext>
            </a:extLst>
          </p:cNvPr>
          <p:cNvSpPr txBox="1"/>
          <p:nvPr/>
        </p:nvSpPr>
        <p:spPr>
          <a:xfrm>
            <a:off x="2664098" y="5413957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4FF71F2D-53FB-CA15-853D-DCA1BB063BD5}"/>
              </a:ext>
            </a:extLst>
          </p:cNvPr>
          <p:cNvCxnSpPr>
            <a:cxnSpLocks/>
          </p:cNvCxnSpPr>
          <p:nvPr/>
        </p:nvCxnSpPr>
        <p:spPr>
          <a:xfrm>
            <a:off x="2870966" y="5925640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1255074B-D896-9DEF-BE34-CDBD3766C7BF}"/>
              </a:ext>
            </a:extLst>
          </p:cNvPr>
          <p:cNvSpPr txBox="1"/>
          <p:nvPr/>
        </p:nvSpPr>
        <p:spPr>
          <a:xfrm>
            <a:off x="3881630" y="5685847"/>
            <a:ext cx="385042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+15%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DD680E37-C645-738C-8716-7A72AC1E139F}"/>
              </a:ext>
            </a:extLst>
          </p:cNvPr>
          <p:cNvSpPr txBox="1"/>
          <p:nvPr/>
        </p:nvSpPr>
        <p:spPr>
          <a:xfrm>
            <a:off x="2807962" y="6102487"/>
            <a:ext cx="646331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Undervoltage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B0CEBD24-9D2A-776F-343C-AFA0E5F1C024}"/>
              </a:ext>
            </a:extLst>
          </p:cNvPr>
          <p:cNvSpPr txBox="1"/>
          <p:nvPr/>
        </p:nvSpPr>
        <p:spPr>
          <a:xfrm>
            <a:off x="3673961" y="5497926"/>
            <a:ext cx="39946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Peaks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201C7F9-4E5A-034F-EEB2-34DF09305D55}"/>
              </a:ext>
            </a:extLst>
          </p:cNvPr>
          <p:cNvSpPr txBox="1"/>
          <p:nvPr/>
        </p:nvSpPr>
        <p:spPr>
          <a:xfrm>
            <a:off x="3891416" y="5966281"/>
            <a:ext cx="36580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-15%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681BB66C-3626-6143-F00E-4D136DE1F1C8}"/>
              </a:ext>
            </a:extLst>
          </p:cNvPr>
          <p:cNvSpPr/>
          <p:nvPr/>
        </p:nvSpPr>
        <p:spPr>
          <a:xfrm>
            <a:off x="2870379" y="5606987"/>
            <a:ext cx="1062000" cy="520700"/>
          </a:xfrm>
          <a:custGeom>
            <a:avLst/>
            <a:gdLst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20725 w 1073150"/>
              <a:gd name="connsiteY8" fmla="*/ 323850 h 520700"/>
              <a:gd name="connsiteX9" fmla="*/ 806450 w 1073150"/>
              <a:gd name="connsiteY9" fmla="*/ 323850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06450 w 1073150"/>
              <a:gd name="connsiteY9" fmla="*/ 323850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08038 w 1073150"/>
              <a:gd name="connsiteY9" fmla="*/ 319088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12800 w 1073150"/>
              <a:gd name="connsiteY9" fmla="*/ 320676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12800 w 1073150"/>
              <a:gd name="connsiteY9" fmla="*/ 320676 h 520700"/>
              <a:gd name="connsiteX10" fmla="*/ 866775 w 1073150"/>
              <a:gd name="connsiteY10" fmla="*/ 0 h 520700"/>
              <a:gd name="connsiteX11" fmla="*/ 925512 w 1073150"/>
              <a:gd name="connsiteY11" fmla="*/ 319088 h 520700"/>
              <a:gd name="connsiteX12" fmla="*/ 1073150 w 1073150"/>
              <a:gd name="connsiteY12" fmla="*/ 323850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20676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15914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09563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09625 w 1074738"/>
              <a:gd name="connsiteY9" fmla="*/ 306390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1213 w 1074738"/>
              <a:gd name="connsiteY9" fmla="*/ 315915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1213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2265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74738" h="520700">
                <a:moveTo>
                  <a:pt x="0" y="320675"/>
                </a:moveTo>
                <a:lnTo>
                  <a:pt x="119062" y="320675"/>
                </a:lnTo>
                <a:lnTo>
                  <a:pt x="184150" y="520700"/>
                </a:lnTo>
                <a:lnTo>
                  <a:pt x="301625" y="520700"/>
                </a:lnTo>
                <a:lnTo>
                  <a:pt x="374650" y="319087"/>
                </a:lnTo>
                <a:lnTo>
                  <a:pt x="463550" y="319087"/>
                </a:lnTo>
                <a:lnTo>
                  <a:pt x="528637" y="119062"/>
                </a:lnTo>
                <a:lnTo>
                  <a:pt x="660400" y="119062"/>
                </a:lnTo>
                <a:lnTo>
                  <a:pt x="715962" y="319088"/>
                </a:lnTo>
                <a:cubicBezTo>
                  <a:pt x="748241" y="318560"/>
                  <a:pt x="812271" y="319618"/>
                  <a:pt x="812800" y="317503"/>
                </a:cubicBezTo>
                <a:lnTo>
                  <a:pt x="866775" y="0"/>
                </a:lnTo>
                <a:lnTo>
                  <a:pt x="925512" y="319088"/>
                </a:lnTo>
                <a:lnTo>
                  <a:pt x="1074738" y="319087"/>
                </a:lnTo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0ADAE5C0-B446-31D8-3656-080BA8FC2FB2}"/>
              </a:ext>
            </a:extLst>
          </p:cNvPr>
          <p:cNvSpPr txBox="1"/>
          <p:nvPr/>
        </p:nvSpPr>
        <p:spPr>
          <a:xfrm>
            <a:off x="3137641" y="5561471"/>
            <a:ext cx="60144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Overvoltage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6F502DBF-AC52-0BC5-12F3-69A6831E87DA}"/>
              </a:ext>
            </a:extLst>
          </p:cNvPr>
          <p:cNvSpPr/>
          <p:nvPr/>
        </p:nvSpPr>
        <p:spPr>
          <a:xfrm>
            <a:off x="4690022" y="5564711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5C7E6428-A70C-D282-EF49-E232FE632B28}"/>
              </a:ext>
            </a:extLst>
          </p:cNvPr>
          <p:cNvSpPr txBox="1"/>
          <p:nvPr/>
        </p:nvSpPr>
        <p:spPr>
          <a:xfrm rot="16200000">
            <a:off x="4284149" y="5834130"/>
            <a:ext cx="62709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823094D1-DDA5-D056-ECAB-AC8175F384EF}"/>
              </a:ext>
            </a:extLst>
          </p:cNvPr>
          <p:cNvSpPr txBox="1"/>
          <p:nvPr/>
        </p:nvSpPr>
        <p:spPr>
          <a:xfrm>
            <a:off x="5742905" y="5461198"/>
            <a:ext cx="32252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FD1CDD49-0F03-2C2F-352C-240CD1A39D5C}"/>
              </a:ext>
            </a:extLst>
          </p:cNvPr>
          <p:cNvSpPr txBox="1"/>
          <p:nvPr/>
        </p:nvSpPr>
        <p:spPr>
          <a:xfrm>
            <a:off x="4652612" y="5456465"/>
            <a:ext cx="58381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Occurrence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CA4903E6-D0AB-C779-1185-74A6D907C8CA}"/>
              </a:ext>
            </a:extLst>
          </p:cNvPr>
          <p:cNvSpPr txBox="1"/>
          <p:nvPr/>
        </p:nvSpPr>
        <p:spPr>
          <a:xfrm>
            <a:off x="4612717" y="6256007"/>
            <a:ext cx="598241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04-28 12:33</a:t>
            </a:r>
            <a:endParaRPr lang="en-GB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3F3EA306-9AA4-08BD-A0A7-56D29E415FAB}"/>
              </a:ext>
            </a:extLst>
          </p:cNvPr>
          <p:cNvSpPr txBox="1"/>
          <p:nvPr/>
        </p:nvSpPr>
        <p:spPr>
          <a:xfrm>
            <a:off x="4499871" y="5413208"/>
            <a:ext cx="2183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8" name="直接箭头连接符 101">
            <a:extLst>
              <a:ext uri="{FF2B5EF4-FFF2-40B4-BE49-F238E27FC236}">
                <a16:creationId xmlns:a16="http://schemas.microsoft.com/office/drawing/2014/main" id="{6F113144-FB72-15B0-9E55-A1F2DF244D69}"/>
              </a:ext>
            </a:extLst>
          </p:cNvPr>
          <p:cNvCxnSpPr>
            <a:cxnSpLocks/>
          </p:cNvCxnSpPr>
          <p:nvPr/>
        </p:nvCxnSpPr>
        <p:spPr>
          <a:xfrm>
            <a:off x="4882901" y="5611020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文本框 202">
            <a:extLst>
              <a:ext uri="{FF2B5EF4-FFF2-40B4-BE49-F238E27FC236}">
                <a16:creationId xmlns:a16="http://schemas.microsoft.com/office/drawing/2014/main" id="{AD18ED3E-CA9A-6802-9F5A-6E57EBE23952}"/>
              </a:ext>
            </a:extLst>
          </p:cNvPr>
          <p:cNvSpPr txBox="1"/>
          <p:nvPr/>
        </p:nvSpPr>
        <p:spPr>
          <a:xfrm>
            <a:off x="5229474" y="5999147"/>
            <a:ext cx="634369" cy="18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Grid restoration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0F2FF2C4-6FDA-CDBE-336F-EB62C93B42BB}"/>
              </a:ext>
            </a:extLst>
          </p:cNvPr>
          <p:cNvSpPr txBox="1"/>
          <p:nvPr/>
        </p:nvSpPr>
        <p:spPr>
          <a:xfrm>
            <a:off x="4833548" y="5882443"/>
            <a:ext cx="417958" cy="18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Failure occurs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8" name="直接箭头连接符 101">
            <a:extLst>
              <a:ext uri="{FF2B5EF4-FFF2-40B4-BE49-F238E27FC236}">
                <a16:creationId xmlns:a16="http://schemas.microsoft.com/office/drawing/2014/main" id="{8B0E5AA6-C3A1-71E0-192A-545EFA43C8BB}"/>
              </a:ext>
            </a:extLst>
          </p:cNvPr>
          <p:cNvCxnSpPr>
            <a:cxnSpLocks/>
          </p:cNvCxnSpPr>
          <p:nvPr/>
        </p:nvCxnSpPr>
        <p:spPr>
          <a:xfrm flipV="1">
            <a:off x="5906553" y="5611020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United Kingdom flag round icon. UK flag symbol. Official color scheme.  British flag in circle. Circular button, banner. National sign. 32426157 PNG">
            <a:extLst>
              <a:ext uri="{FF2B5EF4-FFF2-40B4-BE49-F238E27FC236}">
                <a16:creationId xmlns:a16="http://schemas.microsoft.com/office/drawing/2014/main" id="{E961375F-9BB6-275C-F94F-30F50C658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29" y="2246288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sa Flag In Circle Images – Browse 36,149 Stock Photos, Vectors, and Video  | Adobe Stock">
            <a:extLst>
              <a:ext uri="{FF2B5EF4-FFF2-40B4-BE49-F238E27FC236}">
                <a16:creationId xmlns:a16="http://schemas.microsoft.com/office/drawing/2014/main" id="{EB893A1F-7090-5EDE-C2FE-9B18482244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969" r="1713" b="1517"/>
          <a:stretch>
            <a:fillRect/>
          </a:stretch>
        </p:blipFill>
        <p:spPr bwMode="auto">
          <a:xfrm>
            <a:off x="3048017" y="2248268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Round flag of the Netherlands . Netherlands round button flag vector.  National Dutch flag 27438631 Vector Art at Vecteezy">
            <a:extLst>
              <a:ext uri="{FF2B5EF4-FFF2-40B4-BE49-F238E27FC236}">
                <a16:creationId xmlns:a16="http://schemas.microsoft.com/office/drawing/2014/main" id="{B2EB11A1-C7EA-B6E2-D8DB-B66B03DE4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022" y="2248158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1,000+ Australia Flag Circle Stock Photos, Pictures &amp; Royalty-Free Images -  iStock">
            <a:extLst>
              <a:ext uri="{FF2B5EF4-FFF2-40B4-BE49-F238E27FC236}">
                <a16:creationId xmlns:a16="http://schemas.microsoft.com/office/drawing/2014/main" id="{11007D37-5795-F974-87B1-9D62F5D1EF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9" t="21012" r="21205" b="21396"/>
          <a:stretch>
            <a:fillRect/>
          </a:stretch>
        </p:blipFill>
        <p:spPr bwMode="auto">
          <a:xfrm>
            <a:off x="999472" y="5159616"/>
            <a:ext cx="144181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pain flag icon - Country flags">
            <a:extLst>
              <a:ext uri="{FF2B5EF4-FFF2-40B4-BE49-F238E27FC236}">
                <a16:creationId xmlns:a16="http://schemas.microsoft.com/office/drawing/2014/main" id="{EE723E1D-C6CA-D437-E761-39A8C0364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056" y="5159616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 descr="Malta flag icon - Country flags">
            <a:extLst>
              <a:ext uri="{FF2B5EF4-FFF2-40B4-BE49-F238E27FC236}">
                <a16:creationId xmlns:a16="http://schemas.microsoft.com/office/drawing/2014/main" id="{E6276AD3-FC5C-B0C5-BCAF-6EEFCD020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009" y="5161280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CFDB3DF3-BA4D-6A78-C0C4-72BD719ACB6F}"/>
              </a:ext>
            </a:extLst>
          </p:cNvPr>
          <p:cNvCxnSpPr>
            <a:cxnSpLocks/>
          </p:cNvCxnSpPr>
          <p:nvPr/>
        </p:nvCxnSpPr>
        <p:spPr>
          <a:xfrm rot="5400000">
            <a:off x="5645555" y="6022442"/>
            <a:ext cx="522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0EDF1773-8835-1D43-3D41-2ACC6790436E}"/>
              </a:ext>
            </a:extLst>
          </p:cNvPr>
          <p:cNvCxnSpPr>
            <a:cxnSpLocks/>
          </p:cNvCxnSpPr>
          <p:nvPr/>
        </p:nvCxnSpPr>
        <p:spPr>
          <a:xfrm rot="5400000">
            <a:off x="4622816" y="6021948"/>
            <a:ext cx="522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2B2D59EE-782F-7CC4-A0A9-53EA8074FF58}"/>
              </a:ext>
            </a:extLst>
          </p:cNvPr>
          <p:cNvSpPr txBox="1"/>
          <p:nvPr/>
        </p:nvSpPr>
        <p:spPr>
          <a:xfrm>
            <a:off x="5614417" y="6261387"/>
            <a:ext cx="5549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04-29 0:40</a:t>
            </a:r>
            <a:endParaRPr lang="en-GB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57230189-AB23-F8AB-F4BC-C7111E7CF44A}"/>
              </a:ext>
            </a:extLst>
          </p:cNvPr>
          <p:cNvCxnSpPr>
            <a:cxnSpLocks/>
            <a:stCxn id="222" idx="0"/>
          </p:cNvCxnSpPr>
          <p:nvPr/>
        </p:nvCxnSpPr>
        <p:spPr>
          <a:xfrm flipV="1">
            <a:off x="5412851" y="3705022"/>
            <a:ext cx="0" cy="118716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644E44F1-DBA2-28AB-8416-5724028A30D5}"/>
              </a:ext>
            </a:extLst>
          </p:cNvPr>
          <p:cNvCxnSpPr>
            <a:cxnSpLocks/>
            <a:stCxn id="78" idx="0"/>
          </p:cNvCxnSpPr>
          <p:nvPr/>
        </p:nvCxnSpPr>
        <p:spPr>
          <a:xfrm flipV="1">
            <a:off x="5703740" y="3705022"/>
            <a:ext cx="0" cy="128878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4A635563-4823-6560-9B9C-6F6C531C8583}"/>
              </a:ext>
            </a:extLst>
          </p:cNvPr>
          <p:cNvCxnSpPr>
            <a:cxnSpLocks/>
            <a:stCxn id="179" idx="2"/>
          </p:cNvCxnSpPr>
          <p:nvPr/>
        </p:nvCxnSpPr>
        <p:spPr>
          <a:xfrm>
            <a:off x="5567197" y="3540204"/>
            <a:ext cx="0" cy="162000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4" name="图片 1023" descr="图标&#10;&#10;AI 生成的内容可能不正确。">
            <a:extLst>
              <a:ext uri="{FF2B5EF4-FFF2-40B4-BE49-F238E27FC236}">
                <a16:creationId xmlns:a16="http://schemas.microsoft.com/office/drawing/2014/main" id="{CA6BBB17-5855-AB4D-3896-F8417EE3551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167081" y="3394879"/>
            <a:ext cx="216000" cy="145046"/>
          </a:xfrm>
          <a:prstGeom prst="rect">
            <a:avLst/>
          </a:prstGeom>
        </p:spPr>
      </p:pic>
      <p:cxnSp>
        <p:nvCxnSpPr>
          <p:cNvPr id="1026" name="直接箭头连接符 1025">
            <a:extLst>
              <a:ext uri="{FF2B5EF4-FFF2-40B4-BE49-F238E27FC236}">
                <a16:creationId xmlns:a16="http://schemas.microsoft.com/office/drawing/2014/main" id="{74DEF499-E675-FB65-F3AF-70D5F4052A5F}"/>
              </a:ext>
            </a:extLst>
          </p:cNvPr>
          <p:cNvCxnSpPr>
            <a:cxnSpLocks/>
            <a:stCxn id="1024" idx="2"/>
          </p:cNvCxnSpPr>
          <p:nvPr/>
        </p:nvCxnSpPr>
        <p:spPr>
          <a:xfrm>
            <a:off x="5275081" y="3539925"/>
            <a:ext cx="0" cy="162000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56B8A686-5F26-40F4-83A0-E1C8A878E9AE}"/>
              </a:ext>
            </a:extLst>
          </p:cNvPr>
          <p:cNvSpPr/>
          <p:nvPr/>
        </p:nvSpPr>
        <p:spPr>
          <a:xfrm>
            <a:off x="3760788" y="3539922"/>
            <a:ext cx="2111375" cy="376237"/>
          </a:xfrm>
          <a:custGeom>
            <a:avLst/>
            <a:gdLst>
              <a:gd name="connsiteX0" fmla="*/ 0 w 2111375"/>
              <a:gd name="connsiteY0" fmla="*/ 376237 h 376237"/>
              <a:gd name="connsiteX1" fmla="*/ 725487 w 2111375"/>
              <a:gd name="connsiteY1" fmla="*/ 376237 h 376237"/>
              <a:gd name="connsiteX2" fmla="*/ 725487 w 2111375"/>
              <a:gd name="connsiteY2" fmla="*/ 165100 h 376237"/>
              <a:gd name="connsiteX3" fmla="*/ 2111375 w 2111375"/>
              <a:gd name="connsiteY3" fmla="*/ 165100 h 376237"/>
              <a:gd name="connsiteX4" fmla="*/ 2111375 w 2111375"/>
              <a:gd name="connsiteY4" fmla="*/ 0 h 376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1375" h="376237">
                <a:moveTo>
                  <a:pt x="0" y="376237"/>
                </a:moveTo>
                <a:lnTo>
                  <a:pt x="725487" y="376237"/>
                </a:lnTo>
                <a:lnTo>
                  <a:pt x="725487" y="165100"/>
                </a:lnTo>
                <a:lnTo>
                  <a:pt x="2111375" y="165100"/>
                </a:lnTo>
                <a:lnTo>
                  <a:pt x="2111375" y="0"/>
                </a:lnTo>
              </a:path>
            </a:pathLst>
          </a:custGeom>
          <a:noFill/>
          <a:ln w="6350">
            <a:solidFill>
              <a:schemeClr val="accent1"/>
            </a:solidFill>
            <a:headEnd type="stealth" w="sm" len="sm"/>
            <a:tail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9379FB2B-84D3-7764-C632-44E8F3B53E6D}"/>
              </a:ext>
            </a:extLst>
          </p:cNvPr>
          <p:cNvCxnSpPr>
            <a:cxnSpLocks/>
          </p:cNvCxnSpPr>
          <p:nvPr/>
        </p:nvCxnSpPr>
        <p:spPr>
          <a:xfrm rot="5400000">
            <a:off x="3429000" y="-2155267"/>
            <a:ext cx="0" cy="64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919A5B0-BFE2-0A89-DCC5-2758D212029F}"/>
              </a:ext>
            </a:extLst>
          </p:cNvPr>
          <p:cNvCxnSpPr>
            <a:cxnSpLocks/>
          </p:cNvCxnSpPr>
          <p:nvPr/>
        </p:nvCxnSpPr>
        <p:spPr>
          <a:xfrm>
            <a:off x="773394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E1A07759-B4D2-EA4F-260E-2080D429899B}"/>
              </a:ext>
            </a:extLst>
          </p:cNvPr>
          <p:cNvCxnSpPr>
            <a:cxnSpLocks/>
          </p:cNvCxnSpPr>
          <p:nvPr/>
        </p:nvCxnSpPr>
        <p:spPr>
          <a:xfrm>
            <a:off x="6081994" y="-356733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898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3B04C-8B9D-1D59-C1F2-A41419F84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BA7F9EAE-E7BB-73E4-00DF-6B6DCCC584B0}"/>
              </a:ext>
            </a:extLst>
          </p:cNvPr>
          <p:cNvCxnSpPr>
            <a:cxnSpLocks/>
          </p:cNvCxnSpPr>
          <p:nvPr/>
        </p:nvCxnSpPr>
        <p:spPr>
          <a:xfrm rot="5400000">
            <a:off x="3429000" y="-2155267"/>
            <a:ext cx="0" cy="64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图表 40">
            <a:extLst>
              <a:ext uri="{FF2B5EF4-FFF2-40B4-BE49-F238E27FC236}">
                <a16:creationId xmlns:a16="http://schemas.microsoft.com/office/drawing/2014/main" id="{54C918F9-35BB-0CAD-D9FF-92124AE293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5924576"/>
              </p:ext>
            </p:extLst>
          </p:nvPr>
        </p:nvGraphicFramePr>
        <p:xfrm>
          <a:off x="869830" y="1127910"/>
          <a:ext cx="1573200" cy="9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1" name="图表 70">
            <a:extLst>
              <a:ext uri="{FF2B5EF4-FFF2-40B4-BE49-F238E27FC236}">
                <a16:creationId xmlns:a16="http://schemas.microsoft.com/office/drawing/2014/main" id="{A5314541-1457-B922-B2B0-CC8E571436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0110668"/>
              </p:ext>
            </p:extLst>
          </p:nvPr>
        </p:nvGraphicFramePr>
        <p:xfrm>
          <a:off x="3369391" y="6356053"/>
          <a:ext cx="828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5" name="图表 74">
            <a:extLst>
              <a:ext uri="{FF2B5EF4-FFF2-40B4-BE49-F238E27FC236}">
                <a16:creationId xmlns:a16="http://schemas.microsoft.com/office/drawing/2014/main" id="{9C095909-2CE3-9CE2-AA88-DD2E6D4D5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4256278"/>
              </p:ext>
            </p:extLst>
          </p:nvPr>
        </p:nvGraphicFramePr>
        <p:xfrm>
          <a:off x="2864205" y="1295659"/>
          <a:ext cx="1296000" cy="6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9" name="图表 78">
            <a:extLst>
              <a:ext uri="{FF2B5EF4-FFF2-40B4-BE49-F238E27FC236}">
                <a16:creationId xmlns:a16="http://schemas.microsoft.com/office/drawing/2014/main" id="{D51E98B2-2DEE-04A7-11DB-4067FE26AA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353507"/>
              </p:ext>
            </p:extLst>
          </p:nvPr>
        </p:nvGraphicFramePr>
        <p:xfrm>
          <a:off x="854843" y="6151424"/>
          <a:ext cx="1594800" cy="104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177C29DC-5838-F9E6-8D9C-A48AD83C2522}"/>
              </a:ext>
            </a:extLst>
          </p:cNvPr>
          <p:cNvSpPr/>
          <p:nvPr/>
        </p:nvSpPr>
        <p:spPr>
          <a:xfrm>
            <a:off x="861102" y="2111837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6A6DEF64-040C-E16B-5D3B-4974689A55F8}"/>
              </a:ext>
            </a:extLst>
          </p:cNvPr>
          <p:cNvSpPr/>
          <p:nvPr/>
        </p:nvSpPr>
        <p:spPr>
          <a:xfrm>
            <a:off x="2727555" y="2111837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B847B1B2-00DD-951E-D62B-375393B9C2E0}"/>
              </a:ext>
            </a:extLst>
          </p:cNvPr>
          <p:cNvSpPr txBox="1"/>
          <p:nvPr/>
        </p:nvSpPr>
        <p:spPr>
          <a:xfrm rot="16200000">
            <a:off x="613756" y="1478307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14AF6CE0-6B06-07A6-5F9D-AB246B41A185}"/>
              </a:ext>
            </a:extLst>
          </p:cNvPr>
          <p:cNvSpPr txBox="1"/>
          <p:nvPr/>
        </p:nvSpPr>
        <p:spPr>
          <a:xfrm>
            <a:off x="980004" y="1924881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Day1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C258C607-651C-1513-AC48-23FF1527910E}"/>
              </a:ext>
            </a:extLst>
          </p:cNvPr>
          <p:cNvSpPr txBox="1"/>
          <p:nvPr/>
        </p:nvSpPr>
        <p:spPr>
          <a:xfrm>
            <a:off x="1316429" y="1924881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AD2FF69-D6A8-3652-2057-7A836F305FEF}"/>
              </a:ext>
            </a:extLst>
          </p:cNvPr>
          <p:cNvSpPr txBox="1"/>
          <p:nvPr/>
        </p:nvSpPr>
        <p:spPr>
          <a:xfrm>
            <a:off x="1654977" y="1924881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Day3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F29052EB-19B4-1A0F-AEC3-563065845BF5}"/>
              </a:ext>
            </a:extLst>
          </p:cNvPr>
          <p:cNvSpPr/>
          <p:nvPr/>
        </p:nvSpPr>
        <p:spPr>
          <a:xfrm>
            <a:off x="2862809" y="1225372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C540CF3B-521D-4E67-D03F-8B3E53EC98F1}"/>
              </a:ext>
            </a:extLst>
          </p:cNvPr>
          <p:cNvSpPr txBox="1"/>
          <p:nvPr/>
        </p:nvSpPr>
        <p:spPr>
          <a:xfrm>
            <a:off x="3371015" y="1924249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FF6BBDBE-B42C-511D-3AC8-ADA2487668C3}"/>
              </a:ext>
            </a:extLst>
          </p:cNvPr>
          <p:cNvSpPr txBox="1"/>
          <p:nvPr/>
        </p:nvSpPr>
        <p:spPr>
          <a:xfrm>
            <a:off x="3965543" y="1924249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F8DC5540-4554-656F-7ADD-860420C72329}"/>
              </a:ext>
            </a:extLst>
          </p:cNvPr>
          <p:cNvSpPr txBox="1"/>
          <p:nvPr/>
        </p:nvSpPr>
        <p:spPr>
          <a:xfrm>
            <a:off x="3672722" y="1924249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3D7C294-58F0-E3A0-D522-4A45EA5A4D33}"/>
              </a:ext>
            </a:extLst>
          </p:cNvPr>
          <p:cNvSpPr txBox="1"/>
          <p:nvPr/>
        </p:nvSpPr>
        <p:spPr>
          <a:xfrm>
            <a:off x="2765680" y="1925191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28D490E-C9DC-C928-31F8-C1A6B3E01D1E}"/>
              </a:ext>
            </a:extLst>
          </p:cNvPr>
          <p:cNvSpPr txBox="1"/>
          <p:nvPr/>
        </p:nvSpPr>
        <p:spPr>
          <a:xfrm>
            <a:off x="3090757" y="1922525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文本框 1026">
            <a:extLst>
              <a:ext uri="{FF2B5EF4-FFF2-40B4-BE49-F238E27FC236}">
                <a16:creationId xmlns:a16="http://schemas.microsoft.com/office/drawing/2014/main" id="{FEAA37DB-FA0E-7A81-5078-89244F77547E}"/>
              </a:ext>
            </a:extLst>
          </p:cNvPr>
          <p:cNvSpPr txBox="1"/>
          <p:nvPr/>
        </p:nvSpPr>
        <p:spPr>
          <a:xfrm rot="16200000">
            <a:off x="2469725" y="1476438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9" name="文本框 1028">
            <a:extLst>
              <a:ext uri="{FF2B5EF4-FFF2-40B4-BE49-F238E27FC236}">
                <a16:creationId xmlns:a16="http://schemas.microsoft.com/office/drawing/2014/main" id="{D477AB02-3145-5AE2-70E4-3A117134E6DD}"/>
              </a:ext>
            </a:extLst>
          </p:cNvPr>
          <p:cNvSpPr txBox="1"/>
          <p:nvPr/>
        </p:nvSpPr>
        <p:spPr>
          <a:xfrm>
            <a:off x="766032" y="1080840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1" name="文本框 1030">
            <a:extLst>
              <a:ext uri="{FF2B5EF4-FFF2-40B4-BE49-F238E27FC236}">
                <a16:creationId xmlns:a16="http://schemas.microsoft.com/office/drawing/2014/main" id="{F7EF609E-8E87-6D88-EF81-A1E4BA36611A}"/>
              </a:ext>
            </a:extLst>
          </p:cNvPr>
          <p:cNvSpPr txBox="1"/>
          <p:nvPr/>
        </p:nvSpPr>
        <p:spPr>
          <a:xfrm>
            <a:off x="2651993" y="1083107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0" name="任意多边形: 形状 1039">
            <a:extLst>
              <a:ext uri="{FF2B5EF4-FFF2-40B4-BE49-F238E27FC236}">
                <a16:creationId xmlns:a16="http://schemas.microsoft.com/office/drawing/2014/main" id="{FEF6EAB4-700C-33AA-7418-672129152740}"/>
              </a:ext>
            </a:extLst>
          </p:cNvPr>
          <p:cNvSpPr/>
          <p:nvPr/>
        </p:nvSpPr>
        <p:spPr>
          <a:xfrm flipV="1">
            <a:off x="861896" y="6176710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41" name="任意多边形: 形状 1040">
            <a:extLst>
              <a:ext uri="{FF2B5EF4-FFF2-40B4-BE49-F238E27FC236}">
                <a16:creationId xmlns:a16="http://schemas.microsoft.com/office/drawing/2014/main" id="{65BA8AA4-2DA6-1229-AC0C-D44C006DDF0A}"/>
              </a:ext>
            </a:extLst>
          </p:cNvPr>
          <p:cNvSpPr/>
          <p:nvPr/>
        </p:nvSpPr>
        <p:spPr>
          <a:xfrm flipV="1">
            <a:off x="2726656" y="6174533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42" name="任意多边形: 形状 1041">
            <a:extLst>
              <a:ext uri="{FF2B5EF4-FFF2-40B4-BE49-F238E27FC236}">
                <a16:creationId xmlns:a16="http://schemas.microsoft.com/office/drawing/2014/main" id="{DC472C39-7E3B-F7D0-6E98-D3F0DAA76D19}"/>
              </a:ext>
            </a:extLst>
          </p:cNvPr>
          <p:cNvSpPr/>
          <p:nvPr/>
        </p:nvSpPr>
        <p:spPr>
          <a:xfrm flipV="1">
            <a:off x="4555049" y="6175865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043" name="任意多边形: 形状 1042">
            <a:extLst>
              <a:ext uri="{FF2B5EF4-FFF2-40B4-BE49-F238E27FC236}">
                <a16:creationId xmlns:a16="http://schemas.microsoft.com/office/drawing/2014/main" id="{13E03076-3CDB-2673-A89C-2B436116E1A1}"/>
              </a:ext>
            </a:extLst>
          </p:cNvPr>
          <p:cNvSpPr/>
          <p:nvPr/>
        </p:nvSpPr>
        <p:spPr>
          <a:xfrm>
            <a:off x="1002987" y="6325816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4" name="文本框 1043">
            <a:extLst>
              <a:ext uri="{FF2B5EF4-FFF2-40B4-BE49-F238E27FC236}">
                <a16:creationId xmlns:a16="http://schemas.microsoft.com/office/drawing/2014/main" id="{C609C5C3-5BDA-BECE-26DB-2D0E7D52FF72}"/>
              </a:ext>
            </a:extLst>
          </p:cNvPr>
          <p:cNvSpPr txBox="1"/>
          <p:nvPr/>
        </p:nvSpPr>
        <p:spPr>
          <a:xfrm>
            <a:off x="911714" y="7013869"/>
            <a:ext cx="40748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Winter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9FE7ABB-4E3D-036B-7D20-52664D7AF461}"/>
              </a:ext>
            </a:extLst>
          </p:cNvPr>
          <p:cNvSpPr txBox="1"/>
          <p:nvPr/>
        </p:nvSpPr>
        <p:spPr>
          <a:xfrm rot="16200000">
            <a:off x="606727" y="6575650"/>
            <a:ext cx="607860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6" name="文本框 1045">
            <a:extLst>
              <a:ext uri="{FF2B5EF4-FFF2-40B4-BE49-F238E27FC236}">
                <a16:creationId xmlns:a16="http://schemas.microsoft.com/office/drawing/2014/main" id="{49550E36-7A58-DB64-0F7F-0994C50C7718}"/>
              </a:ext>
            </a:extLst>
          </p:cNvPr>
          <p:cNvSpPr txBox="1"/>
          <p:nvPr/>
        </p:nvSpPr>
        <p:spPr>
          <a:xfrm>
            <a:off x="1399649" y="7011491"/>
            <a:ext cx="47641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Summer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" name="文本框 1047">
            <a:extLst>
              <a:ext uri="{FF2B5EF4-FFF2-40B4-BE49-F238E27FC236}">
                <a16:creationId xmlns:a16="http://schemas.microsoft.com/office/drawing/2014/main" id="{E02E74B5-6F7D-C6A2-FB59-30C5F283B445}"/>
              </a:ext>
            </a:extLst>
          </p:cNvPr>
          <p:cNvSpPr txBox="1"/>
          <p:nvPr/>
        </p:nvSpPr>
        <p:spPr>
          <a:xfrm>
            <a:off x="792501" y="6181113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9" name="文本框 1048">
            <a:extLst>
              <a:ext uri="{FF2B5EF4-FFF2-40B4-BE49-F238E27FC236}">
                <a16:creationId xmlns:a16="http://schemas.microsoft.com/office/drawing/2014/main" id="{CC9FDB80-4C42-58B9-EC40-8FC070CE70F2}"/>
              </a:ext>
            </a:extLst>
          </p:cNvPr>
          <p:cNvSpPr txBox="1"/>
          <p:nvPr/>
        </p:nvSpPr>
        <p:spPr>
          <a:xfrm>
            <a:off x="2663037" y="6176650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5" name="任意多边形: 形状 1054">
            <a:extLst>
              <a:ext uri="{FF2B5EF4-FFF2-40B4-BE49-F238E27FC236}">
                <a16:creationId xmlns:a16="http://schemas.microsoft.com/office/drawing/2014/main" id="{872989BD-3775-74C7-02A5-CB70117857E8}"/>
              </a:ext>
            </a:extLst>
          </p:cNvPr>
          <p:cNvSpPr/>
          <p:nvPr/>
        </p:nvSpPr>
        <p:spPr>
          <a:xfrm>
            <a:off x="3323827" y="2148141"/>
            <a:ext cx="198000" cy="738000"/>
          </a:xfrm>
          <a:custGeom>
            <a:avLst/>
            <a:gdLst>
              <a:gd name="connsiteX0" fmla="*/ 0 w 215562"/>
              <a:gd name="connsiteY0" fmla="*/ 966552 h 966552"/>
              <a:gd name="connsiteX1" fmla="*/ 215562 w 215562"/>
              <a:gd name="connsiteY1" fmla="*/ 966552 h 966552"/>
              <a:gd name="connsiteX2" fmla="*/ 215562 w 215562"/>
              <a:gd name="connsiteY2" fmla="*/ 0 h 96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562" h="966552">
                <a:moveTo>
                  <a:pt x="0" y="966552"/>
                </a:moveTo>
                <a:lnTo>
                  <a:pt x="215562" y="966552"/>
                </a:lnTo>
                <a:lnTo>
                  <a:pt x="215562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6" name="文本框 1055">
            <a:extLst>
              <a:ext uri="{FF2B5EF4-FFF2-40B4-BE49-F238E27FC236}">
                <a16:creationId xmlns:a16="http://schemas.microsoft.com/office/drawing/2014/main" id="{44083C9E-D783-C916-04BA-E5C26094E6A3}"/>
              </a:ext>
            </a:extLst>
          </p:cNvPr>
          <p:cNvSpPr txBox="1"/>
          <p:nvPr/>
        </p:nvSpPr>
        <p:spPr>
          <a:xfrm>
            <a:off x="3146495" y="2228993"/>
            <a:ext cx="756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Grid interconnector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57" name="组合 1056">
            <a:extLst>
              <a:ext uri="{FF2B5EF4-FFF2-40B4-BE49-F238E27FC236}">
                <a16:creationId xmlns:a16="http://schemas.microsoft.com/office/drawing/2014/main" id="{61C2EC71-FC3F-DAB4-870F-509B47C00EB2}"/>
              </a:ext>
            </a:extLst>
          </p:cNvPr>
          <p:cNvGrpSpPr/>
          <p:nvPr/>
        </p:nvGrpSpPr>
        <p:grpSpPr>
          <a:xfrm>
            <a:off x="827015" y="2507012"/>
            <a:ext cx="5207158" cy="3181821"/>
            <a:chOff x="827015" y="3467294"/>
            <a:chExt cx="5207158" cy="3181821"/>
          </a:xfrm>
        </p:grpSpPr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E8B88FC-A496-B35E-CE9D-78005E1DC8A9}"/>
                </a:ext>
              </a:extLst>
            </p:cNvPr>
            <p:cNvSpPr/>
            <p:nvPr/>
          </p:nvSpPr>
          <p:spPr>
            <a:xfrm>
              <a:off x="828334" y="4135304"/>
              <a:ext cx="5202000" cy="21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>
              <a:noFill/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1" name="文本框 1060">
              <a:extLst>
                <a:ext uri="{FF2B5EF4-FFF2-40B4-BE49-F238E27FC236}">
                  <a16:creationId xmlns:a16="http://schemas.microsoft.com/office/drawing/2014/main" id="{365DBABE-894E-7894-C014-0B49BE263698}"/>
                </a:ext>
              </a:extLst>
            </p:cNvPr>
            <p:cNvSpPr txBox="1"/>
            <p:nvPr/>
          </p:nvSpPr>
          <p:spPr>
            <a:xfrm>
              <a:off x="1832119" y="3467294"/>
              <a:ext cx="53572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Wind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D81125F8-6AD8-AE94-0434-3079E11C989D}"/>
                </a:ext>
              </a:extLst>
            </p:cNvPr>
            <p:cNvSpPr txBox="1"/>
            <p:nvPr/>
          </p:nvSpPr>
          <p:spPr>
            <a:xfrm>
              <a:off x="1127548" y="3522265"/>
              <a:ext cx="32573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5" name="矩形 1064">
              <a:extLst>
                <a:ext uri="{FF2B5EF4-FFF2-40B4-BE49-F238E27FC236}">
                  <a16:creationId xmlns:a16="http://schemas.microsoft.com/office/drawing/2014/main" id="{4284DB77-8B09-8950-08D2-A0C4BEA8AFE2}"/>
                </a:ext>
              </a:extLst>
            </p:cNvPr>
            <p:cNvSpPr/>
            <p:nvPr/>
          </p:nvSpPr>
          <p:spPr>
            <a:xfrm>
              <a:off x="827015" y="6289115"/>
              <a:ext cx="52056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7" name="椭圆 1066">
              <a:extLst>
                <a:ext uri="{FF2B5EF4-FFF2-40B4-BE49-F238E27FC236}">
                  <a16:creationId xmlns:a16="http://schemas.microsoft.com/office/drawing/2014/main" id="{94902420-D408-03C7-FF46-19773AD0F8A0}"/>
                </a:ext>
              </a:extLst>
            </p:cNvPr>
            <p:cNvSpPr/>
            <p:nvPr/>
          </p:nvSpPr>
          <p:spPr>
            <a:xfrm>
              <a:off x="5839450" y="5121356"/>
              <a:ext cx="0" cy="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68" name="组合 1067">
              <a:extLst>
                <a:ext uri="{FF2B5EF4-FFF2-40B4-BE49-F238E27FC236}">
                  <a16:creationId xmlns:a16="http://schemas.microsoft.com/office/drawing/2014/main" id="{1D1675EB-7F84-DAC0-7000-B1061DD4EABD}"/>
                </a:ext>
              </a:extLst>
            </p:cNvPr>
            <p:cNvGrpSpPr/>
            <p:nvPr/>
          </p:nvGrpSpPr>
          <p:grpSpPr>
            <a:xfrm>
              <a:off x="827015" y="3873610"/>
              <a:ext cx="5207158" cy="360000"/>
              <a:chOff x="2128011" y="9358507"/>
              <a:chExt cx="7521451" cy="540000"/>
            </a:xfrm>
          </p:grpSpPr>
          <p:pic>
            <p:nvPicPr>
              <p:cNvPr id="285" name="图片 284" descr="矩形&#10;&#10;AI 生成的内容可能不正确。">
                <a:extLst>
                  <a:ext uri="{FF2B5EF4-FFF2-40B4-BE49-F238E27FC236}">
                    <a16:creationId xmlns:a16="http://schemas.microsoft.com/office/drawing/2014/main" id="{351713BA-9608-D818-16CB-31BC365D0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8011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86" name="图片 285" descr="矩形&#10;&#10;AI 生成的内容可能不正确。">
                <a:extLst>
                  <a:ext uri="{FF2B5EF4-FFF2-40B4-BE49-F238E27FC236}">
                    <a16:creationId xmlns:a16="http://schemas.microsoft.com/office/drawing/2014/main" id="{51D1ACCF-206F-65C3-2192-9F5B6A8B5D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6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87" name="图片 286" descr="矩形&#10;&#10;AI 生成的内容可能不正确。">
                <a:extLst>
                  <a:ext uri="{FF2B5EF4-FFF2-40B4-BE49-F238E27FC236}">
                    <a16:creationId xmlns:a16="http://schemas.microsoft.com/office/drawing/2014/main" id="{4CB48AB7-353F-A109-95A4-B186FE3678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88" name="图片 287" descr="矩形&#10;&#10;AI 生成的内容可能不正确。">
                <a:extLst>
                  <a:ext uri="{FF2B5EF4-FFF2-40B4-BE49-F238E27FC236}">
                    <a16:creationId xmlns:a16="http://schemas.microsoft.com/office/drawing/2014/main" id="{B6A7CF23-4DBC-08D3-9564-984110FC75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3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89" name="图片 288" descr="矩形&#10;&#10;AI 生成的内容可能不正确。">
                <a:extLst>
                  <a:ext uri="{FF2B5EF4-FFF2-40B4-BE49-F238E27FC236}">
                    <a16:creationId xmlns:a16="http://schemas.microsoft.com/office/drawing/2014/main" id="{4E4CD8DC-6079-A1BA-8F0D-6EF8094571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7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90" name="图片 289" descr="矩形&#10;&#10;AI 生成的内容可能不正确。">
                <a:extLst>
                  <a:ext uri="{FF2B5EF4-FFF2-40B4-BE49-F238E27FC236}">
                    <a16:creationId xmlns:a16="http://schemas.microsoft.com/office/drawing/2014/main" id="{F50E90BD-AD0A-6309-C28E-FCF617E51D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1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91" name="图片 290" descr="矩形&#10;&#10;AI 生成的内容可能不正确。">
                <a:extLst>
                  <a:ext uri="{FF2B5EF4-FFF2-40B4-BE49-F238E27FC236}">
                    <a16:creationId xmlns:a16="http://schemas.microsoft.com/office/drawing/2014/main" id="{7FBE5441-DA92-7DC1-6F53-A64788E01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5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92" name="图片 291" descr="矩形&#10;&#10;AI 生成的内容可能不正确。">
                <a:extLst>
                  <a:ext uri="{FF2B5EF4-FFF2-40B4-BE49-F238E27FC236}">
                    <a16:creationId xmlns:a16="http://schemas.microsoft.com/office/drawing/2014/main" id="{AE1964C2-284C-1101-4E7D-D8BEAC0BF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93" name="图片 292" descr="矩形&#10;&#10;AI 生成的内容可能不正确。">
                <a:extLst>
                  <a:ext uri="{FF2B5EF4-FFF2-40B4-BE49-F238E27FC236}">
                    <a16:creationId xmlns:a16="http://schemas.microsoft.com/office/drawing/2014/main" id="{1B74ECC5-ABF4-3ECE-22AB-B71BD0ED6A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94" name="图片 293" descr="矩形&#10;&#10;AI 生成的内容可能不正确。">
                <a:extLst>
                  <a:ext uri="{FF2B5EF4-FFF2-40B4-BE49-F238E27FC236}">
                    <a16:creationId xmlns:a16="http://schemas.microsoft.com/office/drawing/2014/main" id="{5A11AF84-D8CC-0582-358A-B7A8F29D21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6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95" name="图片 294" descr="矩形&#10;&#10;AI 生成的内容可能不正确。">
                <a:extLst>
                  <a:ext uri="{FF2B5EF4-FFF2-40B4-BE49-F238E27FC236}">
                    <a16:creationId xmlns:a16="http://schemas.microsoft.com/office/drawing/2014/main" id="{7DA0981C-3EA7-585D-9770-B59E36C51B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0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96" name="图片 295" descr="矩形&#10;&#10;AI 生成的内容可能不正确。">
                <a:extLst>
                  <a:ext uri="{FF2B5EF4-FFF2-40B4-BE49-F238E27FC236}">
                    <a16:creationId xmlns:a16="http://schemas.microsoft.com/office/drawing/2014/main" id="{51E44416-3CC6-27EC-32BF-36EA1F18DF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3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97" name="图片 296" descr="矩形&#10;&#10;AI 生成的内容可能不正确。">
                <a:extLst>
                  <a:ext uri="{FF2B5EF4-FFF2-40B4-BE49-F238E27FC236}">
                    <a16:creationId xmlns:a16="http://schemas.microsoft.com/office/drawing/2014/main" id="{589AD27D-495B-9FB1-A3FB-B31A2F9961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7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98" name="图片 297" descr="矩形&#10;&#10;AI 生成的内容可能不正确。">
                <a:extLst>
                  <a:ext uri="{FF2B5EF4-FFF2-40B4-BE49-F238E27FC236}">
                    <a16:creationId xmlns:a16="http://schemas.microsoft.com/office/drawing/2014/main" id="{D509A4DA-A33A-5713-C5F3-83E4E13152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09462" y="9358507"/>
                <a:ext cx="540000" cy="540000"/>
              </a:xfrm>
              <a:prstGeom prst="rect">
                <a:avLst/>
              </a:prstGeom>
            </p:spPr>
          </p:pic>
        </p:grpSp>
        <p:pic>
          <p:nvPicPr>
            <p:cNvPr id="1069" name="图片 1068" descr="文本&#10;&#10;AI 生成的内容可能不正确。">
              <a:extLst>
                <a:ext uri="{FF2B5EF4-FFF2-40B4-BE49-F238E27FC236}">
                  <a16:creationId xmlns:a16="http://schemas.microsoft.com/office/drawing/2014/main" id="{74583968-3F73-901D-5004-4499D4373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433" y="3667763"/>
              <a:ext cx="360000" cy="360000"/>
            </a:xfrm>
            <a:prstGeom prst="rect">
              <a:avLst/>
            </a:prstGeom>
          </p:spPr>
        </p:pic>
        <p:pic>
          <p:nvPicPr>
            <p:cNvPr id="1073" name="图片 1072" descr="图标&#10;&#10;AI 生成的内容可能不正确。">
              <a:extLst>
                <a:ext uri="{FF2B5EF4-FFF2-40B4-BE49-F238E27FC236}">
                  <a16:creationId xmlns:a16="http://schemas.microsoft.com/office/drawing/2014/main" id="{34179734-BA68-6007-BADA-46C011DD7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124" y="4510340"/>
              <a:ext cx="360000" cy="360000"/>
            </a:xfrm>
            <a:prstGeom prst="rect">
              <a:avLst/>
            </a:prstGeom>
          </p:spPr>
        </p:pic>
        <p:pic>
          <p:nvPicPr>
            <p:cNvPr id="1074" name="图片 1073" descr="黑暗的风车&#10;&#10;AI 生成的内容可能不正确。">
              <a:extLst>
                <a:ext uri="{FF2B5EF4-FFF2-40B4-BE49-F238E27FC236}">
                  <a16:creationId xmlns:a16="http://schemas.microsoft.com/office/drawing/2014/main" id="{05E1F639-F39B-63D5-AA05-F7EBC15BB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1683705" y="3573736"/>
              <a:ext cx="432000" cy="452219"/>
            </a:xfrm>
            <a:prstGeom prst="rect">
              <a:avLst/>
            </a:prstGeom>
          </p:spPr>
        </p:pic>
        <p:pic>
          <p:nvPicPr>
            <p:cNvPr id="1075" name="图片 1074" descr="图标&#10;&#10;AI 生成的内容可能不正确。">
              <a:extLst>
                <a:ext uri="{FF2B5EF4-FFF2-40B4-BE49-F238E27FC236}">
                  <a16:creationId xmlns:a16="http://schemas.microsoft.com/office/drawing/2014/main" id="{012E2969-F820-4FFE-25C1-4D13FC375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7617" b="91602" l="9961" r="89844">
                          <a14:foregroundMark x1="35547" y1="91602" x2="79688" y2="91016"/>
                          <a14:foregroundMark x1="34375" y1="8203" x2="41992" y2="76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3587391" y="4102033"/>
              <a:ext cx="448615" cy="448615"/>
            </a:xfrm>
            <a:prstGeom prst="rect">
              <a:avLst/>
            </a:prstGeom>
          </p:spPr>
        </p:pic>
        <p:pic>
          <p:nvPicPr>
            <p:cNvPr id="1076" name="图片 1075" descr="建筑的设计&#10;&#10;AI 生成的内容可能不正确。">
              <a:extLst>
                <a:ext uri="{FF2B5EF4-FFF2-40B4-BE49-F238E27FC236}">
                  <a16:creationId xmlns:a16="http://schemas.microsoft.com/office/drawing/2014/main" id="{0D1A3664-72BD-596B-AC11-B33CFC318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6380" y="4959120"/>
              <a:ext cx="360000" cy="360000"/>
            </a:xfrm>
            <a:prstGeom prst="rect">
              <a:avLst/>
            </a:prstGeom>
          </p:spPr>
        </p:pic>
        <p:pic>
          <p:nvPicPr>
            <p:cNvPr id="1077" name="图片 1076" descr="图标&#10;&#10;AI 生成的内容可能不正确。">
              <a:extLst>
                <a:ext uri="{FF2B5EF4-FFF2-40B4-BE49-F238E27FC236}">
                  <a16:creationId xmlns:a16="http://schemas.microsoft.com/office/drawing/2014/main" id="{38BA4820-DBB4-F2A5-AB0F-0DBAAC41A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2913" y="4997265"/>
              <a:ext cx="288000" cy="288000"/>
            </a:xfrm>
            <a:prstGeom prst="rect">
              <a:avLst/>
            </a:prstGeom>
          </p:spPr>
        </p:pic>
        <p:pic>
          <p:nvPicPr>
            <p:cNvPr id="1078" name="图片 1077" descr="图标&#10;&#10;AI 生成的内容可能不正确。">
              <a:extLst>
                <a:ext uri="{FF2B5EF4-FFF2-40B4-BE49-F238E27FC236}">
                  <a16:creationId xmlns:a16="http://schemas.microsoft.com/office/drawing/2014/main" id="{7CA2D0CF-FEA5-3AD9-FB42-252FF6019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17" t="19121" r="7765" b="19638"/>
            <a:stretch>
              <a:fillRect/>
            </a:stretch>
          </p:blipFill>
          <p:spPr>
            <a:xfrm>
              <a:off x="3575187" y="4255091"/>
              <a:ext cx="448615" cy="335789"/>
            </a:xfrm>
            <a:prstGeom prst="rect">
              <a:avLst/>
            </a:prstGeom>
          </p:spPr>
        </p:pic>
        <p:pic>
          <p:nvPicPr>
            <p:cNvPr id="1081" name="图片 1080" descr="图标&#10;&#10;AI 生成的内容可能不正确。">
              <a:extLst>
                <a:ext uri="{FF2B5EF4-FFF2-40B4-BE49-F238E27FC236}">
                  <a16:creationId xmlns:a16="http://schemas.microsoft.com/office/drawing/2014/main" id="{EFB84ED8-6B06-89A5-1D4B-CCFA01718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8098" y="5340917"/>
              <a:ext cx="180000" cy="180000"/>
            </a:xfrm>
            <a:prstGeom prst="rect">
              <a:avLst/>
            </a:prstGeom>
          </p:spPr>
        </p:pic>
        <p:pic>
          <p:nvPicPr>
            <p:cNvPr id="1083" name="图片 1082" descr="图标&#10;&#10;AI 生成的内容可能不正确。">
              <a:extLst>
                <a:ext uri="{FF2B5EF4-FFF2-40B4-BE49-F238E27FC236}">
                  <a16:creationId xmlns:a16="http://schemas.microsoft.com/office/drawing/2014/main" id="{021A13E3-F849-D44B-5CC0-2E9148A47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0903" y="5727046"/>
              <a:ext cx="252000" cy="252000"/>
            </a:xfrm>
            <a:prstGeom prst="rect">
              <a:avLst/>
            </a:prstGeom>
          </p:spPr>
        </p:pic>
        <p:pic>
          <p:nvPicPr>
            <p:cNvPr id="132" name="图片 131" descr="图标&#10;&#10;AI 生成的内容可能不正确。">
              <a:extLst>
                <a:ext uri="{FF2B5EF4-FFF2-40B4-BE49-F238E27FC236}">
                  <a16:creationId xmlns:a16="http://schemas.microsoft.com/office/drawing/2014/main" id="{BB30B6BF-3DA3-20AE-B48B-217A7E575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3570" y="6027223"/>
              <a:ext cx="216000" cy="216000"/>
            </a:xfrm>
            <a:prstGeom prst="rect">
              <a:avLst/>
            </a:prstGeom>
          </p:spPr>
        </p:pic>
        <p:pic>
          <p:nvPicPr>
            <p:cNvPr id="134" name="图片 133" descr="图标&#10;&#10;AI 生成的内容可能不正确。">
              <a:extLst>
                <a:ext uri="{FF2B5EF4-FFF2-40B4-BE49-F238E27FC236}">
                  <a16:creationId xmlns:a16="http://schemas.microsoft.com/office/drawing/2014/main" id="{AE5B0502-ECE3-AE0A-FB4E-CB3487419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8110" y="5710098"/>
              <a:ext cx="288000" cy="288000"/>
            </a:xfrm>
            <a:prstGeom prst="rect">
              <a:avLst/>
            </a:prstGeom>
          </p:spPr>
        </p:pic>
        <p:pic>
          <p:nvPicPr>
            <p:cNvPr id="135" name="图片 134" descr="徽标&#10;&#10;AI 生成的内容可能不正确。">
              <a:extLst>
                <a:ext uri="{FF2B5EF4-FFF2-40B4-BE49-F238E27FC236}">
                  <a16:creationId xmlns:a16="http://schemas.microsoft.com/office/drawing/2014/main" id="{33D0B799-B6D3-0BB9-D127-018BAF43E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4056" y="5709027"/>
              <a:ext cx="288000" cy="288000"/>
            </a:xfrm>
            <a:prstGeom prst="rect">
              <a:avLst/>
            </a:prstGeom>
          </p:spPr>
        </p:pic>
        <p:pic>
          <p:nvPicPr>
            <p:cNvPr id="148" name="图片 147" descr="图标&#10;&#10;AI 生成的内容可能不正确。">
              <a:extLst>
                <a:ext uri="{FF2B5EF4-FFF2-40B4-BE49-F238E27FC236}">
                  <a16:creationId xmlns:a16="http://schemas.microsoft.com/office/drawing/2014/main" id="{19FCE9A2-A1D0-17A7-FC72-4820766AA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0941" y="5323247"/>
              <a:ext cx="216000" cy="216000"/>
            </a:xfrm>
            <a:prstGeom prst="rect">
              <a:avLst/>
            </a:prstGeom>
          </p:spPr>
        </p:pic>
        <p:pic>
          <p:nvPicPr>
            <p:cNvPr id="149" name="图片 148" descr="图标&#10;&#10;AI 生成的内容可能不正确。">
              <a:extLst>
                <a:ext uri="{FF2B5EF4-FFF2-40B4-BE49-F238E27FC236}">
                  <a16:creationId xmlns:a16="http://schemas.microsoft.com/office/drawing/2014/main" id="{9B5A3D72-1BDB-2DCA-64EF-1DC643A60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2877" y="4262404"/>
              <a:ext cx="324000" cy="324000"/>
            </a:xfrm>
            <a:prstGeom prst="rect">
              <a:avLst/>
            </a:prstGeom>
          </p:spPr>
        </p:pic>
        <p:sp>
          <p:nvSpPr>
            <p:cNvPr id="150" name="圆柱体 149">
              <a:extLst>
                <a:ext uri="{FF2B5EF4-FFF2-40B4-BE49-F238E27FC236}">
                  <a16:creationId xmlns:a16="http://schemas.microsoft.com/office/drawing/2014/main" id="{0B288BB4-E33C-3DC6-B86D-00CE021526FD}"/>
                </a:ext>
              </a:extLst>
            </p:cNvPr>
            <p:cNvSpPr/>
            <p:nvPr/>
          </p:nvSpPr>
          <p:spPr>
            <a:xfrm rot="16200000">
              <a:off x="3387458" y="4361499"/>
              <a:ext cx="36000" cy="4356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9CFE3EA4-87F6-41E7-0C06-FC017B708523}"/>
                </a:ext>
              </a:extLst>
            </p:cNvPr>
            <p:cNvSpPr txBox="1"/>
            <p:nvPr/>
          </p:nvSpPr>
          <p:spPr>
            <a:xfrm>
              <a:off x="2292507" y="6320857"/>
              <a:ext cx="61747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Gas network</a:t>
              </a:r>
              <a:endParaRPr lang="en-GB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圆柱体 151">
              <a:extLst>
                <a:ext uri="{FF2B5EF4-FFF2-40B4-BE49-F238E27FC236}">
                  <a16:creationId xmlns:a16="http://schemas.microsoft.com/office/drawing/2014/main" id="{4F572C74-1287-9459-E82B-C32FFDA71AE4}"/>
                </a:ext>
              </a:extLst>
            </p:cNvPr>
            <p:cNvSpPr/>
            <p:nvPr/>
          </p:nvSpPr>
          <p:spPr>
            <a:xfrm>
              <a:off x="1197457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763CEDCF-D1AB-6D27-EF31-C8FF81D961B6}"/>
                </a:ext>
              </a:extLst>
            </p:cNvPr>
            <p:cNvSpPr/>
            <p:nvPr/>
          </p:nvSpPr>
          <p:spPr>
            <a:xfrm>
              <a:off x="1178338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154" name="直接箭头连接符 101">
              <a:extLst>
                <a:ext uri="{FF2B5EF4-FFF2-40B4-BE49-F238E27FC236}">
                  <a16:creationId xmlns:a16="http://schemas.microsoft.com/office/drawing/2014/main" id="{80B6F728-AF24-94BE-CBF4-6CC19A9053BC}"/>
                </a:ext>
              </a:extLst>
            </p:cNvPr>
            <p:cNvCxnSpPr>
              <a:cxnSpLocks/>
            </p:cNvCxnSpPr>
            <p:nvPr/>
          </p:nvCxnSpPr>
          <p:spPr>
            <a:xfrm>
              <a:off x="914487" y="4666613"/>
              <a:ext cx="162000" cy="0"/>
            </a:xfrm>
            <a:prstGeom prst="straightConnector1">
              <a:avLst/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箭头连接符 116">
              <a:extLst>
                <a:ext uri="{FF2B5EF4-FFF2-40B4-BE49-F238E27FC236}">
                  <a16:creationId xmlns:a16="http://schemas.microsoft.com/office/drawing/2014/main" id="{34B13BC3-2A3E-BADD-726D-EB35A6C72454}"/>
                </a:ext>
              </a:extLst>
            </p:cNvPr>
            <p:cNvCxnSpPr>
              <a:cxnSpLocks/>
              <a:stCxn id="149" idx="1"/>
              <a:endCxn id="1078" idx="3"/>
            </p:cNvCxnSpPr>
            <p:nvPr/>
          </p:nvCxnSpPr>
          <p:spPr>
            <a:xfrm flipH="1" flipV="1">
              <a:off x="4023802" y="4422986"/>
              <a:ext cx="289075" cy="1418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9" name="图片 158" descr="图标&#10;&#10;AI 生成的内容可能不正确。">
              <a:extLst>
                <a:ext uri="{FF2B5EF4-FFF2-40B4-BE49-F238E27FC236}">
                  <a16:creationId xmlns:a16="http://schemas.microsoft.com/office/drawing/2014/main" id="{DB93AA24-9F1A-8029-8A77-62763A6D0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0759" y="5340917"/>
              <a:ext cx="180000" cy="180000"/>
            </a:xfrm>
            <a:prstGeom prst="rect">
              <a:avLst/>
            </a:prstGeom>
          </p:spPr>
        </p:pic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6C6D53E2-EDCE-9B45-70AA-A28C55231B71}"/>
                </a:ext>
              </a:extLst>
            </p:cNvPr>
            <p:cNvSpPr txBox="1"/>
            <p:nvPr/>
          </p:nvSpPr>
          <p:spPr>
            <a:xfrm>
              <a:off x="2984745" y="5284946"/>
              <a:ext cx="69602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Power network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3" name="直接箭头连接符 162">
              <a:extLst>
                <a:ext uri="{FF2B5EF4-FFF2-40B4-BE49-F238E27FC236}">
                  <a16:creationId xmlns:a16="http://schemas.microsoft.com/office/drawing/2014/main" id="{682A34EE-6414-E9BB-ACE4-F48E9872949F}"/>
                </a:ext>
              </a:extLst>
            </p:cNvPr>
            <p:cNvCxnSpPr>
              <a:cxnSpLocks/>
              <a:stCxn id="1076" idx="3"/>
              <a:endCxn id="1077" idx="1"/>
            </p:cNvCxnSpPr>
            <p:nvPr/>
          </p:nvCxnSpPr>
          <p:spPr>
            <a:xfrm>
              <a:off x="3226380" y="5139120"/>
              <a:ext cx="206533" cy="214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B831DCD8-C5B3-BDDD-77EA-824B77FCE6D6}"/>
                </a:ext>
              </a:extLst>
            </p:cNvPr>
            <p:cNvSpPr txBox="1"/>
            <p:nvPr/>
          </p:nvSpPr>
          <p:spPr>
            <a:xfrm>
              <a:off x="2660486" y="5760694"/>
              <a:ext cx="59432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sz="500">
                  <a:latin typeface="Arial" panose="020B0604020202020204" pitchFamily="34" charset="0"/>
                  <a:cs typeface="Arial" panose="020B0604020202020204" pitchFamily="34" charset="0"/>
                </a:rPr>
                <a:t>2 </a:t>
              </a:r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Storage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7" name="直接箭头连接符 49">
              <a:extLst>
                <a:ext uri="{FF2B5EF4-FFF2-40B4-BE49-F238E27FC236}">
                  <a16:creationId xmlns:a16="http://schemas.microsoft.com/office/drawing/2014/main" id="{422D6BC1-C763-65FC-FEBF-2958205D6534}"/>
                </a:ext>
              </a:extLst>
            </p:cNvPr>
            <p:cNvCxnSpPr>
              <a:cxnSpLocks/>
              <a:stCxn id="1073" idx="3"/>
              <a:endCxn id="272" idx="3"/>
            </p:cNvCxnSpPr>
            <p:nvPr/>
          </p:nvCxnSpPr>
          <p:spPr>
            <a:xfrm flipH="1">
              <a:off x="1434367" y="4690340"/>
              <a:ext cx="1757" cy="1046032"/>
            </a:xfrm>
            <a:prstGeom prst="bentConnector3">
              <a:avLst>
                <a:gd name="adj1" fmla="val -11926579"/>
              </a:avLst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9" name="图片 168" descr="图标&#10;&#10;AI 生成的内容可能不正确。">
              <a:extLst>
                <a:ext uri="{FF2B5EF4-FFF2-40B4-BE49-F238E27FC236}">
                  <a16:creationId xmlns:a16="http://schemas.microsoft.com/office/drawing/2014/main" id="{FEA7BC3B-C26A-F6B0-2F73-39CCF73F7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126830" y="4587167"/>
              <a:ext cx="360000" cy="198582"/>
            </a:xfrm>
            <a:prstGeom prst="rect">
              <a:avLst/>
            </a:prstGeom>
          </p:spPr>
        </p:pic>
        <p:pic>
          <p:nvPicPr>
            <p:cNvPr id="170" name="图片 169" descr="图标&#10;&#10;AI 生成的内容可能不正确。">
              <a:extLst>
                <a:ext uri="{FF2B5EF4-FFF2-40B4-BE49-F238E27FC236}">
                  <a16:creationId xmlns:a16="http://schemas.microsoft.com/office/drawing/2014/main" id="{1B039813-F3ED-04B8-5D5D-B3793DC7D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0759" y="5341031"/>
              <a:ext cx="180000" cy="180000"/>
            </a:xfrm>
            <a:prstGeom prst="rect">
              <a:avLst/>
            </a:prstGeom>
          </p:spPr>
        </p:pic>
        <p:pic>
          <p:nvPicPr>
            <p:cNvPr id="180" name="图片 179" descr="图片包含 形状&#10;&#10;AI 生成的内容可能不正确。">
              <a:extLst>
                <a:ext uri="{FF2B5EF4-FFF2-40B4-BE49-F238E27FC236}">
                  <a16:creationId xmlns:a16="http://schemas.microsoft.com/office/drawing/2014/main" id="{5EF60327-4933-8B1E-AC26-27364F26C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7440" y="5797366"/>
              <a:ext cx="288000" cy="288000"/>
            </a:xfrm>
            <a:prstGeom prst="rect">
              <a:avLst/>
            </a:prstGeom>
          </p:spPr>
        </p:pic>
        <p:pic>
          <p:nvPicPr>
            <p:cNvPr id="181" name="图片 180" descr="图标&#10;&#10;AI 生成的内容可能不正确。">
              <a:extLst>
                <a:ext uri="{FF2B5EF4-FFF2-40B4-BE49-F238E27FC236}">
                  <a16:creationId xmlns:a16="http://schemas.microsoft.com/office/drawing/2014/main" id="{F5BAADB0-ABA7-E211-4B23-84A510FCE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481825" y="4587167"/>
              <a:ext cx="360000" cy="198582"/>
            </a:xfrm>
            <a:prstGeom prst="rect">
              <a:avLst/>
            </a:prstGeom>
          </p:spPr>
        </p:pic>
        <p:cxnSp>
          <p:nvCxnSpPr>
            <p:cNvPr id="185" name="直接箭头连接符 49">
              <a:extLst>
                <a:ext uri="{FF2B5EF4-FFF2-40B4-BE49-F238E27FC236}">
                  <a16:creationId xmlns:a16="http://schemas.microsoft.com/office/drawing/2014/main" id="{5399038F-1E1F-F991-C28B-997BD6C1E7CA}"/>
                </a:ext>
              </a:extLst>
            </p:cNvPr>
            <p:cNvCxnSpPr>
              <a:cxnSpLocks/>
              <a:stCxn id="1078" idx="1"/>
            </p:cNvCxnSpPr>
            <p:nvPr/>
          </p:nvCxnSpPr>
          <p:spPr>
            <a:xfrm flipH="1">
              <a:off x="1903903" y="4422986"/>
              <a:ext cx="1671284" cy="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16">
              <a:extLst>
                <a:ext uri="{FF2B5EF4-FFF2-40B4-BE49-F238E27FC236}">
                  <a16:creationId xmlns:a16="http://schemas.microsoft.com/office/drawing/2014/main" id="{5563B8C6-6FEB-8784-ABE8-E4837A8FF110}"/>
                </a:ext>
              </a:extLst>
            </p:cNvPr>
            <p:cNvCxnSpPr>
              <a:cxnSpLocks/>
              <a:endCxn id="170" idx="0"/>
            </p:cNvCxnSpPr>
            <p:nvPr/>
          </p:nvCxnSpPr>
          <p:spPr>
            <a:xfrm>
              <a:off x="2450759" y="5139120"/>
              <a:ext cx="0" cy="20191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圆柱体 189">
              <a:extLst>
                <a:ext uri="{FF2B5EF4-FFF2-40B4-BE49-F238E27FC236}">
                  <a16:creationId xmlns:a16="http://schemas.microsoft.com/office/drawing/2014/main" id="{50C9E54B-7DC1-8E85-59FD-64A9A79A1A03}"/>
                </a:ext>
              </a:extLst>
            </p:cNvPr>
            <p:cNvSpPr/>
            <p:nvPr/>
          </p:nvSpPr>
          <p:spPr>
            <a:xfrm>
              <a:off x="2226885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91" name="矩形: 圆角 190">
              <a:extLst>
                <a:ext uri="{FF2B5EF4-FFF2-40B4-BE49-F238E27FC236}">
                  <a16:creationId xmlns:a16="http://schemas.microsoft.com/office/drawing/2014/main" id="{9B4F7BF9-66F2-8038-2B21-3F95E4B7512E}"/>
                </a:ext>
              </a:extLst>
            </p:cNvPr>
            <p:cNvSpPr/>
            <p:nvPr/>
          </p:nvSpPr>
          <p:spPr>
            <a:xfrm>
              <a:off x="2207766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93" name="圆柱体 192">
              <a:extLst>
                <a:ext uri="{FF2B5EF4-FFF2-40B4-BE49-F238E27FC236}">
                  <a16:creationId xmlns:a16="http://schemas.microsoft.com/office/drawing/2014/main" id="{8B2CB584-F26D-6D03-29D3-67F1D19B4C08}"/>
                </a:ext>
              </a:extLst>
            </p:cNvPr>
            <p:cNvSpPr/>
            <p:nvPr/>
          </p:nvSpPr>
          <p:spPr>
            <a:xfrm>
              <a:off x="2954243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94" name="矩形: 圆角 193">
              <a:extLst>
                <a:ext uri="{FF2B5EF4-FFF2-40B4-BE49-F238E27FC236}">
                  <a16:creationId xmlns:a16="http://schemas.microsoft.com/office/drawing/2014/main" id="{7BE13E65-D49D-2FF0-9FB4-608C11FB6C41}"/>
                </a:ext>
              </a:extLst>
            </p:cNvPr>
            <p:cNvSpPr/>
            <p:nvPr/>
          </p:nvSpPr>
          <p:spPr>
            <a:xfrm>
              <a:off x="2935124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195" name="直接箭头连接符 194">
              <a:extLst>
                <a:ext uri="{FF2B5EF4-FFF2-40B4-BE49-F238E27FC236}">
                  <a16:creationId xmlns:a16="http://schemas.microsoft.com/office/drawing/2014/main" id="{E0205E37-9AA7-57E2-1863-F314F3BB5DB5}"/>
                </a:ext>
              </a:extLst>
            </p:cNvPr>
            <p:cNvCxnSpPr>
              <a:cxnSpLocks/>
              <a:stCxn id="201" idx="0"/>
              <a:endCxn id="1083" idx="2"/>
            </p:cNvCxnSpPr>
            <p:nvPr/>
          </p:nvCxnSpPr>
          <p:spPr>
            <a:xfrm flipV="1">
              <a:off x="3286422" y="5979046"/>
              <a:ext cx="481" cy="293418"/>
            </a:xfrm>
            <a:prstGeom prst="straightConnector1">
              <a:avLst/>
            </a:prstGeom>
            <a:ln w="6350" cap="rnd">
              <a:solidFill>
                <a:schemeClr val="accent3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957CD38A-5F51-9F52-B3B4-D25DEAE6969E}"/>
                </a:ext>
              </a:extLst>
            </p:cNvPr>
            <p:cNvCxnSpPr>
              <a:cxnSpLocks/>
              <a:stCxn id="1083" idx="3"/>
              <a:endCxn id="134" idx="1"/>
            </p:cNvCxnSpPr>
            <p:nvPr/>
          </p:nvCxnSpPr>
          <p:spPr>
            <a:xfrm>
              <a:off x="3412903" y="5853046"/>
              <a:ext cx="415207" cy="1052"/>
            </a:xfrm>
            <a:prstGeom prst="straightConnector1">
              <a:avLst/>
            </a:prstGeom>
            <a:ln w="6350" cap="rnd">
              <a:solidFill>
                <a:schemeClr val="accent3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00" name="图片 199" descr="图标&#10;&#10;AI 生成的内容可能不正确。">
              <a:extLst>
                <a:ext uri="{FF2B5EF4-FFF2-40B4-BE49-F238E27FC236}">
                  <a16:creationId xmlns:a16="http://schemas.microsoft.com/office/drawing/2014/main" id="{87206CD8-FB72-D994-F319-B3CCFB7E0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440" y="6275521"/>
              <a:ext cx="324000" cy="324000"/>
            </a:xfrm>
            <a:prstGeom prst="rect">
              <a:avLst/>
            </a:prstGeom>
          </p:spPr>
        </p:pic>
        <p:pic>
          <p:nvPicPr>
            <p:cNvPr id="201" name="图片 200" descr="图标&#10;&#10;AI 生成的内容可能不正确。">
              <a:extLst>
                <a:ext uri="{FF2B5EF4-FFF2-40B4-BE49-F238E27FC236}">
                  <a16:creationId xmlns:a16="http://schemas.microsoft.com/office/drawing/2014/main" id="{F74F2506-8269-E729-97F8-E65D01B17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4422" y="6272464"/>
              <a:ext cx="324000" cy="324000"/>
            </a:xfrm>
            <a:prstGeom prst="rect">
              <a:avLst/>
            </a:prstGeom>
          </p:spPr>
        </p:pic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C0F35FAA-6DE2-A28B-011B-3D645AC1BC51}"/>
                </a:ext>
              </a:extLst>
            </p:cNvPr>
            <p:cNvCxnSpPr>
              <a:cxnSpLocks/>
              <a:stCxn id="134" idx="3"/>
              <a:endCxn id="135" idx="1"/>
            </p:cNvCxnSpPr>
            <p:nvPr/>
          </p:nvCxnSpPr>
          <p:spPr>
            <a:xfrm flipV="1">
              <a:off x="4116110" y="5853027"/>
              <a:ext cx="407946" cy="1071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9DD03C1E-0369-D1B5-CDB3-3040FC6320D9}"/>
                </a:ext>
              </a:extLst>
            </p:cNvPr>
            <p:cNvSpPr txBox="1"/>
            <p:nvPr/>
          </p:nvSpPr>
          <p:spPr>
            <a:xfrm>
              <a:off x="2224854" y="4434954"/>
              <a:ext cx="54053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Solar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9B4DD8A4-DAD2-DCD0-EA69-F00331973ABE}"/>
                </a:ext>
              </a:extLst>
            </p:cNvPr>
            <p:cNvCxnSpPr>
              <a:cxnSpLocks/>
              <a:stCxn id="148" idx="2"/>
              <a:endCxn id="135" idx="0"/>
            </p:cNvCxnSpPr>
            <p:nvPr/>
          </p:nvCxnSpPr>
          <p:spPr>
            <a:xfrm flipH="1">
              <a:off x="4668056" y="5539247"/>
              <a:ext cx="885" cy="169780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1EA88869-DEC6-A7E3-9099-1E683241A1E8}"/>
                </a:ext>
              </a:extLst>
            </p:cNvPr>
            <p:cNvCxnSpPr>
              <a:cxnSpLocks/>
              <a:endCxn id="148" idx="0"/>
            </p:cNvCxnSpPr>
            <p:nvPr/>
          </p:nvCxnSpPr>
          <p:spPr>
            <a:xfrm>
              <a:off x="4668941" y="5141913"/>
              <a:ext cx="0" cy="181334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箭头连接符 116">
              <a:extLst>
                <a:ext uri="{FF2B5EF4-FFF2-40B4-BE49-F238E27FC236}">
                  <a16:creationId xmlns:a16="http://schemas.microsoft.com/office/drawing/2014/main" id="{F32254AE-7086-C678-F42C-D663D23126C5}"/>
                </a:ext>
              </a:extLst>
            </p:cNvPr>
            <p:cNvCxnSpPr>
              <a:cxnSpLocks/>
              <a:endCxn id="132" idx="0"/>
            </p:cNvCxnSpPr>
            <p:nvPr/>
          </p:nvCxnSpPr>
          <p:spPr>
            <a:xfrm>
              <a:off x="5231570" y="5853027"/>
              <a:ext cx="0" cy="174196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圆柱体 211">
              <a:extLst>
                <a:ext uri="{FF2B5EF4-FFF2-40B4-BE49-F238E27FC236}">
                  <a16:creationId xmlns:a16="http://schemas.microsoft.com/office/drawing/2014/main" id="{670DC28C-3886-0336-45E9-2A5A0A333289}"/>
                </a:ext>
              </a:extLst>
            </p:cNvPr>
            <p:cNvSpPr/>
            <p:nvPr/>
          </p:nvSpPr>
          <p:spPr>
            <a:xfrm>
              <a:off x="5254000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14" name="矩形: 圆角 213">
              <a:extLst>
                <a:ext uri="{FF2B5EF4-FFF2-40B4-BE49-F238E27FC236}">
                  <a16:creationId xmlns:a16="http://schemas.microsoft.com/office/drawing/2014/main" id="{B199E2A6-59C3-F7D8-A2B9-FA5A7E488D66}"/>
                </a:ext>
              </a:extLst>
            </p:cNvPr>
            <p:cNvSpPr/>
            <p:nvPr/>
          </p:nvSpPr>
          <p:spPr>
            <a:xfrm>
              <a:off x="5234881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15" name="圆柱体 214">
              <a:extLst>
                <a:ext uri="{FF2B5EF4-FFF2-40B4-BE49-F238E27FC236}">
                  <a16:creationId xmlns:a16="http://schemas.microsoft.com/office/drawing/2014/main" id="{4461AFC8-1C6B-7926-F8A2-C4E8DC7A9898}"/>
                </a:ext>
              </a:extLst>
            </p:cNvPr>
            <p:cNvSpPr/>
            <p:nvPr/>
          </p:nvSpPr>
          <p:spPr>
            <a:xfrm>
              <a:off x="5570204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16" name="矩形: 圆角 215">
              <a:extLst>
                <a:ext uri="{FF2B5EF4-FFF2-40B4-BE49-F238E27FC236}">
                  <a16:creationId xmlns:a16="http://schemas.microsoft.com/office/drawing/2014/main" id="{4E1850AC-035F-DFE7-E06E-5F7DE07DA8CB}"/>
                </a:ext>
              </a:extLst>
            </p:cNvPr>
            <p:cNvSpPr/>
            <p:nvPr/>
          </p:nvSpPr>
          <p:spPr>
            <a:xfrm>
              <a:off x="5551085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D4EE20F2-4CF2-4273-1820-1C3F83CF5181}"/>
                </a:ext>
              </a:extLst>
            </p:cNvPr>
            <p:cNvSpPr txBox="1"/>
            <p:nvPr/>
          </p:nvSpPr>
          <p:spPr>
            <a:xfrm>
              <a:off x="2905565" y="3542127"/>
              <a:ext cx="576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Interconnector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9" name="图片 218" descr="图标&#10;&#10;AI 生成的内容可能不正确。">
              <a:extLst>
                <a:ext uri="{FF2B5EF4-FFF2-40B4-BE49-F238E27FC236}">
                  <a16:creationId xmlns:a16="http://schemas.microsoft.com/office/drawing/2014/main" id="{58AF62FA-1254-8C0E-C6E6-C390B8380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1292" y="3697508"/>
              <a:ext cx="288000" cy="288000"/>
            </a:xfrm>
            <a:prstGeom prst="rect">
              <a:avLst/>
            </a:prstGeom>
          </p:spPr>
        </p:pic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48F77B5D-DCE1-879D-3BA2-F3F67A4440FD}"/>
                </a:ext>
              </a:extLst>
            </p:cNvPr>
            <p:cNvSpPr txBox="1"/>
            <p:nvPr/>
          </p:nvSpPr>
          <p:spPr>
            <a:xfrm>
              <a:off x="910722" y="4838662"/>
              <a:ext cx="684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Clean natural 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文本框 220">
              <a:extLst>
                <a:ext uri="{FF2B5EF4-FFF2-40B4-BE49-F238E27FC236}">
                  <a16:creationId xmlns:a16="http://schemas.microsoft.com/office/drawing/2014/main" id="{03C1A9CF-5834-8861-0BB7-38C42395265A}"/>
                </a:ext>
              </a:extLst>
            </p:cNvPr>
            <p:cNvSpPr txBox="1"/>
            <p:nvPr/>
          </p:nvSpPr>
          <p:spPr>
            <a:xfrm>
              <a:off x="3577752" y="4569633"/>
              <a:ext cx="504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Hydropower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975ECC53-6E69-86F0-4846-D9CE9AC1065D}"/>
                </a:ext>
              </a:extLst>
            </p:cNvPr>
            <p:cNvSpPr txBox="1"/>
            <p:nvPr/>
          </p:nvSpPr>
          <p:spPr>
            <a:xfrm>
              <a:off x="2148981" y="5503751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Battery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01C974B6-FAB0-65C2-B5AF-D44EE7DF2FAC}"/>
                </a:ext>
              </a:extLst>
            </p:cNvPr>
            <p:cNvSpPr txBox="1"/>
            <p:nvPr/>
          </p:nvSpPr>
          <p:spPr>
            <a:xfrm>
              <a:off x="2056893" y="5873081"/>
              <a:ext cx="468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Power-to-X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5EDBBF8A-0FCA-7FCD-D131-1A91D7800112}"/>
                </a:ext>
              </a:extLst>
            </p:cNvPr>
            <p:cNvSpPr txBox="1"/>
            <p:nvPr/>
          </p:nvSpPr>
          <p:spPr>
            <a:xfrm>
              <a:off x="4189016" y="4582982"/>
              <a:ext cx="576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Pumped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hydro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4B8D968C-A092-8C1E-B25D-52BC82263C4D}"/>
                </a:ext>
              </a:extLst>
            </p:cNvPr>
            <p:cNvSpPr txBox="1"/>
            <p:nvPr/>
          </p:nvSpPr>
          <p:spPr>
            <a:xfrm>
              <a:off x="3663508" y="5998541"/>
              <a:ext cx="612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Combined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heat and power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2B4F4F4E-AA76-D33D-932A-EFE529DEDE90}"/>
                </a:ext>
              </a:extLst>
            </p:cNvPr>
            <p:cNvSpPr txBox="1"/>
            <p:nvPr/>
          </p:nvSpPr>
          <p:spPr>
            <a:xfrm>
              <a:off x="4364414" y="5979808"/>
              <a:ext cx="596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District heat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0FCA4AC2-5146-3A8F-86D8-E5746945100E}"/>
                </a:ext>
              </a:extLst>
            </p:cNvPr>
            <p:cNvSpPr txBox="1"/>
            <p:nvPr/>
          </p:nvSpPr>
          <p:spPr>
            <a:xfrm>
              <a:off x="4092312" y="5324570"/>
              <a:ext cx="58372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Heat pump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0" name="直接箭头连接符 229">
              <a:extLst>
                <a:ext uri="{FF2B5EF4-FFF2-40B4-BE49-F238E27FC236}">
                  <a16:creationId xmlns:a16="http://schemas.microsoft.com/office/drawing/2014/main" id="{3A14A8D3-FE37-C91B-80E6-CB36366D34A7}"/>
                </a:ext>
              </a:extLst>
            </p:cNvPr>
            <p:cNvCxnSpPr>
              <a:cxnSpLocks/>
              <a:stCxn id="134" idx="0"/>
            </p:cNvCxnSpPr>
            <p:nvPr/>
          </p:nvCxnSpPr>
          <p:spPr>
            <a:xfrm flipV="1">
              <a:off x="3972110" y="5141229"/>
              <a:ext cx="0" cy="568869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BB159C7D-056B-84D0-5347-F3FB663122A4}"/>
                </a:ext>
              </a:extLst>
            </p:cNvPr>
            <p:cNvSpPr/>
            <p:nvPr/>
          </p:nvSpPr>
          <p:spPr>
            <a:xfrm>
              <a:off x="5092435" y="4491593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01F0DF9D-C963-4234-8C64-025BAA4B25F9}"/>
                </a:ext>
              </a:extLst>
            </p:cNvPr>
            <p:cNvCxnSpPr>
              <a:cxnSpLocks/>
              <a:stCxn id="231" idx="1"/>
              <a:endCxn id="231" idx="3"/>
            </p:cNvCxnSpPr>
            <p:nvPr/>
          </p:nvCxnSpPr>
          <p:spPr>
            <a:xfrm>
              <a:off x="5092435" y="4527593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3" name="图片 232" descr="图标&#10;&#10;AI 生成的内容可能不正确。">
              <a:extLst>
                <a:ext uri="{FF2B5EF4-FFF2-40B4-BE49-F238E27FC236}">
                  <a16:creationId xmlns:a16="http://schemas.microsoft.com/office/drawing/2014/main" id="{CCBBAC9C-B799-23A2-FACF-3344CC240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699583" y="4351417"/>
              <a:ext cx="216000" cy="145046"/>
            </a:xfrm>
            <a:prstGeom prst="rect">
              <a:avLst/>
            </a:prstGeom>
          </p:spPr>
        </p:pic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EF103183-B36D-4A6A-8D59-5A5CFDE57AD3}"/>
                </a:ext>
              </a:extLst>
            </p:cNvPr>
            <p:cNvSpPr txBox="1"/>
            <p:nvPr/>
          </p:nvSpPr>
          <p:spPr>
            <a:xfrm>
              <a:off x="5280265" y="4205995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Smart charging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76E7F3BD-3EE8-B07A-DB67-C2E476CAF144}"/>
                </a:ext>
              </a:extLst>
            </p:cNvPr>
            <p:cNvSpPr/>
            <p:nvPr/>
          </p:nvSpPr>
          <p:spPr>
            <a:xfrm>
              <a:off x="5092435" y="5643470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EE53A6C8-1F8A-F528-9CD3-442B1A9F8A9F}"/>
                </a:ext>
              </a:extLst>
            </p:cNvPr>
            <p:cNvCxnSpPr>
              <a:cxnSpLocks/>
              <a:stCxn id="236" idx="1"/>
              <a:endCxn id="236" idx="3"/>
            </p:cNvCxnSpPr>
            <p:nvPr/>
          </p:nvCxnSpPr>
          <p:spPr>
            <a:xfrm>
              <a:off x="5092435" y="5679470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8" name="图片 237">
              <a:extLst>
                <a:ext uri="{FF2B5EF4-FFF2-40B4-BE49-F238E27FC236}">
                  <a16:creationId xmlns:a16="http://schemas.microsoft.com/office/drawing/2014/main" id="{B60ECFDC-BB1D-0496-9D80-6F754B0D5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1" t="4449" r="4023" b="3329"/>
            <a:stretch>
              <a:fillRect/>
            </a:stretch>
          </p:blipFill>
          <p:spPr>
            <a:xfrm>
              <a:off x="5647124" y="5436185"/>
              <a:ext cx="218584" cy="216000"/>
            </a:xfrm>
            <a:prstGeom prst="rect">
              <a:avLst/>
            </a:prstGeom>
          </p:spPr>
        </p:pic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9DA746E1-372D-016A-17FE-4CA2EF616596}"/>
                </a:ext>
              </a:extLst>
            </p:cNvPr>
            <p:cNvSpPr/>
            <p:nvPr/>
          </p:nvSpPr>
          <p:spPr>
            <a:xfrm rot="5400000">
              <a:off x="4445364" y="5067535"/>
              <a:ext cx="1224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3104F6EA-DEEF-CE06-0039-2E122801F9DB}"/>
                </a:ext>
              </a:extLst>
            </p:cNvPr>
            <p:cNvSpPr/>
            <p:nvPr/>
          </p:nvSpPr>
          <p:spPr>
            <a:xfrm>
              <a:off x="5091782" y="5122095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1BB30656-C8E7-DA2F-C624-4376389AC36E}"/>
                </a:ext>
              </a:extLst>
            </p:cNvPr>
            <p:cNvCxnSpPr>
              <a:cxnSpLocks/>
              <a:stCxn id="240" idx="1"/>
              <a:endCxn id="240" idx="3"/>
            </p:cNvCxnSpPr>
            <p:nvPr/>
          </p:nvCxnSpPr>
          <p:spPr>
            <a:xfrm>
              <a:off x="5091782" y="5158095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3" name="图片 242" descr="黑暗的风车&#10;&#10;AI 生成的内容可能不正确。">
              <a:extLst>
                <a:ext uri="{FF2B5EF4-FFF2-40B4-BE49-F238E27FC236}">
                  <a16:creationId xmlns:a16="http://schemas.microsoft.com/office/drawing/2014/main" id="{A7CEAFD7-F548-6976-BB67-7449C2E3C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2119977" y="3578553"/>
              <a:ext cx="432000" cy="452219"/>
            </a:xfrm>
            <a:prstGeom prst="rect">
              <a:avLst/>
            </a:prstGeom>
          </p:spPr>
        </p:pic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68E714C2-22A4-6B23-033A-5D4D666A70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7364" y="4524877"/>
              <a:ext cx="0" cy="115200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7" name="图片 246" descr="图标&#10;&#10;AI 生成的内容可能不正确。">
              <a:extLst>
                <a:ext uri="{FF2B5EF4-FFF2-40B4-BE49-F238E27FC236}">
                  <a16:creationId xmlns:a16="http://schemas.microsoft.com/office/drawing/2014/main" id="{440F5562-D40A-6D97-F8EA-B1800672E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6974" y="4920319"/>
              <a:ext cx="216000" cy="216000"/>
            </a:xfrm>
            <a:prstGeom prst="rect">
              <a:avLst/>
            </a:prstGeom>
          </p:spPr>
        </p:pic>
        <p:cxnSp>
          <p:nvCxnSpPr>
            <p:cNvPr id="250" name="直接箭头连接符 101">
              <a:extLst>
                <a:ext uri="{FF2B5EF4-FFF2-40B4-BE49-F238E27FC236}">
                  <a16:creationId xmlns:a16="http://schemas.microsoft.com/office/drawing/2014/main" id="{97136679-1309-C27F-80C0-6CB01977AFC3}"/>
                </a:ext>
              </a:extLst>
            </p:cNvPr>
            <p:cNvCxnSpPr>
              <a:cxnSpLocks/>
              <a:stCxn id="216" idx="3"/>
              <a:endCxn id="238" idx="3"/>
            </p:cNvCxnSpPr>
            <p:nvPr/>
          </p:nvCxnSpPr>
          <p:spPr>
            <a:xfrm flipV="1">
              <a:off x="5623085" y="5544185"/>
              <a:ext cx="242623" cy="995023"/>
            </a:xfrm>
            <a:prstGeom prst="bentConnector3">
              <a:avLst>
                <a:gd name="adj1" fmla="val 140567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65E08802-540E-4DE4-7FC0-A5AE71B4716B}"/>
                </a:ext>
              </a:extLst>
            </p:cNvPr>
            <p:cNvSpPr txBox="1"/>
            <p:nvPr/>
          </p:nvSpPr>
          <p:spPr>
            <a:xfrm>
              <a:off x="5302008" y="6012706"/>
              <a:ext cx="612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Thermal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energy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4" name="直接箭头连接符 101">
              <a:extLst>
                <a:ext uri="{FF2B5EF4-FFF2-40B4-BE49-F238E27FC236}">
                  <a16:creationId xmlns:a16="http://schemas.microsoft.com/office/drawing/2014/main" id="{1C9F74C8-BE69-65D6-DB60-369180E248D9}"/>
                </a:ext>
              </a:extLst>
            </p:cNvPr>
            <p:cNvCxnSpPr>
              <a:cxnSpLocks/>
              <a:stCxn id="180" idx="2"/>
              <a:endCxn id="200" idx="0"/>
            </p:cNvCxnSpPr>
            <p:nvPr/>
          </p:nvCxnSpPr>
          <p:spPr>
            <a:xfrm>
              <a:off x="1901440" y="6085366"/>
              <a:ext cx="0" cy="190155"/>
            </a:xfrm>
            <a:prstGeom prst="straightConnector1">
              <a:avLst/>
            </a:prstGeom>
            <a:ln w="6350">
              <a:solidFill>
                <a:schemeClr val="accent3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箭头连接符 254">
              <a:extLst>
                <a:ext uri="{FF2B5EF4-FFF2-40B4-BE49-F238E27FC236}">
                  <a16:creationId xmlns:a16="http://schemas.microsoft.com/office/drawing/2014/main" id="{25055C42-7F4F-E48C-ECE4-CBFB74F5ACA8}"/>
                </a:ext>
              </a:extLst>
            </p:cNvPr>
            <p:cNvCxnSpPr>
              <a:cxnSpLocks/>
              <a:stCxn id="169" idx="1"/>
            </p:cNvCxnSpPr>
            <p:nvPr/>
          </p:nvCxnSpPr>
          <p:spPr>
            <a:xfrm flipH="1">
              <a:off x="1902759" y="4686458"/>
              <a:ext cx="224071" cy="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箭头连接符 49">
              <a:extLst>
                <a:ext uri="{FF2B5EF4-FFF2-40B4-BE49-F238E27FC236}">
                  <a16:creationId xmlns:a16="http://schemas.microsoft.com/office/drawing/2014/main" id="{03EA8FB8-69FD-42AD-A645-EA1AEE07A800}"/>
                </a:ext>
              </a:extLst>
            </p:cNvPr>
            <p:cNvCxnSpPr>
              <a:cxnSpLocks/>
              <a:stCxn id="1074" idx="2"/>
              <a:endCxn id="243" idx="2"/>
            </p:cNvCxnSpPr>
            <p:nvPr/>
          </p:nvCxnSpPr>
          <p:spPr>
            <a:xfrm rot="16200000" flipH="1">
              <a:off x="2115433" y="3810227"/>
              <a:ext cx="4817" cy="436272"/>
            </a:xfrm>
            <a:prstGeom prst="bentConnector3">
              <a:avLst>
                <a:gd name="adj1" fmla="val 879967"/>
              </a:avLst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57" name="图片 256" descr="图标&#10;&#10;AI 生成的内容可能不正确。">
              <a:extLst>
                <a:ext uri="{FF2B5EF4-FFF2-40B4-BE49-F238E27FC236}">
                  <a16:creationId xmlns:a16="http://schemas.microsoft.com/office/drawing/2014/main" id="{39B5D88A-6207-1B70-9FB8-65B77FC2F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480004" y="4351697"/>
              <a:ext cx="216000" cy="145046"/>
            </a:xfrm>
            <a:prstGeom prst="rect">
              <a:avLst/>
            </a:prstGeom>
          </p:spPr>
        </p:pic>
        <p:pic>
          <p:nvPicPr>
            <p:cNvPr id="258" name="图片 257" descr="图标&#10;&#10;AI 生成的内容可能不正确。">
              <a:extLst>
                <a:ext uri="{FF2B5EF4-FFF2-40B4-BE49-F238E27FC236}">
                  <a16:creationId xmlns:a16="http://schemas.microsoft.com/office/drawing/2014/main" id="{857F6C15-D68C-21DA-C7FB-DF02D499F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256472" y="4351417"/>
              <a:ext cx="216000" cy="145046"/>
            </a:xfrm>
            <a:prstGeom prst="rect">
              <a:avLst/>
            </a:prstGeom>
          </p:spPr>
        </p:pic>
        <p:pic>
          <p:nvPicPr>
            <p:cNvPr id="259" name="图片 258" descr="图标&#10;&#10;AI 生成的内容可能不正确。">
              <a:extLst>
                <a:ext uri="{FF2B5EF4-FFF2-40B4-BE49-F238E27FC236}">
                  <a16:creationId xmlns:a16="http://schemas.microsoft.com/office/drawing/2014/main" id="{F2A34A4D-9B51-1D44-6BC9-9E2D511F6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9992" y="4918977"/>
              <a:ext cx="216000" cy="216000"/>
            </a:xfrm>
            <a:prstGeom prst="rect">
              <a:avLst/>
            </a:prstGeom>
          </p:spPr>
        </p:pic>
        <p:pic>
          <p:nvPicPr>
            <p:cNvPr id="260" name="图片 259" descr="图标&#10;&#10;AI 生成的内容可能不正确。">
              <a:extLst>
                <a:ext uri="{FF2B5EF4-FFF2-40B4-BE49-F238E27FC236}">
                  <a16:creationId xmlns:a16="http://schemas.microsoft.com/office/drawing/2014/main" id="{C7F7C910-67C3-D461-E4F9-1CC281C47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0362" y="5428071"/>
              <a:ext cx="216000" cy="216000"/>
            </a:xfrm>
            <a:prstGeom prst="rect">
              <a:avLst/>
            </a:prstGeom>
          </p:spPr>
        </p:pic>
        <p:sp>
          <p:nvSpPr>
            <p:cNvPr id="261" name="文本框 260">
              <a:extLst>
                <a:ext uri="{FF2B5EF4-FFF2-40B4-BE49-F238E27FC236}">
                  <a16:creationId xmlns:a16="http://schemas.microsoft.com/office/drawing/2014/main" id="{18460C2A-0EF2-A5DC-F990-92B5149D2E8F}"/>
                </a:ext>
              </a:extLst>
            </p:cNvPr>
            <p:cNvSpPr txBox="1"/>
            <p:nvPr/>
          </p:nvSpPr>
          <p:spPr>
            <a:xfrm>
              <a:off x="5260648" y="4652053"/>
              <a:ext cx="53287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Demand response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62" name="直接箭头连接符 240">
              <a:extLst>
                <a:ext uri="{FF2B5EF4-FFF2-40B4-BE49-F238E27FC236}">
                  <a16:creationId xmlns:a16="http://schemas.microsoft.com/office/drawing/2014/main" id="{5FF3870F-8AEF-B308-30B3-A076FA849F5E}"/>
                </a:ext>
              </a:extLst>
            </p:cNvPr>
            <p:cNvCxnSpPr>
              <a:cxnSpLocks/>
              <a:stCxn id="135" idx="3"/>
              <a:endCxn id="238" idx="2"/>
            </p:cNvCxnSpPr>
            <p:nvPr/>
          </p:nvCxnSpPr>
          <p:spPr>
            <a:xfrm flipV="1">
              <a:off x="4812056" y="5652185"/>
              <a:ext cx="944360" cy="200842"/>
            </a:xfrm>
            <a:prstGeom prst="bentConnector2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箭头连接符 262">
              <a:extLst>
                <a:ext uri="{FF2B5EF4-FFF2-40B4-BE49-F238E27FC236}">
                  <a16:creationId xmlns:a16="http://schemas.microsoft.com/office/drawing/2014/main" id="{958EECCE-5B1F-5CD4-F5DE-48A26E43C015}"/>
                </a:ext>
              </a:extLst>
            </p:cNvPr>
            <p:cNvCxnSpPr>
              <a:cxnSpLocks/>
              <a:endCxn id="1100" idx="2"/>
            </p:cNvCxnSpPr>
            <p:nvPr/>
          </p:nvCxnSpPr>
          <p:spPr>
            <a:xfrm flipV="1">
              <a:off x="5509529" y="5640157"/>
              <a:ext cx="0" cy="207862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箭头连接符 263">
              <a:extLst>
                <a:ext uri="{FF2B5EF4-FFF2-40B4-BE49-F238E27FC236}">
                  <a16:creationId xmlns:a16="http://schemas.microsoft.com/office/drawing/2014/main" id="{C0350F04-1F00-2622-D40B-FD9B1FC4A3D6}"/>
                </a:ext>
              </a:extLst>
            </p:cNvPr>
            <p:cNvCxnSpPr>
              <a:cxnSpLocks/>
              <a:endCxn id="260" idx="2"/>
            </p:cNvCxnSpPr>
            <p:nvPr/>
          </p:nvCxnSpPr>
          <p:spPr>
            <a:xfrm flipV="1">
              <a:off x="5278362" y="5644071"/>
              <a:ext cx="0" cy="205780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文本框 264">
              <a:extLst>
                <a:ext uri="{FF2B5EF4-FFF2-40B4-BE49-F238E27FC236}">
                  <a16:creationId xmlns:a16="http://schemas.microsoft.com/office/drawing/2014/main" id="{E954BA64-0541-6F4B-EC61-91D98BAEC056}"/>
                </a:ext>
              </a:extLst>
            </p:cNvPr>
            <p:cNvSpPr txBox="1"/>
            <p:nvPr/>
          </p:nvSpPr>
          <p:spPr>
            <a:xfrm>
              <a:off x="4018012" y="6337018"/>
              <a:ext cx="774571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Linepack</a:t>
              </a:r>
              <a:r>
                <a:rPr lang="en-US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storage</a:t>
              </a:r>
            </a:p>
          </p:txBody>
        </p:sp>
        <p:pic>
          <p:nvPicPr>
            <p:cNvPr id="266" name="图片 265" descr="图标&#10;&#10;AI 生成的内容可能不正确。">
              <a:extLst>
                <a:ext uri="{FF2B5EF4-FFF2-40B4-BE49-F238E27FC236}">
                  <a16:creationId xmlns:a16="http://schemas.microsoft.com/office/drawing/2014/main" id="{83F476E6-B30B-9478-A8EB-21E50D6B9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0030" y="6413190"/>
              <a:ext cx="180000" cy="180000"/>
            </a:xfrm>
            <a:prstGeom prst="rect">
              <a:avLst/>
            </a:prstGeom>
          </p:spPr>
        </p:pic>
        <p:pic>
          <p:nvPicPr>
            <p:cNvPr id="267" name="图片 266" descr="图标&#10;&#10;AI 生成的内容可能不正确。">
              <a:extLst>
                <a:ext uri="{FF2B5EF4-FFF2-40B4-BE49-F238E27FC236}">
                  <a16:creationId xmlns:a16="http://schemas.microsoft.com/office/drawing/2014/main" id="{E84B547C-9DF3-8380-97D0-9DD352A45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1025" y="6416464"/>
              <a:ext cx="180000" cy="180000"/>
            </a:xfrm>
            <a:prstGeom prst="rect">
              <a:avLst/>
            </a:prstGeom>
          </p:spPr>
        </p:pic>
        <p:sp>
          <p:nvSpPr>
            <p:cNvPr id="268" name="文本框 267">
              <a:extLst>
                <a:ext uri="{FF2B5EF4-FFF2-40B4-BE49-F238E27FC236}">
                  <a16:creationId xmlns:a16="http://schemas.microsoft.com/office/drawing/2014/main" id="{3EEC4A1A-18F5-5147-DFD5-C8DA8EFC6A1C}"/>
                </a:ext>
              </a:extLst>
            </p:cNvPr>
            <p:cNvSpPr txBox="1"/>
            <p:nvPr/>
          </p:nvSpPr>
          <p:spPr>
            <a:xfrm>
              <a:off x="1323503" y="4231384"/>
              <a:ext cx="4650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arbon capture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9" name="图片 268" descr="图标&#10;&#10;AI 生成的内容可能不正确。">
              <a:extLst>
                <a:ext uri="{FF2B5EF4-FFF2-40B4-BE49-F238E27FC236}">
                  <a16:creationId xmlns:a16="http://schemas.microsoft.com/office/drawing/2014/main" id="{321E35F1-C94C-19B6-F946-302328DF4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124" y="5032145"/>
              <a:ext cx="360000" cy="360000"/>
            </a:xfrm>
            <a:prstGeom prst="rect">
              <a:avLst/>
            </a:prstGeom>
          </p:spPr>
        </p:pic>
        <p:sp>
          <p:nvSpPr>
            <p:cNvPr id="270" name="文本框 269">
              <a:extLst>
                <a:ext uri="{FF2B5EF4-FFF2-40B4-BE49-F238E27FC236}">
                  <a16:creationId xmlns:a16="http://schemas.microsoft.com/office/drawing/2014/main" id="{5A7C215C-54DD-01E4-70CE-56E7E14165B6}"/>
                </a:ext>
              </a:extLst>
            </p:cNvPr>
            <p:cNvSpPr txBox="1"/>
            <p:nvPr/>
          </p:nvSpPr>
          <p:spPr>
            <a:xfrm>
              <a:off x="943978" y="5382583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Flexible nuclear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文本框 270">
              <a:extLst>
                <a:ext uri="{FF2B5EF4-FFF2-40B4-BE49-F238E27FC236}">
                  <a16:creationId xmlns:a16="http://schemas.microsoft.com/office/drawing/2014/main" id="{E42F4163-58F4-A838-FFD7-8FF9F571F1EC}"/>
                </a:ext>
              </a:extLst>
            </p:cNvPr>
            <p:cNvSpPr txBox="1"/>
            <p:nvPr/>
          </p:nvSpPr>
          <p:spPr>
            <a:xfrm>
              <a:off x="1072720" y="5900961"/>
              <a:ext cx="360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Biomass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72" name="图片 271" descr="卡通人物&#10;&#10;AI 生成的内容可能不正确。">
              <a:extLst>
                <a:ext uri="{FF2B5EF4-FFF2-40B4-BE49-F238E27FC236}">
                  <a16:creationId xmlns:a16="http://schemas.microsoft.com/office/drawing/2014/main" id="{6C0F7779-B418-5160-5D33-EAF193C9D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367" y="5556372"/>
              <a:ext cx="360000" cy="360000"/>
            </a:xfrm>
            <a:prstGeom prst="rect">
              <a:avLst/>
            </a:prstGeom>
          </p:spPr>
        </p:pic>
        <p:cxnSp>
          <p:nvCxnSpPr>
            <p:cNvPr id="274" name="直接箭头连接符 273">
              <a:extLst>
                <a:ext uri="{FF2B5EF4-FFF2-40B4-BE49-F238E27FC236}">
                  <a16:creationId xmlns:a16="http://schemas.microsoft.com/office/drawing/2014/main" id="{500F137B-83D6-DF81-D7AF-FE88116A47AD}"/>
                </a:ext>
              </a:extLst>
            </p:cNvPr>
            <p:cNvCxnSpPr>
              <a:cxnSpLocks/>
              <a:endCxn id="260" idx="0"/>
            </p:cNvCxnSpPr>
            <p:nvPr/>
          </p:nvCxnSpPr>
          <p:spPr>
            <a:xfrm>
              <a:off x="5278362" y="5310188"/>
              <a:ext cx="0" cy="117883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箭头连接符 274">
              <a:extLst>
                <a:ext uri="{FF2B5EF4-FFF2-40B4-BE49-F238E27FC236}">
                  <a16:creationId xmlns:a16="http://schemas.microsoft.com/office/drawing/2014/main" id="{81D768AA-8161-DE57-7716-407436FEEBC0}"/>
                </a:ext>
              </a:extLst>
            </p:cNvPr>
            <p:cNvCxnSpPr>
              <a:cxnSpLocks/>
              <a:endCxn id="1100" idx="0"/>
            </p:cNvCxnSpPr>
            <p:nvPr/>
          </p:nvCxnSpPr>
          <p:spPr>
            <a:xfrm>
              <a:off x="5509529" y="5303507"/>
              <a:ext cx="0" cy="12065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箭头连接符 275">
              <a:extLst>
                <a:ext uri="{FF2B5EF4-FFF2-40B4-BE49-F238E27FC236}">
                  <a16:creationId xmlns:a16="http://schemas.microsoft.com/office/drawing/2014/main" id="{F5886D58-7D74-A04E-267A-E46C205BCB76}"/>
                </a:ext>
              </a:extLst>
            </p:cNvPr>
            <p:cNvCxnSpPr>
              <a:cxnSpLocks/>
              <a:endCxn id="238" idx="0"/>
            </p:cNvCxnSpPr>
            <p:nvPr/>
          </p:nvCxnSpPr>
          <p:spPr>
            <a:xfrm>
              <a:off x="5756416" y="5311775"/>
              <a:ext cx="0" cy="12441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箭头连接符 276">
              <a:extLst>
                <a:ext uri="{FF2B5EF4-FFF2-40B4-BE49-F238E27FC236}">
                  <a16:creationId xmlns:a16="http://schemas.microsoft.com/office/drawing/2014/main" id="{EF93B963-D145-BE28-31DA-DD4B671F3DC8}"/>
                </a:ext>
              </a:extLst>
            </p:cNvPr>
            <p:cNvCxnSpPr>
              <a:cxnSpLocks/>
              <a:endCxn id="247" idx="2"/>
            </p:cNvCxnSpPr>
            <p:nvPr/>
          </p:nvCxnSpPr>
          <p:spPr>
            <a:xfrm flipV="1">
              <a:off x="5644974" y="5136319"/>
              <a:ext cx="0" cy="17228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箭头连接符 277">
              <a:extLst>
                <a:ext uri="{FF2B5EF4-FFF2-40B4-BE49-F238E27FC236}">
                  <a16:creationId xmlns:a16="http://schemas.microsoft.com/office/drawing/2014/main" id="{FF7139C2-714F-7C4F-08B1-EE904B16EEF5}"/>
                </a:ext>
              </a:extLst>
            </p:cNvPr>
            <p:cNvCxnSpPr>
              <a:cxnSpLocks/>
              <a:endCxn id="259" idx="2"/>
            </p:cNvCxnSpPr>
            <p:nvPr/>
          </p:nvCxnSpPr>
          <p:spPr>
            <a:xfrm flipV="1">
              <a:off x="5407992" y="5134977"/>
              <a:ext cx="0" cy="16886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箭头连接符 278">
              <a:extLst>
                <a:ext uri="{FF2B5EF4-FFF2-40B4-BE49-F238E27FC236}">
                  <a16:creationId xmlns:a16="http://schemas.microsoft.com/office/drawing/2014/main" id="{4C648D76-4D47-C5DE-2D71-8825C78C1FA3}"/>
                </a:ext>
              </a:extLst>
            </p:cNvPr>
            <p:cNvCxnSpPr>
              <a:cxnSpLocks/>
              <a:endCxn id="280" idx="2"/>
            </p:cNvCxnSpPr>
            <p:nvPr/>
          </p:nvCxnSpPr>
          <p:spPr>
            <a:xfrm flipV="1">
              <a:off x="1283879" y="4472733"/>
              <a:ext cx="0" cy="72000"/>
            </a:xfrm>
            <a:prstGeom prst="straightConnector1">
              <a:avLst/>
            </a:prstGeom>
            <a:ln w="6350" cap="rnd">
              <a:solidFill>
                <a:schemeClr val="bg1">
                  <a:lumMod val="50000"/>
                </a:schemeClr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0" name="图片 279" descr="图片包含 徽标&#10;&#10;AI 生成的内容可能不正确。">
              <a:extLst>
                <a:ext uri="{FF2B5EF4-FFF2-40B4-BE49-F238E27FC236}">
                  <a16:creationId xmlns:a16="http://schemas.microsoft.com/office/drawing/2014/main" id="{1B0D99F1-BBAF-1797-315E-524CE909D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5879" y="4256733"/>
              <a:ext cx="216000" cy="216000"/>
            </a:xfrm>
            <a:prstGeom prst="rect">
              <a:avLst/>
            </a:prstGeom>
          </p:spPr>
        </p:pic>
        <p:pic>
          <p:nvPicPr>
            <p:cNvPr id="281" name="图片 280" descr="图标&#10;&#10;AI 生成的内容可能不正确。">
              <a:extLst>
                <a:ext uri="{FF2B5EF4-FFF2-40B4-BE49-F238E27FC236}">
                  <a16:creationId xmlns:a16="http://schemas.microsoft.com/office/drawing/2014/main" id="{E90DF7B7-A829-AFFA-AA09-806ED8BBF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BEBA8EAE-BF5A-486C-A8C5-ECC9F3942E4B}">
                  <a14:imgProps xmlns:a14="http://schemas.microsoft.com/office/drawing/2010/main">
                    <a14:imgLayer r:embed="rId39">
                      <a14:imgEffect>
                        <a14:backgroundRemoval t="9961" b="89844" l="7422" r="91992">
                          <a14:foregroundMark x1="8203" y1="42188" x2="7422" y2="52148"/>
                          <a14:foregroundMark x1="7422" y1="52148" x2="7813" y2="53711"/>
                          <a14:foregroundMark x1="91602" y1="33789" x2="91992" y2="51953"/>
                          <a14:backgroundMark x1="13281" y1="74609" x2="67773" y2="75977"/>
                          <a14:backgroundMark x1="67773" y1="75977" x2="89844" y2="75195"/>
                          <a14:backgroundMark x1="8398" y1="69336" x2="34570" y2="70508"/>
                          <a14:backgroundMark x1="34570" y1="70508" x2="42773" y2="66992"/>
                          <a14:backgroundMark x1="50000" y1="69141" x2="66406" y2="69336"/>
                          <a14:backgroundMark x1="66406" y1="69336" x2="79297" y2="68555"/>
                          <a14:backgroundMark x1="79297" y1="68555" x2="88867" y2="687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661" b="29092"/>
            <a:stretch>
              <a:fillRect/>
            </a:stretch>
          </p:blipFill>
          <p:spPr>
            <a:xfrm>
              <a:off x="5025990" y="4413773"/>
              <a:ext cx="216000" cy="110693"/>
            </a:xfrm>
            <a:prstGeom prst="rect">
              <a:avLst/>
            </a:prstGeom>
          </p:spPr>
        </p:pic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7C02B65E-4E0F-7C0E-AC48-F5D67742D633}"/>
                </a:ext>
              </a:extLst>
            </p:cNvPr>
            <p:cNvCxnSpPr>
              <a:cxnSpLocks/>
              <a:stCxn id="219" idx="2"/>
            </p:cNvCxnSpPr>
            <p:nvPr/>
          </p:nvCxnSpPr>
          <p:spPr>
            <a:xfrm>
              <a:off x="3185292" y="3985507"/>
              <a:ext cx="2371" cy="43560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箭头连接符 49">
              <a:extLst>
                <a:ext uri="{FF2B5EF4-FFF2-40B4-BE49-F238E27FC236}">
                  <a16:creationId xmlns:a16="http://schemas.microsoft.com/office/drawing/2014/main" id="{87ABBC11-4102-ADE8-423F-4BABD1946C69}"/>
                </a:ext>
              </a:extLst>
            </p:cNvPr>
            <p:cNvCxnSpPr>
              <a:cxnSpLocks/>
              <a:stCxn id="1074" idx="2"/>
              <a:endCxn id="180" idx="0"/>
            </p:cNvCxnSpPr>
            <p:nvPr/>
          </p:nvCxnSpPr>
          <p:spPr>
            <a:xfrm>
              <a:off x="1899705" y="4025955"/>
              <a:ext cx="1735" cy="177141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箭头连接符 101">
              <a:extLst>
                <a:ext uri="{FF2B5EF4-FFF2-40B4-BE49-F238E27FC236}">
                  <a16:creationId xmlns:a16="http://schemas.microsoft.com/office/drawing/2014/main" id="{9F6AA8DF-2CA9-65D3-13AB-D145AEDC035C}"/>
                </a:ext>
              </a:extLst>
            </p:cNvPr>
            <p:cNvCxnSpPr>
              <a:cxnSpLocks/>
              <a:stCxn id="1069" idx="1"/>
              <a:endCxn id="153" idx="1"/>
            </p:cNvCxnSpPr>
            <p:nvPr/>
          </p:nvCxnSpPr>
          <p:spPr>
            <a:xfrm rot="10800000" flipH="1" flipV="1">
              <a:off x="1103432" y="3847762"/>
              <a:ext cx="74905" cy="2691445"/>
            </a:xfrm>
            <a:prstGeom prst="bentConnector3">
              <a:avLst>
                <a:gd name="adj1" fmla="val -251503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9" name="任意多边形: 形状 298">
            <a:extLst>
              <a:ext uri="{FF2B5EF4-FFF2-40B4-BE49-F238E27FC236}">
                <a16:creationId xmlns:a16="http://schemas.microsoft.com/office/drawing/2014/main" id="{A56D40A4-AB66-8BEF-4103-38FAD9386872}"/>
              </a:ext>
            </a:extLst>
          </p:cNvPr>
          <p:cNvSpPr/>
          <p:nvPr/>
        </p:nvSpPr>
        <p:spPr>
          <a:xfrm>
            <a:off x="1510432" y="4989869"/>
            <a:ext cx="252000" cy="1188000"/>
          </a:xfrm>
          <a:custGeom>
            <a:avLst/>
            <a:gdLst>
              <a:gd name="connsiteX0" fmla="*/ 152979 w 152979"/>
              <a:gd name="connsiteY0" fmla="*/ 0 h 1223835"/>
              <a:gd name="connsiteX1" fmla="*/ 0 w 152979"/>
              <a:gd name="connsiteY1" fmla="*/ 0 h 1223835"/>
              <a:gd name="connsiteX2" fmla="*/ 0 w 152979"/>
              <a:gd name="connsiteY2" fmla="*/ 1223835 h 122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979" h="1223835">
                <a:moveTo>
                  <a:pt x="152979" y="0"/>
                </a:moveTo>
                <a:lnTo>
                  <a:pt x="0" y="0"/>
                </a:lnTo>
                <a:lnTo>
                  <a:pt x="0" y="1223835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0" name="文本框 299">
            <a:extLst>
              <a:ext uri="{FF2B5EF4-FFF2-40B4-BE49-F238E27FC236}">
                <a16:creationId xmlns:a16="http://schemas.microsoft.com/office/drawing/2014/main" id="{0A4C769D-DB3B-3F5E-661D-1BC6231AECDA}"/>
              </a:ext>
            </a:extLst>
          </p:cNvPr>
          <p:cNvSpPr txBox="1"/>
          <p:nvPr/>
        </p:nvSpPr>
        <p:spPr>
          <a:xfrm>
            <a:off x="3405940" y="1650178"/>
            <a:ext cx="56297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flow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2" name="直接连接符 301">
            <a:extLst>
              <a:ext uri="{FF2B5EF4-FFF2-40B4-BE49-F238E27FC236}">
                <a16:creationId xmlns:a16="http://schemas.microsoft.com/office/drawing/2014/main" id="{5FAD6664-A4EE-6B79-BC92-A8B5B3F50BB5}"/>
              </a:ext>
            </a:extLst>
          </p:cNvPr>
          <p:cNvCxnSpPr/>
          <p:nvPr/>
        </p:nvCxnSpPr>
        <p:spPr>
          <a:xfrm>
            <a:off x="2864698" y="1293259"/>
            <a:ext cx="12924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文本框 302">
            <a:extLst>
              <a:ext uri="{FF2B5EF4-FFF2-40B4-BE49-F238E27FC236}">
                <a16:creationId xmlns:a16="http://schemas.microsoft.com/office/drawing/2014/main" id="{47C38FC3-E25E-9025-938B-41142A0DA37F}"/>
              </a:ext>
            </a:extLst>
          </p:cNvPr>
          <p:cNvSpPr txBox="1"/>
          <p:nvPr/>
        </p:nvSpPr>
        <p:spPr>
          <a:xfrm>
            <a:off x="3589467" y="1115735"/>
            <a:ext cx="63671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Line capacity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0CF67D80-E419-3819-2305-5FB6BA4398AF}"/>
              </a:ext>
            </a:extLst>
          </p:cNvPr>
          <p:cNvSpPr txBox="1"/>
          <p:nvPr/>
        </p:nvSpPr>
        <p:spPr>
          <a:xfrm>
            <a:off x="2845317" y="1333515"/>
            <a:ext cx="88357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Flexibility availability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2889DE57-0C29-E164-22E6-DBC973BB3372}"/>
              </a:ext>
            </a:extLst>
          </p:cNvPr>
          <p:cNvSpPr txBox="1"/>
          <p:nvPr/>
        </p:nvSpPr>
        <p:spPr>
          <a:xfrm>
            <a:off x="1977850" y="7011491"/>
            <a:ext cx="40748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Winter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60CFB7EC-D77F-44A7-4D65-B6B4A6B76885}"/>
              </a:ext>
            </a:extLst>
          </p:cNvPr>
          <p:cNvSpPr txBox="1"/>
          <p:nvPr/>
        </p:nvSpPr>
        <p:spPr>
          <a:xfrm>
            <a:off x="1339482" y="6459746"/>
            <a:ext cx="433132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 dirty="0">
                <a:latin typeface="Arial" panose="020B0604020202020204" pitchFamily="34" charset="0"/>
                <a:cs typeface="Arial" panose="020B0604020202020204" pitchFamily="34" charset="0"/>
              </a:rPr>
              <a:t>Excess</a:t>
            </a:r>
            <a:endParaRPr lang="en-GB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0357D6B4-506F-01F2-B4E1-DBC7B681AB8E}"/>
              </a:ext>
            </a:extLst>
          </p:cNvPr>
          <p:cNvSpPr txBox="1"/>
          <p:nvPr/>
        </p:nvSpPr>
        <p:spPr>
          <a:xfrm>
            <a:off x="1870182" y="6628967"/>
            <a:ext cx="49885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Shortage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90560429-2966-442B-0064-19E609ECAAD4}"/>
              </a:ext>
            </a:extLst>
          </p:cNvPr>
          <p:cNvSpPr txBox="1"/>
          <p:nvPr/>
        </p:nvSpPr>
        <p:spPr>
          <a:xfrm>
            <a:off x="1374163" y="6833317"/>
            <a:ext cx="598241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Solar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C596D84F-33F4-4ECE-DB4E-B0B365A1B093}"/>
              </a:ext>
            </a:extLst>
          </p:cNvPr>
          <p:cNvSpPr txBox="1"/>
          <p:nvPr/>
        </p:nvSpPr>
        <p:spPr>
          <a:xfrm>
            <a:off x="1373355" y="6723293"/>
            <a:ext cx="47801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0" name="直接连接符 309">
            <a:extLst>
              <a:ext uri="{FF2B5EF4-FFF2-40B4-BE49-F238E27FC236}">
                <a16:creationId xmlns:a16="http://schemas.microsoft.com/office/drawing/2014/main" id="{418064E0-3146-72EE-6100-D9A53E8AEC04}"/>
              </a:ext>
            </a:extLst>
          </p:cNvPr>
          <p:cNvCxnSpPr/>
          <p:nvPr/>
        </p:nvCxnSpPr>
        <p:spPr>
          <a:xfrm>
            <a:off x="1304212" y="6815289"/>
            <a:ext cx="1080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>
            <a:extLst>
              <a:ext uri="{FF2B5EF4-FFF2-40B4-BE49-F238E27FC236}">
                <a16:creationId xmlns:a16="http://schemas.microsoft.com/office/drawing/2014/main" id="{1053A35D-C49C-31AF-7B50-CD65E99BB770}"/>
              </a:ext>
            </a:extLst>
          </p:cNvPr>
          <p:cNvCxnSpPr/>
          <p:nvPr/>
        </p:nvCxnSpPr>
        <p:spPr>
          <a:xfrm>
            <a:off x="1304212" y="6929587"/>
            <a:ext cx="108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弧形 311">
            <a:extLst>
              <a:ext uri="{FF2B5EF4-FFF2-40B4-BE49-F238E27FC236}">
                <a16:creationId xmlns:a16="http://schemas.microsoft.com/office/drawing/2014/main" id="{AE914AB4-BC1A-7B5A-5B9F-31FD2F287E97}"/>
              </a:ext>
            </a:extLst>
          </p:cNvPr>
          <p:cNvSpPr/>
          <p:nvPr/>
        </p:nvSpPr>
        <p:spPr>
          <a:xfrm>
            <a:off x="1067759" y="6506532"/>
            <a:ext cx="1279959" cy="953041"/>
          </a:xfrm>
          <a:prstGeom prst="arc">
            <a:avLst>
              <a:gd name="adj1" fmla="val 16200000"/>
              <a:gd name="adj2" fmla="val 19400847"/>
            </a:avLst>
          </a:prstGeom>
          <a:ln w="9525">
            <a:gradFill flip="none" rotWithShape="1">
              <a:gsLst>
                <a:gs pos="0">
                  <a:schemeClr val="tx2">
                    <a:lumMod val="25000"/>
                    <a:lumOff val="7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1"/>
              <a:tileRect/>
            </a:gra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2"/>
              </a:solidFill>
            </a:endParaRPr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id="{5421B2D2-D210-FA64-EF7D-CE0A9C7CF6C4}"/>
              </a:ext>
            </a:extLst>
          </p:cNvPr>
          <p:cNvSpPr txBox="1"/>
          <p:nvPr/>
        </p:nvSpPr>
        <p:spPr>
          <a:xfrm>
            <a:off x="1784044" y="6360103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6E25280D-D087-32A2-920D-5FD4694F1F3A}"/>
              </a:ext>
            </a:extLst>
          </p:cNvPr>
          <p:cNvSpPr txBox="1"/>
          <p:nvPr/>
        </p:nvSpPr>
        <p:spPr>
          <a:xfrm rot="16200000">
            <a:off x="3073236" y="6643913"/>
            <a:ext cx="49885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Load (%)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5" name="直接连接符 314">
            <a:extLst>
              <a:ext uri="{FF2B5EF4-FFF2-40B4-BE49-F238E27FC236}">
                <a16:creationId xmlns:a16="http://schemas.microsoft.com/office/drawing/2014/main" id="{EC7B3689-ED8B-013D-AEA7-BCFB41C88B5F}"/>
              </a:ext>
            </a:extLst>
          </p:cNvPr>
          <p:cNvCxnSpPr>
            <a:cxnSpLocks/>
          </p:cNvCxnSpPr>
          <p:nvPr/>
        </p:nvCxnSpPr>
        <p:spPr>
          <a:xfrm>
            <a:off x="3410975" y="6830594"/>
            <a:ext cx="748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直接连接符 315">
            <a:extLst>
              <a:ext uri="{FF2B5EF4-FFF2-40B4-BE49-F238E27FC236}">
                <a16:creationId xmlns:a16="http://schemas.microsoft.com/office/drawing/2014/main" id="{2DB6900F-A72F-2B07-9DA5-27365CCB1EF5}"/>
              </a:ext>
            </a:extLst>
          </p:cNvPr>
          <p:cNvCxnSpPr>
            <a:cxnSpLocks/>
          </p:cNvCxnSpPr>
          <p:nvPr/>
        </p:nvCxnSpPr>
        <p:spPr>
          <a:xfrm rot="5400000">
            <a:off x="3049658" y="6716468"/>
            <a:ext cx="7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文本框 316">
            <a:extLst>
              <a:ext uri="{FF2B5EF4-FFF2-40B4-BE49-F238E27FC236}">
                <a16:creationId xmlns:a16="http://schemas.microsoft.com/office/drawing/2014/main" id="{20BEC469-8A34-6368-6ECC-16DA62F90F5C}"/>
              </a:ext>
            </a:extLst>
          </p:cNvPr>
          <p:cNvSpPr txBox="1"/>
          <p:nvPr/>
        </p:nvSpPr>
        <p:spPr>
          <a:xfrm>
            <a:off x="3872424" y="6798075"/>
            <a:ext cx="39145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</a:p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(year)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6A46658A-0A1E-E06A-CE98-EA4A39EE261D}"/>
              </a:ext>
            </a:extLst>
          </p:cNvPr>
          <p:cNvSpPr txBox="1"/>
          <p:nvPr/>
        </p:nvSpPr>
        <p:spPr>
          <a:xfrm>
            <a:off x="2822370" y="6981082"/>
            <a:ext cx="36396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9" name="组合 318">
            <a:extLst>
              <a:ext uri="{FF2B5EF4-FFF2-40B4-BE49-F238E27FC236}">
                <a16:creationId xmlns:a16="http://schemas.microsoft.com/office/drawing/2014/main" id="{4C0B72A5-600C-341A-5C82-F19AF6678141}"/>
              </a:ext>
            </a:extLst>
          </p:cNvPr>
          <p:cNvGrpSpPr/>
          <p:nvPr/>
        </p:nvGrpSpPr>
        <p:grpSpPr>
          <a:xfrm>
            <a:off x="2856349" y="6468035"/>
            <a:ext cx="396954" cy="540000"/>
            <a:chOff x="2745684" y="7180666"/>
            <a:chExt cx="379728" cy="540194"/>
          </a:xfrm>
        </p:grpSpPr>
        <p:sp>
          <p:nvSpPr>
            <p:cNvPr id="320" name="Arrow: Bent 6">
              <a:extLst>
                <a:ext uri="{FF2B5EF4-FFF2-40B4-BE49-F238E27FC236}">
                  <a16:creationId xmlns:a16="http://schemas.microsoft.com/office/drawing/2014/main" id="{62AE3B41-6BC7-9633-A396-BE369FC36B18}"/>
                </a:ext>
              </a:extLst>
            </p:cNvPr>
            <p:cNvSpPr/>
            <p:nvPr/>
          </p:nvSpPr>
          <p:spPr>
            <a:xfrm rot="5400000">
              <a:off x="2729176" y="7522860"/>
              <a:ext cx="216000" cy="180000"/>
            </a:xfrm>
            <a:prstGeom prst="bentArrow">
              <a:avLst>
                <a:gd name="adj1" fmla="val 14125"/>
                <a:gd name="adj2" fmla="val 21464"/>
                <a:gd name="adj3" fmla="val 22354"/>
                <a:gd name="adj4" fmla="val 6277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21" name="Arrow: Bent 8">
              <a:extLst>
                <a:ext uri="{FF2B5EF4-FFF2-40B4-BE49-F238E27FC236}">
                  <a16:creationId xmlns:a16="http://schemas.microsoft.com/office/drawing/2014/main" id="{9577F9E1-2302-7DA8-8381-C1885DD7255A}"/>
                </a:ext>
              </a:extLst>
            </p:cNvPr>
            <p:cNvSpPr/>
            <p:nvPr/>
          </p:nvSpPr>
          <p:spPr>
            <a:xfrm rot="10800000">
              <a:off x="2747410" y="7324252"/>
              <a:ext cx="216000" cy="144000"/>
            </a:xfrm>
            <a:prstGeom prst="bentArrow">
              <a:avLst>
                <a:gd name="adj1" fmla="val 62218"/>
                <a:gd name="adj2" fmla="val 38980"/>
                <a:gd name="adj3" fmla="val 0"/>
                <a:gd name="adj4" fmla="val 8125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22" name="Arrow: Bent 10">
              <a:extLst>
                <a:ext uri="{FF2B5EF4-FFF2-40B4-BE49-F238E27FC236}">
                  <a16:creationId xmlns:a16="http://schemas.microsoft.com/office/drawing/2014/main" id="{AD79A721-7A3E-B247-7241-482E9C727C4B}"/>
                </a:ext>
              </a:extLst>
            </p:cNvPr>
            <p:cNvSpPr/>
            <p:nvPr/>
          </p:nvSpPr>
          <p:spPr>
            <a:xfrm>
              <a:off x="2878229" y="7180666"/>
              <a:ext cx="247183" cy="144000"/>
            </a:xfrm>
            <a:prstGeom prst="bentArrow">
              <a:avLst>
                <a:gd name="adj1" fmla="val 60565"/>
                <a:gd name="adj2" fmla="val 50000"/>
                <a:gd name="adj3" fmla="val 50000"/>
                <a:gd name="adj4" fmla="val 8125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23" name="Arrow: Bent 10">
              <a:extLst>
                <a:ext uri="{FF2B5EF4-FFF2-40B4-BE49-F238E27FC236}">
                  <a16:creationId xmlns:a16="http://schemas.microsoft.com/office/drawing/2014/main" id="{C7F8BD8B-7CD0-8B5F-5EDA-002211EFBF80}"/>
                </a:ext>
              </a:extLst>
            </p:cNvPr>
            <p:cNvSpPr/>
            <p:nvPr/>
          </p:nvSpPr>
          <p:spPr>
            <a:xfrm flipV="1">
              <a:off x="2913065" y="7569282"/>
              <a:ext cx="208054" cy="144000"/>
            </a:xfrm>
            <a:prstGeom prst="bentArrow">
              <a:avLst>
                <a:gd name="adj1" fmla="val 37414"/>
                <a:gd name="adj2" fmla="val 50000"/>
                <a:gd name="adj3" fmla="val 50000"/>
                <a:gd name="adj4" fmla="val 8125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24" name="Arrow: Bent 8">
              <a:extLst>
                <a:ext uri="{FF2B5EF4-FFF2-40B4-BE49-F238E27FC236}">
                  <a16:creationId xmlns:a16="http://schemas.microsoft.com/office/drawing/2014/main" id="{95A3594B-8A6C-D842-0EC3-D06DE7C5D34A}"/>
                </a:ext>
              </a:extLst>
            </p:cNvPr>
            <p:cNvSpPr/>
            <p:nvPr/>
          </p:nvSpPr>
          <p:spPr>
            <a:xfrm rot="10800000" flipV="1">
              <a:off x="2747564" y="7424874"/>
              <a:ext cx="216000" cy="144000"/>
            </a:xfrm>
            <a:prstGeom prst="bentArrow">
              <a:avLst>
                <a:gd name="adj1" fmla="val 35760"/>
                <a:gd name="adj2" fmla="val 38980"/>
                <a:gd name="adj3" fmla="val 0"/>
                <a:gd name="adj4" fmla="val 8125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25" name="矩形 324">
              <a:extLst>
                <a:ext uri="{FF2B5EF4-FFF2-40B4-BE49-F238E27FC236}">
                  <a16:creationId xmlns:a16="http://schemas.microsoft.com/office/drawing/2014/main" id="{9BB5A30E-ABA2-3195-41A3-02D5790434A2}"/>
                </a:ext>
              </a:extLst>
            </p:cNvPr>
            <p:cNvSpPr/>
            <p:nvPr/>
          </p:nvSpPr>
          <p:spPr>
            <a:xfrm>
              <a:off x="2745684" y="7367587"/>
              <a:ext cx="72000" cy="16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26" name="文本框 325">
            <a:extLst>
              <a:ext uri="{FF2B5EF4-FFF2-40B4-BE49-F238E27FC236}">
                <a16:creationId xmlns:a16="http://schemas.microsoft.com/office/drawing/2014/main" id="{ACBDA942-116D-CD97-0038-203048442B17}"/>
              </a:ext>
            </a:extLst>
          </p:cNvPr>
          <p:cNvSpPr txBox="1"/>
          <p:nvPr/>
        </p:nvSpPr>
        <p:spPr>
          <a:xfrm>
            <a:off x="3071430" y="6981080"/>
            <a:ext cx="37234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Elec.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E6E3EF7F-0F40-C5B7-4884-4268C82FACD2}"/>
              </a:ext>
            </a:extLst>
          </p:cNvPr>
          <p:cNvSpPr txBox="1"/>
          <p:nvPr/>
        </p:nvSpPr>
        <p:spPr>
          <a:xfrm>
            <a:off x="3076975" y="6304925"/>
            <a:ext cx="36396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Heat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A893D1AF-698D-30C4-E433-2C08337846A1}"/>
              </a:ext>
            </a:extLst>
          </p:cNvPr>
          <p:cNvSpPr txBox="1"/>
          <p:nvPr/>
        </p:nvSpPr>
        <p:spPr>
          <a:xfrm>
            <a:off x="2642532" y="6645319"/>
            <a:ext cx="290529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4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9" name="文本框 328">
            <a:extLst>
              <a:ext uri="{FF2B5EF4-FFF2-40B4-BE49-F238E27FC236}">
                <a16:creationId xmlns:a16="http://schemas.microsoft.com/office/drawing/2014/main" id="{187E6390-C796-76CD-C3EB-8083DA1A2E4B}"/>
              </a:ext>
            </a:extLst>
          </p:cNvPr>
          <p:cNvSpPr txBox="1"/>
          <p:nvPr/>
        </p:nvSpPr>
        <p:spPr>
          <a:xfrm>
            <a:off x="3584709" y="6386150"/>
            <a:ext cx="65915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Load duration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文本框 329">
            <a:extLst>
              <a:ext uri="{FF2B5EF4-FFF2-40B4-BE49-F238E27FC236}">
                <a16:creationId xmlns:a16="http://schemas.microsoft.com/office/drawing/2014/main" id="{2BA2DB90-CD51-8853-20F0-480FF040252A}"/>
              </a:ext>
            </a:extLst>
          </p:cNvPr>
          <p:cNvSpPr txBox="1"/>
          <p:nvPr/>
        </p:nvSpPr>
        <p:spPr>
          <a:xfrm>
            <a:off x="3422307" y="6604230"/>
            <a:ext cx="50847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Baseload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31" name="图表 330">
            <a:extLst>
              <a:ext uri="{FF2B5EF4-FFF2-40B4-BE49-F238E27FC236}">
                <a16:creationId xmlns:a16="http://schemas.microsoft.com/office/drawing/2014/main" id="{6BC4EE64-71F2-30C5-B771-1F3E07DBAB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4584622"/>
              </p:ext>
            </p:extLst>
          </p:nvPr>
        </p:nvGraphicFramePr>
        <p:xfrm>
          <a:off x="4543885" y="6171522"/>
          <a:ext cx="1576800" cy="10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0"/>
          </a:graphicData>
        </a:graphic>
      </p:graphicFrame>
      <p:sp>
        <p:nvSpPr>
          <p:cNvPr id="332" name="文本框 331">
            <a:extLst>
              <a:ext uri="{FF2B5EF4-FFF2-40B4-BE49-F238E27FC236}">
                <a16:creationId xmlns:a16="http://schemas.microsoft.com/office/drawing/2014/main" id="{C26E137D-AB8D-B23E-8DC1-830BFA8AEF02}"/>
              </a:ext>
            </a:extLst>
          </p:cNvPr>
          <p:cNvSpPr txBox="1"/>
          <p:nvPr/>
        </p:nvSpPr>
        <p:spPr>
          <a:xfrm>
            <a:off x="4571486" y="7013624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4950E202-1BB5-C3DE-07CE-E6E8CCDB6387}"/>
              </a:ext>
            </a:extLst>
          </p:cNvPr>
          <p:cNvSpPr txBox="1"/>
          <p:nvPr/>
        </p:nvSpPr>
        <p:spPr>
          <a:xfrm>
            <a:off x="4828317" y="7013642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4" name="文本框 333">
            <a:extLst>
              <a:ext uri="{FF2B5EF4-FFF2-40B4-BE49-F238E27FC236}">
                <a16:creationId xmlns:a16="http://schemas.microsoft.com/office/drawing/2014/main" id="{6222CA33-EAEF-67CE-B08F-4F553615DCF4}"/>
              </a:ext>
            </a:extLst>
          </p:cNvPr>
          <p:cNvSpPr txBox="1"/>
          <p:nvPr/>
        </p:nvSpPr>
        <p:spPr>
          <a:xfrm>
            <a:off x="5114861" y="7012614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" name="文本框 334">
            <a:extLst>
              <a:ext uri="{FF2B5EF4-FFF2-40B4-BE49-F238E27FC236}">
                <a16:creationId xmlns:a16="http://schemas.microsoft.com/office/drawing/2014/main" id="{054E96FB-2285-F293-7C4B-28996EAE3AAE}"/>
              </a:ext>
            </a:extLst>
          </p:cNvPr>
          <p:cNvSpPr txBox="1"/>
          <p:nvPr/>
        </p:nvSpPr>
        <p:spPr>
          <a:xfrm>
            <a:off x="5419294" y="7012614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7B38C72E-3994-2726-7AF7-D730FD637EBB}"/>
              </a:ext>
            </a:extLst>
          </p:cNvPr>
          <p:cNvSpPr txBox="1"/>
          <p:nvPr/>
        </p:nvSpPr>
        <p:spPr>
          <a:xfrm>
            <a:off x="4769652" y="6777191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Solar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A09A9CE1-0D26-7F38-4691-7AF10567A0AE}"/>
              </a:ext>
            </a:extLst>
          </p:cNvPr>
          <p:cNvSpPr txBox="1"/>
          <p:nvPr/>
        </p:nvSpPr>
        <p:spPr>
          <a:xfrm>
            <a:off x="5394774" y="6242121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V2G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" name="文本框 337">
            <a:extLst>
              <a:ext uri="{FF2B5EF4-FFF2-40B4-BE49-F238E27FC236}">
                <a16:creationId xmlns:a16="http://schemas.microsoft.com/office/drawing/2014/main" id="{6BD4237A-0F89-14D3-0B37-CD9D71DCF813}"/>
              </a:ext>
            </a:extLst>
          </p:cNvPr>
          <p:cNvSpPr txBox="1"/>
          <p:nvPr/>
        </p:nvSpPr>
        <p:spPr>
          <a:xfrm>
            <a:off x="5512418" y="6500391"/>
            <a:ext cx="5229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Charging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9" name="文本框 338">
            <a:extLst>
              <a:ext uri="{FF2B5EF4-FFF2-40B4-BE49-F238E27FC236}">
                <a16:creationId xmlns:a16="http://schemas.microsoft.com/office/drawing/2014/main" id="{848CCDA2-32AD-982F-D7CD-E5E73500C860}"/>
              </a:ext>
            </a:extLst>
          </p:cNvPr>
          <p:cNvSpPr txBox="1"/>
          <p:nvPr/>
        </p:nvSpPr>
        <p:spPr>
          <a:xfrm>
            <a:off x="5710978" y="7012563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0" name="文本框 339">
            <a:extLst>
              <a:ext uri="{FF2B5EF4-FFF2-40B4-BE49-F238E27FC236}">
                <a16:creationId xmlns:a16="http://schemas.microsoft.com/office/drawing/2014/main" id="{48F0A031-656A-B50D-B0C4-040413C5F49B}"/>
              </a:ext>
            </a:extLst>
          </p:cNvPr>
          <p:cNvSpPr txBox="1"/>
          <p:nvPr/>
        </p:nvSpPr>
        <p:spPr>
          <a:xfrm>
            <a:off x="4688004" y="6478184"/>
            <a:ext cx="570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1" name="直接连接符 340">
            <a:extLst>
              <a:ext uri="{FF2B5EF4-FFF2-40B4-BE49-F238E27FC236}">
                <a16:creationId xmlns:a16="http://schemas.microsoft.com/office/drawing/2014/main" id="{ABB5470C-DDE0-0511-1EFE-5CC9D785CA4E}"/>
              </a:ext>
            </a:extLst>
          </p:cNvPr>
          <p:cNvCxnSpPr>
            <a:cxnSpLocks/>
          </p:cNvCxnSpPr>
          <p:nvPr/>
        </p:nvCxnSpPr>
        <p:spPr>
          <a:xfrm>
            <a:off x="5250319" y="6481071"/>
            <a:ext cx="0" cy="55800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2" name="文本框 341">
            <a:extLst>
              <a:ext uri="{FF2B5EF4-FFF2-40B4-BE49-F238E27FC236}">
                <a16:creationId xmlns:a16="http://schemas.microsoft.com/office/drawing/2014/main" id="{3177B999-221F-419F-691C-D1D78DC7BB1E}"/>
              </a:ext>
            </a:extLst>
          </p:cNvPr>
          <p:cNvSpPr txBox="1"/>
          <p:nvPr/>
        </p:nvSpPr>
        <p:spPr>
          <a:xfrm>
            <a:off x="5178334" y="6809888"/>
            <a:ext cx="6317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Arrive home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44" name="图表 343">
            <a:extLst>
              <a:ext uri="{FF2B5EF4-FFF2-40B4-BE49-F238E27FC236}">
                <a16:creationId xmlns:a16="http://schemas.microsoft.com/office/drawing/2014/main" id="{24E82174-125D-2B95-1630-71D8AE894B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3483559"/>
              </p:ext>
            </p:extLst>
          </p:nvPr>
        </p:nvGraphicFramePr>
        <p:xfrm>
          <a:off x="4554641" y="1127608"/>
          <a:ext cx="1573200" cy="9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sp>
        <p:nvSpPr>
          <p:cNvPr id="345" name="任意多边形: 形状 344">
            <a:extLst>
              <a:ext uri="{FF2B5EF4-FFF2-40B4-BE49-F238E27FC236}">
                <a16:creationId xmlns:a16="http://schemas.microsoft.com/office/drawing/2014/main" id="{E40E9415-7649-8E7D-0ADF-2C0CE2202201}"/>
              </a:ext>
            </a:extLst>
          </p:cNvPr>
          <p:cNvSpPr/>
          <p:nvPr/>
        </p:nvSpPr>
        <p:spPr>
          <a:xfrm>
            <a:off x="4555147" y="2113511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47" name="文本框 346">
            <a:extLst>
              <a:ext uri="{FF2B5EF4-FFF2-40B4-BE49-F238E27FC236}">
                <a16:creationId xmlns:a16="http://schemas.microsoft.com/office/drawing/2014/main" id="{92A08EB1-EF55-9D3C-BDC8-A771C5722383}"/>
              </a:ext>
            </a:extLst>
          </p:cNvPr>
          <p:cNvSpPr txBox="1"/>
          <p:nvPr/>
        </p:nvSpPr>
        <p:spPr>
          <a:xfrm rot="16200000">
            <a:off x="4296012" y="1476806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ED380341-4F0C-AF97-AA87-240796315A58}"/>
              </a:ext>
            </a:extLst>
          </p:cNvPr>
          <p:cNvSpPr txBox="1"/>
          <p:nvPr/>
        </p:nvSpPr>
        <p:spPr>
          <a:xfrm>
            <a:off x="4724713" y="1926555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Day1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9" name="文本框 348">
            <a:extLst>
              <a:ext uri="{FF2B5EF4-FFF2-40B4-BE49-F238E27FC236}">
                <a16:creationId xmlns:a16="http://schemas.microsoft.com/office/drawing/2014/main" id="{9E21B516-6A3F-1291-5226-46B8149E1240}"/>
              </a:ext>
            </a:extLst>
          </p:cNvPr>
          <p:cNvSpPr txBox="1"/>
          <p:nvPr/>
        </p:nvSpPr>
        <p:spPr>
          <a:xfrm>
            <a:off x="5188144" y="1926555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E0BD06B2-E60D-8C17-AEEB-A2F433C41D1C}"/>
              </a:ext>
            </a:extLst>
          </p:cNvPr>
          <p:cNvSpPr txBox="1"/>
          <p:nvPr/>
        </p:nvSpPr>
        <p:spPr>
          <a:xfrm>
            <a:off x="5620351" y="1926555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Day3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1" name="文本框 350">
            <a:extLst>
              <a:ext uri="{FF2B5EF4-FFF2-40B4-BE49-F238E27FC236}">
                <a16:creationId xmlns:a16="http://schemas.microsoft.com/office/drawing/2014/main" id="{22BBA86E-00B1-2A77-B382-5DF45ECC4402}"/>
              </a:ext>
            </a:extLst>
          </p:cNvPr>
          <p:cNvSpPr txBox="1"/>
          <p:nvPr/>
        </p:nvSpPr>
        <p:spPr>
          <a:xfrm>
            <a:off x="4481401" y="1082514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3" name="直接连接符 352">
            <a:extLst>
              <a:ext uri="{FF2B5EF4-FFF2-40B4-BE49-F238E27FC236}">
                <a16:creationId xmlns:a16="http://schemas.microsoft.com/office/drawing/2014/main" id="{670C0633-B06C-C33E-832B-5CEA82225093}"/>
              </a:ext>
            </a:extLst>
          </p:cNvPr>
          <p:cNvCxnSpPr>
            <a:cxnSpLocks/>
          </p:cNvCxnSpPr>
          <p:nvPr/>
        </p:nvCxnSpPr>
        <p:spPr>
          <a:xfrm>
            <a:off x="4691441" y="1912961"/>
            <a:ext cx="129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直接连接符 353">
            <a:extLst>
              <a:ext uri="{FF2B5EF4-FFF2-40B4-BE49-F238E27FC236}">
                <a16:creationId xmlns:a16="http://schemas.microsoft.com/office/drawing/2014/main" id="{89A420AF-AC10-D2D6-1442-6D36CB203353}"/>
              </a:ext>
            </a:extLst>
          </p:cNvPr>
          <p:cNvCxnSpPr>
            <a:cxnSpLocks/>
          </p:cNvCxnSpPr>
          <p:nvPr/>
        </p:nvCxnSpPr>
        <p:spPr>
          <a:xfrm rot="5400000">
            <a:off x="4322443" y="1596651"/>
            <a:ext cx="73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文本框 354">
            <a:extLst>
              <a:ext uri="{FF2B5EF4-FFF2-40B4-BE49-F238E27FC236}">
                <a16:creationId xmlns:a16="http://schemas.microsoft.com/office/drawing/2014/main" id="{92998BA6-3363-11B0-57DF-6F871A391D67}"/>
              </a:ext>
            </a:extLst>
          </p:cNvPr>
          <p:cNvSpPr txBox="1"/>
          <p:nvPr/>
        </p:nvSpPr>
        <p:spPr>
          <a:xfrm>
            <a:off x="4834739" y="1716913"/>
            <a:ext cx="570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6" name="椭圆 355">
            <a:extLst>
              <a:ext uri="{FF2B5EF4-FFF2-40B4-BE49-F238E27FC236}">
                <a16:creationId xmlns:a16="http://schemas.microsoft.com/office/drawing/2014/main" id="{D8FA5768-F323-6BCF-1571-4A2F7E411E97}"/>
              </a:ext>
            </a:extLst>
          </p:cNvPr>
          <p:cNvSpPr/>
          <p:nvPr/>
        </p:nvSpPr>
        <p:spPr>
          <a:xfrm>
            <a:off x="4794919" y="1193949"/>
            <a:ext cx="36000" cy="36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7" name="文本框 356">
            <a:extLst>
              <a:ext uri="{FF2B5EF4-FFF2-40B4-BE49-F238E27FC236}">
                <a16:creationId xmlns:a16="http://schemas.microsoft.com/office/drawing/2014/main" id="{0EA21DAC-E281-9450-1D06-3329890812A6}"/>
              </a:ext>
            </a:extLst>
          </p:cNvPr>
          <p:cNvSpPr txBox="1"/>
          <p:nvPr/>
        </p:nvSpPr>
        <p:spPr>
          <a:xfrm>
            <a:off x="4766037" y="1116723"/>
            <a:ext cx="5004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Storage+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" name="椭圆 357">
            <a:extLst>
              <a:ext uri="{FF2B5EF4-FFF2-40B4-BE49-F238E27FC236}">
                <a16:creationId xmlns:a16="http://schemas.microsoft.com/office/drawing/2014/main" id="{6CF13F83-FF3F-E8BB-54BE-49B3E0F155B3}"/>
              </a:ext>
            </a:extLst>
          </p:cNvPr>
          <p:cNvSpPr/>
          <p:nvPr/>
        </p:nvSpPr>
        <p:spPr>
          <a:xfrm>
            <a:off x="5230698" y="1194302"/>
            <a:ext cx="36000" cy="3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9" name="文本框 358">
            <a:extLst>
              <a:ext uri="{FF2B5EF4-FFF2-40B4-BE49-F238E27FC236}">
                <a16:creationId xmlns:a16="http://schemas.microsoft.com/office/drawing/2014/main" id="{9C495A34-513F-BB69-01C4-F2EF7494C863}"/>
              </a:ext>
            </a:extLst>
          </p:cNvPr>
          <p:cNvSpPr txBox="1"/>
          <p:nvPr/>
        </p:nvSpPr>
        <p:spPr>
          <a:xfrm>
            <a:off x="5211434" y="1117076"/>
            <a:ext cx="4812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Storage-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0" name="任意多边形: 形状 359">
            <a:extLst>
              <a:ext uri="{FF2B5EF4-FFF2-40B4-BE49-F238E27FC236}">
                <a16:creationId xmlns:a16="http://schemas.microsoft.com/office/drawing/2014/main" id="{410D9F2F-B21F-4005-8C90-DF262D7396C8}"/>
              </a:ext>
            </a:extLst>
          </p:cNvPr>
          <p:cNvSpPr/>
          <p:nvPr/>
        </p:nvSpPr>
        <p:spPr>
          <a:xfrm>
            <a:off x="4616450" y="3430743"/>
            <a:ext cx="216000" cy="0"/>
          </a:xfrm>
          <a:custGeom>
            <a:avLst/>
            <a:gdLst>
              <a:gd name="connsiteX0" fmla="*/ 0 w 273050"/>
              <a:gd name="connsiteY0" fmla="*/ 0 h 0"/>
              <a:gd name="connsiteX1" fmla="*/ 273050 w 273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3050">
                <a:moveTo>
                  <a:pt x="0" y="0"/>
                </a:moveTo>
                <a:lnTo>
                  <a:pt x="27305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1" name="任意多边形: 形状 360">
            <a:extLst>
              <a:ext uri="{FF2B5EF4-FFF2-40B4-BE49-F238E27FC236}">
                <a16:creationId xmlns:a16="http://schemas.microsoft.com/office/drawing/2014/main" id="{8DF59AC3-6859-A329-CBF1-C5D72C0D88CA}"/>
              </a:ext>
            </a:extLst>
          </p:cNvPr>
          <p:cNvSpPr/>
          <p:nvPr/>
        </p:nvSpPr>
        <p:spPr>
          <a:xfrm>
            <a:off x="866775" y="2146456"/>
            <a:ext cx="720000" cy="2660650"/>
          </a:xfrm>
          <a:custGeom>
            <a:avLst/>
            <a:gdLst>
              <a:gd name="connsiteX0" fmla="*/ 236538 w 860425"/>
              <a:gd name="connsiteY0" fmla="*/ 2660650 h 2660650"/>
              <a:gd name="connsiteX1" fmla="*/ 0 w 860425"/>
              <a:gd name="connsiteY1" fmla="*/ 2660650 h 2660650"/>
              <a:gd name="connsiteX2" fmla="*/ 0 w 860425"/>
              <a:gd name="connsiteY2" fmla="*/ 400050 h 2660650"/>
              <a:gd name="connsiteX3" fmla="*/ 860425 w 860425"/>
              <a:gd name="connsiteY3" fmla="*/ 400050 h 2660650"/>
              <a:gd name="connsiteX4" fmla="*/ 860425 w 860425"/>
              <a:gd name="connsiteY4" fmla="*/ 0 h 266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0425" h="2660650">
                <a:moveTo>
                  <a:pt x="236538" y="2660650"/>
                </a:moveTo>
                <a:lnTo>
                  <a:pt x="0" y="2660650"/>
                </a:lnTo>
                <a:lnTo>
                  <a:pt x="0" y="400050"/>
                </a:lnTo>
                <a:lnTo>
                  <a:pt x="860425" y="400050"/>
                </a:lnTo>
                <a:lnTo>
                  <a:pt x="860425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2" name="任意多边形: 形状 361">
            <a:extLst>
              <a:ext uri="{FF2B5EF4-FFF2-40B4-BE49-F238E27FC236}">
                <a16:creationId xmlns:a16="http://schemas.microsoft.com/office/drawing/2014/main" id="{4A5F54FE-55E0-580C-6CBA-B50FF176593E}"/>
              </a:ext>
            </a:extLst>
          </p:cNvPr>
          <p:cNvSpPr/>
          <p:nvPr/>
        </p:nvSpPr>
        <p:spPr>
          <a:xfrm>
            <a:off x="868491" y="3814228"/>
            <a:ext cx="216000" cy="0"/>
          </a:xfrm>
          <a:custGeom>
            <a:avLst/>
            <a:gdLst>
              <a:gd name="connsiteX0" fmla="*/ 0 w 273050"/>
              <a:gd name="connsiteY0" fmla="*/ 0 h 0"/>
              <a:gd name="connsiteX1" fmla="*/ 273050 w 273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3050">
                <a:moveTo>
                  <a:pt x="0" y="0"/>
                </a:moveTo>
                <a:lnTo>
                  <a:pt x="27305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3" name="任意多边形: 形状 362">
            <a:extLst>
              <a:ext uri="{FF2B5EF4-FFF2-40B4-BE49-F238E27FC236}">
                <a16:creationId xmlns:a16="http://schemas.microsoft.com/office/drawing/2014/main" id="{DC287E32-B967-4572-F72A-324B9B6CEC27}"/>
              </a:ext>
            </a:extLst>
          </p:cNvPr>
          <p:cNvSpPr/>
          <p:nvPr/>
        </p:nvSpPr>
        <p:spPr>
          <a:xfrm>
            <a:off x="873229" y="4302285"/>
            <a:ext cx="234000" cy="0"/>
          </a:xfrm>
          <a:custGeom>
            <a:avLst/>
            <a:gdLst>
              <a:gd name="connsiteX0" fmla="*/ 0 w 273050"/>
              <a:gd name="connsiteY0" fmla="*/ 0 h 0"/>
              <a:gd name="connsiteX1" fmla="*/ 273050 w 273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3050">
                <a:moveTo>
                  <a:pt x="0" y="0"/>
                </a:moveTo>
                <a:lnTo>
                  <a:pt x="27305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id="{FA058937-699B-9C73-8B0E-3B622CB5131D}"/>
              </a:ext>
            </a:extLst>
          </p:cNvPr>
          <p:cNvSpPr txBox="1"/>
          <p:nvPr/>
        </p:nvSpPr>
        <p:spPr>
          <a:xfrm>
            <a:off x="1011977" y="2228993"/>
            <a:ext cx="1152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Clean dispatchable generation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5" name="任意多边形: 形状 364">
            <a:extLst>
              <a:ext uri="{FF2B5EF4-FFF2-40B4-BE49-F238E27FC236}">
                <a16:creationId xmlns:a16="http://schemas.microsoft.com/office/drawing/2014/main" id="{3911C898-C25A-61F3-09D6-9E0CC3E17BAF}"/>
              </a:ext>
            </a:extLst>
          </p:cNvPr>
          <p:cNvSpPr/>
          <p:nvPr/>
        </p:nvSpPr>
        <p:spPr>
          <a:xfrm>
            <a:off x="4687169" y="6321537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08BB2FBC-29B5-C1A3-0D19-E0789D142B90}"/>
              </a:ext>
            </a:extLst>
          </p:cNvPr>
          <p:cNvSpPr txBox="1"/>
          <p:nvPr/>
        </p:nvSpPr>
        <p:spPr>
          <a:xfrm rot="16200000">
            <a:off x="4304504" y="6588478"/>
            <a:ext cx="587020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(kW)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7" name="文本框 366">
            <a:extLst>
              <a:ext uri="{FF2B5EF4-FFF2-40B4-BE49-F238E27FC236}">
                <a16:creationId xmlns:a16="http://schemas.microsoft.com/office/drawing/2014/main" id="{F5D3EAFD-9F7E-8806-31CF-4924E50A218B}"/>
              </a:ext>
            </a:extLst>
          </p:cNvPr>
          <p:cNvSpPr txBox="1"/>
          <p:nvPr/>
        </p:nvSpPr>
        <p:spPr>
          <a:xfrm>
            <a:off x="4490780" y="6179272"/>
            <a:ext cx="2183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" name="任意多边形: 形状 367">
            <a:extLst>
              <a:ext uri="{FF2B5EF4-FFF2-40B4-BE49-F238E27FC236}">
                <a16:creationId xmlns:a16="http://schemas.microsoft.com/office/drawing/2014/main" id="{AF64CDBD-BA46-FB3E-1EF3-EE832603F8E0}"/>
              </a:ext>
            </a:extLst>
          </p:cNvPr>
          <p:cNvSpPr/>
          <p:nvPr/>
        </p:nvSpPr>
        <p:spPr>
          <a:xfrm>
            <a:off x="3508363" y="4978555"/>
            <a:ext cx="324000" cy="1188000"/>
          </a:xfrm>
          <a:custGeom>
            <a:avLst/>
            <a:gdLst>
              <a:gd name="connsiteX0" fmla="*/ 0 w 212725"/>
              <a:gd name="connsiteY0" fmla="*/ 1165225 h 1165225"/>
              <a:gd name="connsiteX1" fmla="*/ 0 w 212725"/>
              <a:gd name="connsiteY1" fmla="*/ 0 h 1165225"/>
              <a:gd name="connsiteX2" fmla="*/ 212725 w 212725"/>
              <a:gd name="connsiteY2" fmla="*/ 0 h 116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25" h="1165225">
                <a:moveTo>
                  <a:pt x="0" y="1165225"/>
                </a:moveTo>
                <a:lnTo>
                  <a:pt x="0" y="0"/>
                </a:lnTo>
                <a:lnTo>
                  <a:pt x="212725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任意多边形: 形状 368">
            <a:extLst>
              <a:ext uri="{FF2B5EF4-FFF2-40B4-BE49-F238E27FC236}">
                <a16:creationId xmlns:a16="http://schemas.microsoft.com/office/drawing/2014/main" id="{BC184EA0-3A92-839C-0D83-54B701A727FB}"/>
              </a:ext>
            </a:extLst>
          </p:cNvPr>
          <p:cNvSpPr/>
          <p:nvPr/>
        </p:nvSpPr>
        <p:spPr>
          <a:xfrm>
            <a:off x="5289550" y="3468843"/>
            <a:ext cx="720000" cy="2700000"/>
          </a:xfrm>
          <a:custGeom>
            <a:avLst/>
            <a:gdLst>
              <a:gd name="connsiteX0" fmla="*/ 0 w 693738"/>
              <a:gd name="connsiteY0" fmla="*/ 2674938 h 2674938"/>
              <a:gd name="connsiteX1" fmla="*/ 0 w 693738"/>
              <a:gd name="connsiteY1" fmla="*/ 2317750 h 2674938"/>
              <a:gd name="connsiteX2" fmla="*/ 693738 w 693738"/>
              <a:gd name="connsiteY2" fmla="*/ 2317750 h 2674938"/>
              <a:gd name="connsiteX3" fmla="*/ 693738 w 693738"/>
              <a:gd name="connsiteY3" fmla="*/ 0 h 2674938"/>
              <a:gd name="connsiteX4" fmla="*/ 573088 w 693738"/>
              <a:gd name="connsiteY4" fmla="*/ 0 h 2674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738" h="2674938">
                <a:moveTo>
                  <a:pt x="0" y="2674938"/>
                </a:moveTo>
                <a:lnTo>
                  <a:pt x="0" y="2317750"/>
                </a:lnTo>
                <a:lnTo>
                  <a:pt x="693738" y="2317750"/>
                </a:lnTo>
                <a:lnTo>
                  <a:pt x="693738" y="0"/>
                </a:lnTo>
                <a:lnTo>
                  <a:pt x="573088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0" name="任意多边形: 形状 369">
            <a:extLst>
              <a:ext uri="{FF2B5EF4-FFF2-40B4-BE49-F238E27FC236}">
                <a16:creationId xmlns:a16="http://schemas.microsoft.com/office/drawing/2014/main" id="{1052C55E-EF54-2D41-68D2-1915562D1D32}"/>
              </a:ext>
            </a:extLst>
          </p:cNvPr>
          <p:cNvSpPr/>
          <p:nvPr/>
        </p:nvSpPr>
        <p:spPr>
          <a:xfrm>
            <a:off x="5724395" y="4097494"/>
            <a:ext cx="288000" cy="0"/>
          </a:xfrm>
          <a:custGeom>
            <a:avLst/>
            <a:gdLst>
              <a:gd name="connsiteX0" fmla="*/ 0 w 273050"/>
              <a:gd name="connsiteY0" fmla="*/ 0 h 0"/>
              <a:gd name="connsiteX1" fmla="*/ 273050 w 273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3050">
                <a:moveTo>
                  <a:pt x="0" y="0"/>
                </a:moveTo>
                <a:lnTo>
                  <a:pt x="27305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1" name="文本框 370">
            <a:extLst>
              <a:ext uri="{FF2B5EF4-FFF2-40B4-BE49-F238E27FC236}">
                <a16:creationId xmlns:a16="http://schemas.microsoft.com/office/drawing/2014/main" id="{6474AD43-CA37-7E86-85EF-5DB7AFCE018C}"/>
              </a:ext>
            </a:extLst>
          </p:cNvPr>
          <p:cNvSpPr txBox="1"/>
          <p:nvPr/>
        </p:nvSpPr>
        <p:spPr>
          <a:xfrm>
            <a:off x="4839654" y="5911306"/>
            <a:ext cx="900000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emand-side response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2" name="文本框 371">
            <a:extLst>
              <a:ext uri="{FF2B5EF4-FFF2-40B4-BE49-F238E27FC236}">
                <a16:creationId xmlns:a16="http://schemas.microsoft.com/office/drawing/2014/main" id="{5855A7A2-0D97-6765-1826-399BB9F79A1C}"/>
              </a:ext>
            </a:extLst>
          </p:cNvPr>
          <p:cNvSpPr txBox="1"/>
          <p:nvPr/>
        </p:nvSpPr>
        <p:spPr>
          <a:xfrm>
            <a:off x="2959864" y="5906993"/>
            <a:ext cx="972000" cy="18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Combine heat and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37E77DDB-624E-2802-9AF4-0E1C4FA45FA1}"/>
              </a:ext>
            </a:extLst>
          </p:cNvPr>
          <p:cNvSpPr/>
          <p:nvPr/>
        </p:nvSpPr>
        <p:spPr>
          <a:xfrm>
            <a:off x="3471882" y="5712908"/>
            <a:ext cx="72000" cy="36000"/>
          </a:xfrm>
          <a:custGeom>
            <a:avLst/>
            <a:gdLst>
              <a:gd name="connsiteX0" fmla="*/ 0 w 1230313"/>
              <a:gd name="connsiteY0" fmla="*/ 80975 h 80975"/>
              <a:gd name="connsiteX1" fmla="*/ 612775 w 1230313"/>
              <a:gd name="connsiteY1" fmla="*/ 12 h 80975"/>
              <a:gd name="connsiteX2" fmla="*/ 1230313 w 1230313"/>
              <a:gd name="connsiteY2" fmla="*/ 76212 h 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0313" h="80975">
                <a:moveTo>
                  <a:pt x="0" y="80975"/>
                </a:moveTo>
                <a:cubicBezTo>
                  <a:pt x="203861" y="40890"/>
                  <a:pt x="407723" y="806"/>
                  <a:pt x="612775" y="12"/>
                </a:cubicBezTo>
                <a:cubicBezTo>
                  <a:pt x="817827" y="-782"/>
                  <a:pt x="1024070" y="37715"/>
                  <a:pt x="1230313" y="76212"/>
                </a:cubicBez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4" name="任意多边形: 形状 373">
            <a:extLst>
              <a:ext uri="{FF2B5EF4-FFF2-40B4-BE49-F238E27FC236}">
                <a16:creationId xmlns:a16="http://schemas.microsoft.com/office/drawing/2014/main" id="{1BA3F7E7-A504-DAAC-F2BB-E96D3D7541AA}"/>
              </a:ext>
            </a:extLst>
          </p:cNvPr>
          <p:cNvSpPr/>
          <p:nvPr/>
        </p:nvSpPr>
        <p:spPr>
          <a:xfrm rot="16200000">
            <a:off x="2575698" y="4162843"/>
            <a:ext cx="72000" cy="36000"/>
          </a:xfrm>
          <a:custGeom>
            <a:avLst/>
            <a:gdLst>
              <a:gd name="connsiteX0" fmla="*/ 0 w 1230313"/>
              <a:gd name="connsiteY0" fmla="*/ 80975 h 80975"/>
              <a:gd name="connsiteX1" fmla="*/ 612775 w 1230313"/>
              <a:gd name="connsiteY1" fmla="*/ 12 h 80975"/>
              <a:gd name="connsiteX2" fmla="*/ 1230313 w 1230313"/>
              <a:gd name="connsiteY2" fmla="*/ 76212 h 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0313" h="80975">
                <a:moveTo>
                  <a:pt x="0" y="80975"/>
                </a:moveTo>
                <a:cubicBezTo>
                  <a:pt x="203861" y="40890"/>
                  <a:pt x="407723" y="806"/>
                  <a:pt x="612775" y="12"/>
                </a:cubicBezTo>
                <a:cubicBezTo>
                  <a:pt x="817827" y="-782"/>
                  <a:pt x="1024070" y="37715"/>
                  <a:pt x="1230313" y="76212"/>
                </a:cubicBez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5" name="任意多边形: 形状 374">
            <a:extLst>
              <a:ext uri="{FF2B5EF4-FFF2-40B4-BE49-F238E27FC236}">
                <a16:creationId xmlns:a16="http://schemas.microsoft.com/office/drawing/2014/main" id="{056F2E6F-CF99-3E21-F3B9-3A7396EE4BBE}"/>
              </a:ext>
            </a:extLst>
          </p:cNvPr>
          <p:cNvSpPr/>
          <p:nvPr/>
        </p:nvSpPr>
        <p:spPr>
          <a:xfrm>
            <a:off x="2628900" y="4218143"/>
            <a:ext cx="0" cy="177800"/>
          </a:xfrm>
          <a:custGeom>
            <a:avLst/>
            <a:gdLst>
              <a:gd name="connsiteX0" fmla="*/ 0 w 0"/>
              <a:gd name="connsiteY0" fmla="*/ 0 h 177800"/>
              <a:gd name="connsiteX1" fmla="*/ 0 w 0"/>
              <a:gd name="connsiteY1" fmla="*/ 17780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77800">
                <a:moveTo>
                  <a:pt x="0" y="0"/>
                </a:moveTo>
                <a:lnTo>
                  <a:pt x="0" y="17780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7C879B38-E831-AD16-C2CF-3A888FA9C47D}"/>
              </a:ext>
            </a:extLst>
          </p:cNvPr>
          <p:cNvSpPr/>
          <p:nvPr/>
        </p:nvSpPr>
        <p:spPr>
          <a:xfrm>
            <a:off x="2627313" y="2149631"/>
            <a:ext cx="2674800" cy="1987550"/>
          </a:xfrm>
          <a:custGeom>
            <a:avLst/>
            <a:gdLst>
              <a:gd name="connsiteX0" fmla="*/ 0 w 2709862"/>
              <a:gd name="connsiteY0" fmla="*/ 1987550 h 1987550"/>
              <a:gd name="connsiteX1" fmla="*/ 0 w 2709862"/>
              <a:gd name="connsiteY1" fmla="*/ 1749425 h 1987550"/>
              <a:gd name="connsiteX2" fmla="*/ 2249487 w 2709862"/>
              <a:gd name="connsiteY2" fmla="*/ 1749425 h 1987550"/>
              <a:gd name="connsiteX3" fmla="*/ 2249487 w 2709862"/>
              <a:gd name="connsiteY3" fmla="*/ 539750 h 1987550"/>
              <a:gd name="connsiteX4" fmla="*/ 2709862 w 2709862"/>
              <a:gd name="connsiteY4" fmla="*/ 539750 h 1987550"/>
              <a:gd name="connsiteX5" fmla="*/ 2709862 w 2709862"/>
              <a:gd name="connsiteY5" fmla="*/ 0 h 198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9862" h="1987550">
                <a:moveTo>
                  <a:pt x="0" y="1987550"/>
                </a:moveTo>
                <a:lnTo>
                  <a:pt x="0" y="1749425"/>
                </a:lnTo>
                <a:lnTo>
                  <a:pt x="2249487" y="1749425"/>
                </a:lnTo>
                <a:lnTo>
                  <a:pt x="2249487" y="539750"/>
                </a:lnTo>
                <a:lnTo>
                  <a:pt x="2709862" y="539750"/>
                </a:lnTo>
                <a:lnTo>
                  <a:pt x="2709862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7" name="任意多边形: 形状 376">
            <a:extLst>
              <a:ext uri="{FF2B5EF4-FFF2-40B4-BE49-F238E27FC236}">
                <a16:creationId xmlns:a16="http://schemas.microsoft.com/office/drawing/2014/main" id="{19A868A4-4735-C8BF-74A9-63951B9CBD01}"/>
              </a:ext>
            </a:extLst>
          </p:cNvPr>
          <p:cNvSpPr/>
          <p:nvPr/>
        </p:nvSpPr>
        <p:spPr>
          <a:xfrm>
            <a:off x="3472633" y="5800169"/>
            <a:ext cx="72000" cy="36000"/>
          </a:xfrm>
          <a:custGeom>
            <a:avLst/>
            <a:gdLst>
              <a:gd name="connsiteX0" fmla="*/ 0 w 1230313"/>
              <a:gd name="connsiteY0" fmla="*/ 80975 h 80975"/>
              <a:gd name="connsiteX1" fmla="*/ 612775 w 1230313"/>
              <a:gd name="connsiteY1" fmla="*/ 12 h 80975"/>
              <a:gd name="connsiteX2" fmla="*/ 1230313 w 1230313"/>
              <a:gd name="connsiteY2" fmla="*/ 76212 h 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0313" h="80975">
                <a:moveTo>
                  <a:pt x="0" y="80975"/>
                </a:moveTo>
                <a:cubicBezTo>
                  <a:pt x="203861" y="40890"/>
                  <a:pt x="407723" y="806"/>
                  <a:pt x="612775" y="12"/>
                </a:cubicBezTo>
                <a:cubicBezTo>
                  <a:pt x="817827" y="-782"/>
                  <a:pt x="1024070" y="37715"/>
                  <a:pt x="1230313" y="76212"/>
                </a:cubicBez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8" name="任意多边形: 形状 377">
            <a:extLst>
              <a:ext uri="{FF2B5EF4-FFF2-40B4-BE49-F238E27FC236}">
                <a16:creationId xmlns:a16="http://schemas.microsoft.com/office/drawing/2014/main" id="{9EE3FFEA-547D-76AA-487F-A63DC1253158}"/>
              </a:ext>
            </a:extLst>
          </p:cNvPr>
          <p:cNvSpPr/>
          <p:nvPr/>
        </p:nvSpPr>
        <p:spPr>
          <a:xfrm>
            <a:off x="1671638" y="5748495"/>
            <a:ext cx="1785600" cy="428400"/>
          </a:xfrm>
          <a:custGeom>
            <a:avLst/>
            <a:gdLst>
              <a:gd name="connsiteX0" fmla="*/ 0 w 1862137"/>
              <a:gd name="connsiteY0" fmla="*/ 434975 h 434975"/>
              <a:gd name="connsiteX1" fmla="*/ 0 w 1862137"/>
              <a:gd name="connsiteY1" fmla="*/ 0 h 434975"/>
              <a:gd name="connsiteX2" fmla="*/ 1862137 w 1862137"/>
              <a:gd name="connsiteY2" fmla="*/ 0 h 43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2137" h="434975">
                <a:moveTo>
                  <a:pt x="0" y="434975"/>
                </a:moveTo>
                <a:lnTo>
                  <a:pt x="0" y="0"/>
                </a:lnTo>
                <a:lnTo>
                  <a:pt x="1862137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9" name="任意多边形: 形状 378">
            <a:extLst>
              <a:ext uri="{FF2B5EF4-FFF2-40B4-BE49-F238E27FC236}">
                <a16:creationId xmlns:a16="http://schemas.microsoft.com/office/drawing/2014/main" id="{B5E8A62A-2A8A-68D2-B3B8-B62964B0B63D}"/>
              </a:ext>
            </a:extLst>
          </p:cNvPr>
          <p:cNvSpPr/>
          <p:nvPr/>
        </p:nvSpPr>
        <p:spPr>
          <a:xfrm>
            <a:off x="1852613" y="5834220"/>
            <a:ext cx="1605600" cy="342000"/>
          </a:xfrm>
          <a:custGeom>
            <a:avLst/>
            <a:gdLst>
              <a:gd name="connsiteX0" fmla="*/ 0 w 1731962"/>
              <a:gd name="connsiteY0" fmla="*/ 346075 h 346075"/>
              <a:gd name="connsiteX1" fmla="*/ 0 w 1731962"/>
              <a:gd name="connsiteY1" fmla="*/ 0 h 346075"/>
              <a:gd name="connsiteX2" fmla="*/ 1731962 w 1731962"/>
              <a:gd name="connsiteY2" fmla="*/ 0 h 34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1962" h="346075">
                <a:moveTo>
                  <a:pt x="0" y="346075"/>
                </a:moveTo>
                <a:lnTo>
                  <a:pt x="0" y="0"/>
                </a:lnTo>
                <a:lnTo>
                  <a:pt x="1731962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0" name="任意多边形: 形状 379">
            <a:extLst>
              <a:ext uri="{FF2B5EF4-FFF2-40B4-BE49-F238E27FC236}">
                <a16:creationId xmlns:a16="http://schemas.microsoft.com/office/drawing/2014/main" id="{86398814-7471-ACCC-082A-C95A5BEF12CC}"/>
              </a:ext>
            </a:extLst>
          </p:cNvPr>
          <p:cNvSpPr/>
          <p:nvPr/>
        </p:nvSpPr>
        <p:spPr>
          <a:xfrm>
            <a:off x="3567112" y="5603502"/>
            <a:ext cx="828000" cy="144000"/>
          </a:xfrm>
          <a:custGeom>
            <a:avLst/>
            <a:gdLst>
              <a:gd name="connsiteX0" fmla="*/ 0 w 801687"/>
              <a:gd name="connsiteY0" fmla="*/ 152400 h 152400"/>
              <a:gd name="connsiteX1" fmla="*/ 801687 w 801687"/>
              <a:gd name="connsiteY1" fmla="*/ 152400 h 152400"/>
              <a:gd name="connsiteX2" fmla="*/ 801687 w 801687"/>
              <a:gd name="connsiteY2" fmla="*/ 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1687" h="152400">
                <a:moveTo>
                  <a:pt x="0" y="152400"/>
                </a:moveTo>
                <a:lnTo>
                  <a:pt x="801687" y="152400"/>
                </a:lnTo>
                <a:lnTo>
                  <a:pt x="801687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8FE5C065-4E9D-22F6-9B38-A8AE2719F2F8}"/>
              </a:ext>
            </a:extLst>
          </p:cNvPr>
          <p:cNvSpPr txBox="1"/>
          <p:nvPr/>
        </p:nvSpPr>
        <p:spPr>
          <a:xfrm>
            <a:off x="1020953" y="5901976"/>
            <a:ext cx="1116000" cy="18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Long duration energy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2" name="文本框 381">
            <a:extLst>
              <a:ext uri="{FF2B5EF4-FFF2-40B4-BE49-F238E27FC236}">
                <a16:creationId xmlns:a16="http://schemas.microsoft.com/office/drawing/2014/main" id="{D91B5359-DE1E-95C9-2435-2E7EC3347870}"/>
              </a:ext>
            </a:extLst>
          </p:cNvPr>
          <p:cNvSpPr txBox="1"/>
          <p:nvPr/>
        </p:nvSpPr>
        <p:spPr>
          <a:xfrm>
            <a:off x="4744953" y="2228993"/>
            <a:ext cx="1116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Large-scale electricity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3" name="任意多边形: 形状 382">
            <a:extLst>
              <a:ext uri="{FF2B5EF4-FFF2-40B4-BE49-F238E27FC236}">
                <a16:creationId xmlns:a16="http://schemas.microsoft.com/office/drawing/2014/main" id="{DFB560AF-2D6C-F25E-B6BD-6318886418F9}"/>
              </a:ext>
            </a:extLst>
          </p:cNvPr>
          <p:cNvSpPr/>
          <p:nvPr/>
        </p:nvSpPr>
        <p:spPr>
          <a:xfrm>
            <a:off x="3565525" y="5176993"/>
            <a:ext cx="1598613" cy="657225"/>
          </a:xfrm>
          <a:custGeom>
            <a:avLst/>
            <a:gdLst>
              <a:gd name="connsiteX0" fmla="*/ 0 w 1598613"/>
              <a:gd name="connsiteY0" fmla="*/ 657225 h 657225"/>
              <a:gd name="connsiteX1" fmla="*/ 1514475 w 1598613"/>
              <a:gd name="connsiteY1" fmla="*/ 657225 h 657225"/>
              <a:gd name="connsiteX2" fmla="*/ 1514475 w 1598613"/>
              <a:gd name="connsiteY2" fmla="*/ 0 h 657225"/>
              <a:gd name="connsiteX3" fmla="*/ 1598613 w 1598613"/>
              <a:gd name="connsiteY3" fmla="*/ 0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8613" h="657225">
                <a:moveTo>
                  <a:pt x="0" y="657225"/>
                </a:moveTo>
                <a:lnTo>
                  <a:pt x="1514475" y="657225"/>
                </a:lnTo>
                <a:lnTo>
                  <a:pt x="1514475" y="0"/>
                </a:lnTo>
                <a:lnTo>
                  <a:pt x="1598613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8" name="任意多边形: 形状 1087">
            <a:extLst>
              <a:ext uri="{FF2B5EF4-FFF2-40B4-BE49-F238E27FC236}">
                <a16:creationId xmlns:a16="http://schemas.microsoft.com/office/drawing/2014/main" id="{541E303A-6E65-75AB-9C90-0E905F9CFD56}"/>
              </a:ext>
            </a:extLst>
          </p:cNvPr>
          <p:cNvSpPr/>
          <p:nvPr/>
        </p:nvSpPr>
        <p:spPr>
          <a:xfrm>
            <a:off x="1007652" y="1223659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9" name="文本框 1088">
            <a:extLst>
              <a:ext uri="{FF2B5EF4-FFF2-40B4-BE49-F238E27FC236}">
                <a16:creationId xmlns:a16="http://schemas.microsoft.com/office/drawing/2014/main" id="{71C0282D-5941-A59C-8EE5-F578369EE083}"/>
              </a:ext>
            </a:extLst>
          </p:cNvPr>
          <p:cNvSpPr txBox="1"/>
          <p:nvPr/>
        </p:nvSpPr>
        <p:spPr>
          <a:xfrm>
            <a:off x="1968222" y="1924081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0" name="椭圆 1089">
            <a:extLst>
              <a:ext uri="{FF2B5EF4-FFF2-40B4-BE49-F238E27FC236}">
                <a16:creationId xmlns:a16="http://schemas.microsoft.com/office/drawing/2014/main" id="{67C7FD72-7CAD-1D17-8932-403967E3AC3E}"/>
              </a:ext>
            </a:extLst>
          </p:cNvPr>
          <p:cNvSpPr/>
          <p:nvPr/>
        </p:nvSpPr>
        <p:spPr>
          <a:xfrm>
            <a:off x="1132132" y="1196633"/>
            <a:ext cx="36000" cy="360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1" name="文本框 1090">
            <a:extLst>
              <a:ext uri="{FF2B5EF4-FFF2-40B4-BE49-F238E27FC236}">
                <a16:creationId xmlns:a16="http://schemas.microsoft.com/office/drawing/2014/main" id="{9AA07ED6-5E0D-1B92-E237-F5FA72EA1A1B}"/>
              </a:ext>
            </a:extLst>
          </p:cNvPr>
          <p:cNvSpPr txBox="1"/>
          <p:nvPr/>
        </p:nvSpPr>
        <p:spPr>
          <a:xfrm>
            <a:off x="1117590" y="1119407"/>
            <a:ext cx="3257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2" name="椭圆 1091">
            <a:extLst>
              <a:ext uri="{FF2B5EF4-FFF2-40B4-BE49-F238E27FC236}">
                <a16:creationId xmlns:a16="http://schemas.microsoft.com/office/drawing/2014/main" id="{B498B264-0031-2C4A-9612-FA6F8BFE47EE}"/>
              </a:ext>
            </a:extLst>
          </p:cNvPr>
          <p:cNvSpPr/>
          <p:nvPr/>
        </p:nvSpPr>
        <p:spPr>
          <a:xfrm>
            <a:off x="1431386" y="1196986"/>
            <a:ext cx="36000" cy="36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3" name="文本框 1092">
            <a:extLst>
              <a:ext uri="{FF2B5EF4-FFF2-40B4-BE49-F238E27FC236}">
                <a16:creationId xmlns:a16="http://schemas.microsoft.com/office/drawing/2014/main" id="{84180BC3-0FA6-7DE4-FEBC-6FA7AED897D1}"/>
              </a:ext>
            </a:extLst>
          </p:cNvPr>
          <p:cNvSpPr txBox="1"/>
          <p:nvPr/>
        </p:nvSpPr>
        <p:spPr>
          <a:xfrm>
            <a:off x="1412123" y="1119760"/>
            <a:ext cx="4812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Biomass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4" name="椭圆 1093">
            <a:extLst>
              <a:ext uri="{FF2B5EF4-FFF2-40B4-BE49-F238E27FC236}">
                <a16:creationId xmlns:a16="http://schemas.microsoft.com/office/drawing/2014/main" id="{47E55950-4BB9-6756-0B1D-E7164940942E}"/>
              </a:ext>
            </a:extLst>
          </p:cNvPr>
          <p:cNvSpPr/>
          <p:nvPr/>
        </p:nvSpPr>
        <p:spPr>
          <a:xfrm>
            <a:off x="1889099" y="1198518"/>
            <a:ext cx="36000" cy="36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5" name="文本框 1094">
            <a:extLst>
              <a:ext uri="{FF2B5EF4-FFF2-40B4-BE49-F238E27FC236}">
                <a16:creationId xmlns:a16="http://schemas.microsoft.com/office/drawing/2014/main" id="{CEC70225-2830-CB36-E9C0-A6A0904D2037}"/>
              </a:ext>
            </a:extLst>
          </p:cNvPr>
          <p:cNvSpPr txBox="1"/>
          <p:nvPr/>
        </p:nvSpPr>
        <p:spPr>
          <a:xfrm>
            <a:off x="1874736" y="1121292"/>
            <a:ext cx="45236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Nuclear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6" name="文本框 1095">
            <a:extLst>
              <a:ext uri="{FF2B5EF4-FFF2-40B4-BE49-F238E27FC236}">
                <a16:creationId xmlns:a16="http://schemas.microsoft.com/office/drawing/2014/main" id="{53D00272-1783-62E2-A337-B0137E4D4204}"/>
              </a:ext>
            </a:extLst>
          </p:cNvPr>
          <p:cNvSpPr txBox="1"/>
          <p:nvPr/>
        </p:nvSpPr>
        <p:spPr>
          <a:xfrm>
            <a:off x="975731" y="1672375"/>
            <a:ext cx="63511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Solar &amp; Wind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7" name="任意多边形: 形状 1096">
            <a:extLst>
              <a:ext uri="{FF2B5EF4-FFF2-40B4-BE49-F238E27FC236}">
                <a16:creationId xmlns:a16="http://schemas.microsoft.com/office/drawing/2014/main" id="{B77E337F-51E0-E00A-8611-5D13B09B1A3C}"/>
              </a:ext>
            </a:extLst>
          </p:cNvPr>
          <p:cNvSpPr/>
          <p:nvPr/>
        </p:nvSpPr>
        <p:spPr>
          <a:xfrm>
            <a:off x="3721100" y="3530757"/>
            <a:ext cx="2124075" cy="817562"/>
          </a:xfrm>
          <a:custGeom>
            <a:avLst/>
            <a:gdLst>
              <a:gd name="connsiteX0" fmla="*/ 0 w 2124075"/>
              <a:gd name="connsiteY0" fmla="*/ 649287 h 817562"/>
              <a:gd name="connsiteX1" fmla="*/ 1149350 w 2124075"/>
              <a:gd name="connsiteY1" fmla="*/ 649287 h 817562"/>
              <a:gd name="connsiteX2" fmla="*/ 1149350 w 2124075"/>
              <a:gd name="connsiteY2" fmla="*/ 817562 h 817562"/>
              <a:gd name="connsiteX3" fmla="*/ 2124075 w 2124075"/>
              <a:gd name="connsiteY3" fmla="*/ 817562 h 817562"/>
              <a:gd name="connsiteX4" fmla="*/ 2124075 w 2124075"/>
              <a:gd name="connsiteY4" fmla="*/ 136525 h 817562"/>
              <a:gd name="connsiteX5" fmla="*/ 1619250 w 2124075"/>
              <a:gd name="connsiteY5" fmla="*/ 136525 h 817562"/>
              <a:gd name="connsiteX6" fmla="*/ 1619250 w 2124075"/>
              <a:gd name="connsiteY6" fmla="*/ 0 h 81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24075" h="817562">
                <a:moveTo>
                  <a:pt x="0" y="649287"/>
                </a:moveTo>
                <a:lnTo>
                  <a:pt x="1149350" y="649287"/>
                </a:lnTo>
                <a:lnTo>
                  <a:pt x="1149350" y="817562"/>
                </a:lnTo>
                <a:lnTo>
                  <a:pt x="2124075" y="817562"/>
                </a:lnTo>
                <a:lnTo>
                  <a:pt x="2124075" y="136525"/>
                </a:lnTo>
                <a:lnTo>
                  <a:pt x="1619250" y="136525"/>
                </a:lnTo>
                <a:lnTo>
                  <a:pt x="1619250" y="0"/>
                </a:lnTo>
              </a:path>
            </a:pathLst>
          </a:cu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098" name="直接箭头连接符 1097">
            <a:extLst>
              <a:ext uri="{FF2B5EF4-FFF2-40B4-BE49-F238E27FC236}">
                <a16:creationId xmlns:a16="http://schemas.microsoft.com/office/drawing/2014/main" id="{6FB97BE5-68C0-59A6-61E5-E886EA81B9E4}"/>
              </a:ext>
            </a:extLst>
          </p:cNvPr>
          <p:cNvCxnSpPr>
            <a:cxnSpLocks/>
            <a:endCxn id="257" idx="2"/>
          </p:cNvCxnSpPr>
          <p:nvPr/>
        </p:nvCxnSpPr>
        <p:spPr>
          <a:xfrm flipV="1">
            <a:off x="5588004" y="3536461"/>
            <a:ext cx="0" cy="129232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9" name="直接箭头连接符 1098">
            <a:extLst>
              <a:ext uri="{FF2B5EF4-FFF2-40B4-BE49-F238E27FC236}">
                <a16:creationId xmlns:a16="http://schemas.microsoft.com/office/drawing/2014/main" id="{F921EA9F-B001-5985-3E44-8DD0B97F1CD9}"/>
              </a:ext>
            </a:extLst>
          </p:cNvPr>
          <p:cNvCxnSpPr>
            <a:cxnSpLocks/>
          </p:cNvCxnSpPr>
          <p:nvPr/>
        </p:nvCxnSpPr>
        <p:spPr>
          <a:xfrm flipV="1">
            <a:off x="5808489" y="3536461"/>
            <a:ext cx="0" cy="129232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00" name="图片 1099" descr="图标&#10;&#10;AI 生成的内容可能不正确。">
            <a:extLst>
              <a:ext uri="{FF2B5EF4-FFF2-40B4-BE49-F238E27FC236}">
                <a16:creationId xmlns:a16="http://schemas.microsoft.com/office/drawing/2014/main" id="{E0846393-53D3-D6E6-8306-5268A3696B2E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" t="5979" r="5938" b="5945"/>
          <a:stretch>
            <a:fillRect/>
          </a:stretch>
        </p:blipFill>
        <p:spPr>
          <a:xfrm>
            <a:off x="5401826" y="4469519"/>
            <a:ext cx="215406" cy="216000"/>
          </a:xfrm>
          <a:prstGeom prst="rect">
            <a:avLst/>
          </a:prstGeom>
        </p:spPr>
      </p:pic>
      <p:sp>
        <p:nvSpPr>
          <p:cNvPr id="1101" name="Freeform 32">
            <a:extLst>
              <a:ext uri="{FF2B5EF4-FFF2-40B4-BE49-F238E27FC236}">
                <a16:creationId xmlns:a16="http://schemas.microsoft.com/office/drawing/2014/main" id="{834C150F-7A71-B8C3-D18A-1F0299C649B3}"/>
              </a:ext>
            </a:extLst>
          </p:cNvPr>
          <p:cNvSpPr/>
          <p:nvPr/>
        </p:nvSpPr>
        <p:spPr>
          <a:xfrm>
            <a:off x="1311275" y="4175831"/>
            <a:ext cx="1555750" cy="38100"/>
          </a:xfrm>
          <a:custGeom>
            <a:avLst/>
            <a:gdLst>
              <a:gd name="connsiteX0" fmla="*/ 1555750 w 1555750"/>
              <a:gd name="connsiteY0" fmla="*/ 0 h 38100"/>
              <a:gd name="connsiteX1" fmla="*/ 0 w 1555750"/>
              <a:gd name="connsiteY1" fmla="*/ 0 h 38100"/>
              <a:gd name="connsiteX2" fmla="*/ 0 w 1555750"/>
              <a:gd name="connsiteY2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0" h="38100">
                <a:moveTo>
                  <a:pt x="1555750" y="0"/>
                </a:moveTo>
                <a:lnTo>
                  <a:pt x="0" y="0"/>
                </a:lnTo>
                <a:lnTo>
                  <a:pt x="0" y="38100"/>
                </a:lnTo>
              </a:path>
            </a:pathLst>
          </a:custGeom>
          <a:ln w="6350" cap="rnd">
            <a:solidFill>
              <a:schemeClr val="accent1"/>
            </a:solidFill>
            <a:bevel/>
            <a:headEnd type="stealth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Freeform 447">
            <a:extLst>
              <a:ext uri="{FF2B5EF4-FFF2-40B4-BE49-F238E27FC236}">
                <a16:creationId xmlns:a16="http://schemas.microsoft.com/office/drawing/2014/main" id="{DB5BA034-3C59-EE99-321D-11B65D693557}"/>
              </a:ext>
            </a:extLst>
          </p:cNvPr>
          <p:cNvSpPr/>
          <p:nvPr/>
        </p:nvSpPr>
        <p:spPr>
          <a:xfrm>
            <a:off x="866775" y="3236031"/>
            <a:ext cx="2714625" cy="158750"/>
          </a:xfrm>
          <a:custGeom>
            <a:avLst/>
            <a:gdLst>
              <a:gd name="connsiteX0" fmla="*/ 0 w 2714625"/>
              <a:gd name="connsiteY0" fmla="*/ 0 h 158750"/>
              <a:gd name="connsiteX1" fmla="*/ 2543175 w 2714625"/>
              <a:gd name="connsiteY1" fmla="*/ 0 h 158750"/>
              <a:gd name="connsiteX2" fmla="*/ 2543175 w 2714625"/>
              <a:gd name="connsiteY2" fmla="*/ 38100 h 158750"/>
              <a:gd name="connsiteX3" fmla="*/ 2543175 w 2714625"/>
              <a:gd name="connsiteY3" fmla="*/ 158750 h 158750"/>
              <a:gd name="connsiteX4" fmla="*/ 2714625 w 2714625"/>
              <a:gd name="connsiteY4" fmla="*/ 158750 h 15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4625" h="158750">
                <a:moveTo>
                  <a:pt x="0" y="0"/>
                </a:moveTo>
                <a:lnTo>
                  <a:pt x="2543175" y="0"/>
                </a:lnTo>
                <a:lnTo>
                  <a:pt x="2543175" y="38100"/>
                </a:lnTo>
                <a:lnTo>
                  <a:pt x="2543175" y="158750"/>
                </a:lnTo>
                <a:lnTo>
                  <a:pt x="2714625" y="15875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03" name="直接连接符 1102">
            <a:extLst>
              <a:ext uri="{FF2B5EF4-FFF2-40B4-BE49-F238E27FC236}">
                <a16:creationId xmlns:a16="http://schemas.microsoft.com/office/drawing/2014/main" id="{906A14E7-8C3C-1666-9E04-F5806956B435}"/>
              </a:ext>
            </a:extLst>
          </p:cNvPr>
          <p:cNvCxnSpPr>
            <a:cxnSpLocks/>
          </p:cNvCxnSpPr>
          <p:nvPr/>
        </p:nvCxnSpPr>
        <p:spPr>
          <a:xfrm>
            <a:off x="773394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直接连接符 1103">
            <a:extLst>
              <a:ext uri="{FF2B5EF4-FFF2-40B4-BE49-F238E27FC236}">
                <a16:creationId xmlns:a16="http://schemas.microsoft.com/office/drawing/2014/main" id="{B6453030-E4E8-137C-B863-87D4569D1703}"/>
              </a:ext>
            </a:extLst>
          </p:cNvPr>
          <p:cNvCxnSpPr>
            <a:cxnSpLocks/>
          </p:cNvCxnSpPr>
          <p:nvPr/>
        </p:nvCxnSpPr>
        <p:spPr>
          <a:xfrm>
            <a:off x="6081994" y="-356733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78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B2B1A-CEE1-1E25-B969-55ED05CB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5E6F4C6-1A10-C830-F761-5337908277D1}"/>
              </a:ext>
            </a:extLst>
          </p:cNvPr>
          <p:cNvCxnSpPr>
            <a:cxnSpLocks/>
          </p:cNvCxnSpPr>
          <p:nvPr/>
        </p:nvCxnSpPr>
        <p:spPr>
          <a:xfrm rot="5400000">
            <a:off x="3429000" y="-2155267"/>
            <a:ext cx="0" cy="64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直接连接符 1102">
            <a:extLst>
              <a:ext uri="{FF2B5EF4-FFF2-40B4-BE49-F238E27FC236}">
                <a16:creationId xmlns:a16="http://schemas.microsoft.com/office/drawing/2014/main" id="{80658FCE-B04B-23DF-90A8-B9C318CF2F38}"/>
              </a:ext>
            </a:extLst>
          </p:cNvPr>
          <p:cNvCxnSpPr>
            <a:cxnSpLocks/>
          </p:cNvCxnSpPr>
          <p:nvPr/>
        </p:nvCxnSpPr>
        <p:spPr>
          <a:xfrm>
            <a:off x="773394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直接连接符 1103">
            <a:extLst>
              <a:ext uri="{FF2B5EF4-FFF2-40B4-BE49-F238E27FC236}">
                <a16:creationId xmlns:a16="http://schemas.microsoft.com/office/drawing/2014/main" id="{B78CC220-889C-81C0-6F6A-870CDBBD692B}"/>
              </a:ext>
            </a:extLst>
          </p:cNvPr>
          <p:cNvCxnSpPr>
            <a:cxnSpLocks/>
          </p:cNvCxnSpPr>
          <p:nvPr/>
        </p:nvCxnSpPr>
        <p:spPr>
          <a:xfrm>
            <a:off x="6081994" y="-356733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860BB482-9912-2462-2247-F75A4B6D4A41}"/>
              </a:ext>
            </a:extLst>
          </p:cNvPr>
          <p:cNvSpPr txBox="1"/>
          <p:nvPr/>
        </p:nvSpPr>
        <p:spPr>
          <a:xfrm>
            <a:off x="766032" y="1080840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D16935-62A1-B801-ADE4-C0B4DFC10771}"/>
              </a:ext>
            </a:extLst>
          </p:cNvPr>
          <p:cNvSpPr txBox="1"/>
          <p:nvPr/>
        </p:nvSpPr>
        <p:spPr>
          <a:xfrm>
            <a:off x="762720" y="3093757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FF56167-D63B-1539-A752-56C7402B4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613230"/>
              </p:ext>
            </p:extLst>
          </p:nvPr>
        </p:nvGraphicFramePr>
        <p:xfrm>
          <a:off x="883907" y="4051962"/>
          <a:ext cx="5112004" cy="1277280"/>
        </p:xfrm>
        <a:graphic>
          <a:graphicData uri="http://schemas.openxmlformats.org/drawingml/2006/table">
            <a:tbl>
              <a:tblPr/>
              <a:tblGrid>
                <a:gridCol w="1042260">
                  <a:extLst>
                    <a:ext uri="{9D8B030D-6E8A-4147-A177-3AD203B41FA5}">
                      <a16:colId xmlns:a16="http://schemas.microsoft.com/office/drawing/2014/main" val="82972045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2249208078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1208702854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3930004775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1853716583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1919266153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924887063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2047926601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1193572174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1927646085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1691835958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3814095542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3276136640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3121124375"/>
                    </a:ext>
                  </a:extLst>
                </a:gridCol>
                <a:gridCol w="290696">
                  <a:extLst>
                    <a:ext uri="{9D8B030D-6E8A-4147-A177-3AD203B41FA5}">
                      <a16:colId xmlns:a16="http://schemas.microsoft.com/office/drawing/2014/main" val="3054869522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605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 balancing</a:t>
                      </a:r>
                      <a:endParaRPr lang="en-GB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8919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 ramping</a:t>
                      </a:r>
                      <a:endParaRPr lang="en-GB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1727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Congestion management</a:t>
                      </a:r>
                      <a:endParaRPr lang="en-GB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91537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 response</a:t>
                      </a:r>
                      <a:endParaRPr lang="en-GB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0513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Voltage regulation</a:t>
                      </a:r>
                      <a:endParaRPr lang="en-GB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99158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Resilience enhancement</a:t>
                      </a:r>
                      <a:endParaRPr lang="en-GB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878431"/>
                  </a:ext>
                </a:extLst>
              </a:tr>
            </a:tbl>
          </a:graphicData>
        </a:graphic>
      </p:graphicFrame>
      <p:pic>
        <p:nvPicPr>
          <p:cNvPr id="5" name="图片 4" descr="图标&#10;&#10;AI 生成的内容可能不正确。">
            <a:extLst>
              <a:ext uri="{FF2B5EF4-FFF2-40B4-BE49-F238E27FC236}">
                <a16:creationId xmlns:a16="http://schemas.microsoft.com/office/drawing/2014/main" id="{8AB0499A-9F19-D02F-70BB-9A5C80184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7" t="19121" r="7765" b="19638"/>
          <a:stretch>
            <a:fillRect/>
          </a:stretch>
        </p:blipFill>
        <p:spPr>
          <a:xfrm>
            <a:off x="1982814" y="4071763"/>
            <a:ext cx="182764" cy="136800"/>
          </a:xfrm>
          <a:prstGeom prst="rect">
            <a:avLst/>
          </a:prstGeom>
        </p:spPr>
      </p:pic>
      <p:pic>
        <p:nvPicPr>
          <p:cNvPr id="6" name="图片 5" descr="图标&#10;&#10;AI 生成的内容可能不正确。">
            <a:extLst>
              <a:ext uri="{FF2B5EF4-FFF2-40B4-BE49-F238E27FC236}">
                <a16:creationId xmlns:a16="http://schemas.microsoft.com/office/drawing/2014/main" id="{29CF1697-3DC8-73F1-265B-11CE3AEFB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608" y="4069327"/>
            <a:ext cx="144000" cy="144000"/>
          </a:xfrm>
          <a:prstGeom prst="rect">
            <a:avLst/>
          </a:prstGeom>
        </p:spPr>
      </p:pic>
      <p:pic>
        <p:nvPicPr>
          <p:cNvPr id="7" name="图片 6" descr="图片包含 形状&#10;&#10;AI 生成的内容可能不正确。">
            <a:extLst>
              <a:ext uri="{FF2B5EF4-FFF2-40B4-BE49-F238E27FC236}">
                <a16:creationId xmlns:a16="http://schemas.microsoft.com/office/drawing/2014/main" id="{20AAEC14-CB7E-726B-1A4D-E5292A76AA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292" y="4079585"/>
            <a:ext cx="129600" cy="129600"/>
          </a:xfrm>
          <a:prstGeom prst="rect">
            <a:avLst/>
          </a:prstGeom>
        </p:spPr>
      </p:pic>
      <p:pic>
        <p:nvPicPr>
          <p:cNvPr id="8" name="图片 7" descr="图标&#10;&#10;AI 生成的内容可能不正确。">
            <a:extLst>
              <a:ext uri="{FF2B5EF4-FFF2-40B4-BE49-F238E27FC236}">
                <a16:creationId xmlns:a16="http://schemas.microsoft.com/office/drawing/2014/main" id="{211921F6-6B57-984D-D1D1-E2FD67B7A8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433" y="4073872"/>
            <a:ext cx="136800" cy="136800"/>
          </a:xfrm>
          <a:prstGeom prst="rect">
            <a:avLst/>
          </a:prstGeom>
        </p:spPr>
      </p:pic>
      <p:pic>
        <p:nvPicPr>
          <p:cNvPr id="9" name="图片 8" descr="图标&#10;&#10;AI 生成的内容可能不正确。">
            <a:extLst>
              <a:ext uri="{FF2B5EF4-FFF2-40B4-BE49-F238E27FC236}">
                <a16:creationId xmlns:a16="http://schemas.microsoft.com/office/drawing/2014/main" id="{DE021A85-2B8F-8929-5AF1-F835A7F521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5283" y="4068163"/>
            <a:ext cx="144000" cy="144000"/>
          </a:xfrm>
          <a:prstGeom prst="rect">
            <a:avLst/>
          </a:prstGeom>
        </p:spPr>
      </p:pic>
      <p:pic>
        <p:nvPicPr>
          <p:cNvPr id="10" name="图片 9" descr="卡通人物&#10;&#10;AI 生成的内容可能不正确。">
            <a:extLst>
              <a:ext uri="{FF2B5EF4-FFF2-40B4-BE49-F238E27FC236}">
                <a16:creationId xmlns:a16="http://schemas.microsoft.com/office/drawing/2014/main" id="{2AAB596A-5EA7-2256-4881-681969BBFC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424" y="4069327"/>
            <a:ext cx="144000" cy="144000"/>
          </a:xfrm>
          <a:prstGeom prst="rect">
            <a:avLst/>
          </a:prstGeom>
        </p:spPr>
      </p:pic>
      <p:pic>
        <p:nvPicPr>
          <p:cNvPr id="11" name="图片 10" descr="图片包含 徽标&#10;&#10;AI 生成的内容可能不正确。">
            <a:extLst>
              <a:ext uri="{FF2B5EF4-FFF2-40B4-BE49-F238E27FC236}">
                <a16:creationId xmlns:a16="http://schemas.microsoft.com/office/drawing/2014/main" id="{07CBC96B-2185-73D2-1BE1-977D30A9A754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781" y="4071155"/>
            <a:ext cx="144000" cy="144000"/>
          </a:xfrm>
          <a:prstGeom prst="rect">
            <a:avLst/>
          </a:prstGeom>
        </p:spPr>
      </p:pic>
      <p:pic>
        <p:nvPicPr>
          <p:cNvPr id="12" name="图片 11" descr="图标&#10;&#10;AI 生成的内容可能不正确。">
            <a:extLst>
              <a:ext uri="{FF2B5EF4-FFF2-40B4-BE49-F238E27FC236}">
                <a16:creationId xmlns:a16="http://schemas.microsoft.com/office/drawing/2014/main" id="{8AFF4A53-DE53-1DE5-4F7B-986C299EA2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100" y="4074091"/>
            <a:ext cx="144000" cy="144000"/>
          </a:xfrm>
          <a:prstGeom prst="rect">
            <a:avLst/>
          </a:prstGeom>
        </p:spPr>
      </p:pic>
      <p:pic>
        <p:nvPicPr>
          <p:cNvPr id="13" name="图片 12" descr="图标&#10;&#10;AI 生成的内容可能不正确。">
            <a:extLst>
              <a:ext uri="{FF2B5EF4-FFF2-40B4-BE49-F238E27FC236}">
                <a16:creationId xmlns:a16="http://schemas.microsoft.com/office/drawing/2014/main" id="{0AF5D2E7-D8E8-64A3-D860-27DC4CA0423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732" y="4073761"/>
            <a:ext cx="144000" cy="144000"/>
          </a:xfrm>
          <a:prstGeom prst="rect">
            <a:avLst/>
          </a:prstGeom>
        </p:spPr>
      </p:pic>
      <p:pic>
        <p:nvPicPr>
          <p:cNvPr id="14" name="图片 13" descr="图标&#10;&#10;AI 生成的内容可能不正确。">
            <a:extLst>
              <a:ext uri="{FF2B5EF4-FFF2-40B4-BE49-F238E27FC236}">
                <a16:creationId xmlns:a16="http://schemas.microsoft.com/office/drawing/2014/main" id="{E1AED6F4-7497-0565-648D-4917E18E93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8" t="16407" r="4492" b="16441"/>
          <a:stretch>
            <a:fillRect/>
          </a:stretch>
        </p:blipFill>
        <p:spPr>
          <a:xfrm>
            <a:off x="4890969" y="4079284"/>
            <a:ext cx="174954" cy="1296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2333669-B494-CAB1-6D26-B75F6ECD3C37}"/>
              </a:ext>
            </a:extLst>
          </p:cNvPr>
          <p:cNvSpPr txBox="1"/>
          <p:nvPr/>
        </p:nvSpPr>
        <p:spPr>
          <a:xfrm>
            <a:off x="1931272" y="3462455"/>
            <a:ext cx="276999" cy="59670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Hydropower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图片 15" descr="图标&#10;&#10;AI 生成的内容可能不正确。">
            <a:extLst>
              <a:ext uri="{FF2B5EF4-FFF2-40B4-BE49-F238E27FC236}">
                <a16:creationId xmlns:a16="http://schemas.microsoft.com/office/drawing/2014/main" id="{6B743DFE-380A-E4BB-1C6B-64936B90921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966" y="4071281"/>
            <a:ext cx="144000" cy="144000"/>
          </a:xfrm>
          <a:prstGeom prst="rect">
            <a:avLst/>
          </a:prstGeom>
        </p:spPr>
      </p:pic>
      <p:pic>
        <p:nvPicPr>
          <p:cNvPr id="17" name="图片 16" descr="徽标&#10;&#10;AI 生成的内容可能不正确。">
            <a:extLst>
              <a:ext uri="{FF2B5EF4-FFF2-40B4-BE49-F238E27FC236}">
                <a16:creationId xmlns:a16="http://schemas.microsoft.com/office/drawing/2014/main" id="{C4C7CD15-AF3C-162C-85EF-3FA800A008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883"/>
          <a:stretch>
            <a:fillRect/>
          </a:stretch>
        </p:blipFill>
        <p:spPr>
          <a:xfrm>
            <a:off x="5748068" y="4071577"/>
            <a:ext cx="231817" cy="144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A08BB5D-0BCE-4493-968B-02FB43B8B8B7}"/>
              </a:ext>
            </a:extLst>
          </p:cNvPr>
          <p:cNvSpPr txBox="1"/>
          <p:nvPr/>
        </p:nvSpPr>
        <p:spPr>
          <a:xfrm>
            <a:off x="2221598" y="3372912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RNG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8A2B63A-FBDA-796E-E7A0-3BBD2B486FE9}"/>
              </a:ext>
            </a:extLst>
          </p:cNvPr>
          <p:cNvSpPr txBox="1"/>
          <p:nvPr/>
        </p:nvSpPr>
        <p:spPr>
          <a:xfrm>
            <a:off x="2515100" y="3372912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SMR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AFF327D-ED86-1AF2-2C7A-811EB8C9AC60}"/>
              </a:ext>
            </a:extLst>
          </p:cNvPr>
          <p:cNvSpPr txBox="1"/>
          <p:nvPr/>
        </p:nvSpPr>
        <p:spPr>
          <a:xfrm>
            <a:off x="2803838" y="3372912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Biomass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377FFB-935E-0123-1839-749CB5E19FA1}"/>
              </a:ext>
            </a:extLst>
          </p:cNvPr>
          <p:cNvSpPr txBox="1"/>
          <p:nvPr/>
        </p:nvSpPr>
        <p:spPr>
          <a:xfrm>
            <a:off x="3094889" y="3372912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BESS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CD45B-B85B-3C5A-C25F-778BAA9DED59}"/>
              </a:ext>
            </a:extLst>
          </p:cNvPr>
          <p:cNvSpPr txBox="1"/>
          <p:nvPr/>
        </p:nvSpPr>
        <p:spPr>
          <a:xfrm>
            <a:off x="3385065" y="3372912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PHS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D75E8C-36DF-84C5-7CD5-BF4A568EB8FF}"/>
              </a:ext>
            </a:extLst>
          </p:cNvPr>
          <p:cNvSpPr txBox="1"/>
          <p:nvPr/>
        </p:nvSpPr>
        <p:spPr>
          <a:xfrm>
            <a:off x="3678947" y="3374497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CAES/LAES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7064CED-8609-6C7A-D86D-301B34847156}"/>
              </a:ext>
            </a:extLst>
          </p:cNvPr>
          <p:cNvSpPr txBox="1"/>
          <p:nvPr/>
        </p:nvSpPr>
        <p:spPr>
          <a:xfrm>
            <a:off x="3966432" y="3372912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Interconnector 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9F95BE7-E232-24D7-D9A2-9E3121DF5836}"/>
              </a:ext>
            </a:extLst>
          </p:cNvPr>
          <p:cNvSpPr txBox="1"/>
          <p:nvPr/>
        </p:nvSpPr>
        <p:spPr>
          <a:xfrm>
            <a:off x="4257133" y="3372912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Smart appliance 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EF333C8-F7B7-909F-59E9-AF3C05A2F47E}"/>
              </a:ext>
            </a:extLst>
          </p:cNvPr>
          <p:cNvSpPr txBox="1"/>
          <p:nvPr/>
        </p:nvSpPr>
        <p:spPr>
          <a:xfrm>
            <a:off x="4548762" y="3372912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ICDR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EFBC46-7B63-195D-F199-89081486CBBB}"/>
              </a:ext>
            </a:extLst>
          </p:cNvPr>
          <p:cNvSpPr txBox="1"/>
          <p:nvPr/>
        </p:nvSpPr>
        <p:spPr>
          <a:xfrm>
            <a:off x="4837517" y="3372912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EV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63F1F31-0E22-180B-9A2C-E8CAEA1C3AE4}"/>
              </a:ext>
            </a:extLst>
          </p:cNvPr>
          <p:cNvSpPr txBox="1"/>
          <p:nvPr/>
        </p:nvSpPr>
        <p:spPr>
          <a:xfrm>
            <a:off x="5127860" y="3372912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P2X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113FE96-6CE3-2359-F87F-D1F028BD45FC}"/>
              </a:ext>
            </a:extLst>
          </p:cNvPr>
          <p:cNvSpPr txBox="1"/>
          <p:nvPr/>
        </p:nvSpPr>
        <p:spPr>
          <a:xfrm>
            <a:off x="5419376" y="3374500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 err="1">
                <a:latin typeface="Arial" panose="020B0604020202020204" pitchFamily="34" charset="0"/>
                <a:cs typeface="Arial" panose="020B0604020202020204" pitchFamily="34" charset="0"/>
              </a:rPr>
              <a:t>Linepack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E75B2A3-D17F-0A40-18C2-75578E215DAA}"/>
              </a:ext>
            </a:extLst>
          </p:cNvPr>
          <p:cNvSpPr txBox="1"/>
          <p:nvPr/>
        </p:nvSpPr>
        <p:spPr>
          <a:xfrm>
            <a:off x="5708561" y="3372912"/>
            <a:ext cx="276999" cy="68625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District heat</a:t>
            </a:r>
            <a:endParaRPr lang="en-GB" sz="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6FA312DE-B933-5B19-170D-395ACB6FC569}"/>
              </a:ext>
            </a:extLst>
          </p:cNvPr>
          <p:cNvSpPr/>
          <p:nvPr/>
        </p:nvSpPr>
        <p:spPr>
          <a:xfrm flipV="1">
            <a:off x="2044809" y="3360979"/>
            <a:ext cx="2088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2C5D3483-64E1-CE14-BF91-8C0C0BD4E261}"/>
              </a:ext>
            </a:extLst>
          </p:cNvPr>
          <p:cNvSpPr/>
          <p:nvPr/>
        </p:nvSpPr>
        <p:spPr>
          <a:xfrm flipV="1">
            <a:off x="4365878" y="3361377"/>
            <a:ext cx="648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D0E0F142-2216-1F29-D8E7-9EBFC03B66FE}"/>
              </a:ext>
            </a:extLst>
          </p:cNvPr>
          <p:cNvSpPr/>
          <p:nvPr/>
        </p:nvSpPr>
        <p:spPr>
          <a:xfrm flipV="1">
            <a:off x="5235949" y="3361377"/>
            <a:ext cx="648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CA7B70FD-D1AA-23A8-D935-B871D4C11572}"/>
              </a:ext>
            </a:extLst>
          </p:cNvPr>
          <p:cNvSpPr/>
          <p:nvPr/>
        </p:nvSpPr>
        <p:spPr>
          <a:xfrm>
            <a:off x="2049967" y="4307470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C69EB87C-B848-5088-16C6-42B8E5F522A7}"/>
              </a:ext>
            </a:extLst>
          </p:cNvPr>
          <p:cNvSpPr/>
          <p:nvPr/>
        </p:nvSpPr>
        <p:spPr>
          <a:xfrm>
            <a:off x="2050391" y="4671438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69BC9A87-BE42-D7DB-16E6-7762914364B8}"/>
              </a:ext>
            </a:extLst>
          </p:cNvPr>
          <p:cNvSpPr/>
          <p:nvPr/>
        </p:nvSpPr>
        <p:spPr>
          <a:xfrm>
            <a:off x="1395174" y="1336946"/>
            <a:ext cx="1692000" cy="1476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DD0A70C-1F02-828F-FB23-1B33B417EAD1}"/>
              </a:ext>
            </a:extLst>
          </p:cNvPr>
          <p:cNvSpPr txBox="1"/>
          <p:nvPr/>
        </p:nvSpPr>
        <p:spPr>
          <a:xfrm>
            <a:off x="1193706" y="1152919"/>
            <a:ext cx="40427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Space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28C8D38-9B62-EF54-B217-4B6BC0B2A13A}"/>
              </a:ext>
            </a:extLst>
          </p:cNvPr>
          <p:cNvSpPr txBox="1"/>
          <p:nvPr/>
        </p:nvSpPr>
        <p:spPr>
          <a:xfrm>
            <a:off x="786350" y="1375685"/>
            <a:ext cx="611065" cy="18466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International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3C8838D-6F1A-5AFE-7FF9-423F3670FB91}"/>
              </a:ext>
            </a:extLst>
          </p:cNvPr>
          <p:cNvSpPr txBox="1"/>
          <p:nvPr/>
        </p:nvSpPr>
        <p:spPr>
          <a:xfrm>
            <a:off x="926937" y="1677630"/>
            <a:ext cx="470001" cy="18466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National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5DFDF2F-27DA-7B20-D3DB-D73CB6A14717}"/>
              </a:ext>
            </a:extLst>
          </p:cNvPr>
          <p:cNvSpPr txBox="1"/>
          <p:nvPr/>
        </p:nvSpPr>
        <p:spPr>
          <a:xfrm>
            <a:off x="905418" y="1982932"/>
            <a:ext cx="492444" cy="18466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Regional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FC1C9C6-4CDF-BC04-A550-B0E682AAF50F}"/>
              </a:ext>
            </a:extLst>
          </p:cNvPr>
          <p:cNvSpPr txBox="1"/>
          <p:nvPr/>
        </p:nvSpPr>
        <p:spPr>
          <a:xfrm>
            <a:off x="888440" y="2586836"/>
            <a:ext cx="506870" cy="18466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Domestic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57D5824-E292-D634-CB44-E0ACB8F0DDDB}"/>
              </a:ext>
            </a:extLst>
          </p:cNvPr>
          <p:cNvSpPr txBox="1"/>
          <p:nvPr/>
        </p:nvSpPr>
        <p:spPr>
          <a:xfrm>
            <a:off x="3043045" y="2723659"/>
            <a:ext cx="33534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A1D2722-364D-5FEB-E956-32756B2A3CFC}"/>
              </a:ext>
            </a:extLst>
          </p:cNvPr>
          <p:cNvSpPr txBox="1"/>
          <p:nvPr/>
        </p:nvSpPr>
        <p:spPr>
          <a:xfrm>
            <a:off x="1400800" y="2809642"/>
            <a:ext cx="561600" cy="18466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kW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5FCC347-8F2E-65FE-7C41-8086E5183AC4}"/>
              </a:ext>
            </a:extLst>
          </p:cNvPr>
          <p:cNvSpPr txBox="1"/>
          <p:nvPr/>
        </p:nvSpPr>
        <p:spPr>
          <a:xfrm>
            <a:off x="1958849" y="2809863"/>
            <a:ext cx="561600" cy="18466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MW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4B53790-4839-C10E-A3C4-5708EC5CD4AC}"/>
              </a:ext>
            </a:extLst>
          </p:cNvPr>
          <p:cNvSpPr txBox="1"/>
          <p:nvPr/>
        </p:nvSpPr>
        <p:spPr>
          <a:xfrm>
            <a:off x="2521902" y="2808583"/>
            <a:ext cx="561600" cy="18466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GW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3F92CD2-4902-CFA7-A957-643309F9F165}"/>
              </a:ext>
            </a:extLst>
          </p:cNvPr>
          <p:cNvSpPr txBox="1"/>
          <p:nvPr/>
        </p:nvSpPr>
        <p:spPr>
          <a:xfrm>
            <a:off x="3438651" y="1084120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E5C1943-FB30-8C03-0ED9-BB2D4AB13A24}"/>
              </a:ext>
            </a:extLst>
          </p:cNvPr>
          <p:cNvSpPr/>
          <p:nvPr/>
        </p:nvSpPr>
        <p:spPr>
          <a:xfrm>
            <a:off x="3943195" y="1340226"/>
            <a:ext cx="1764000" cy="1476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277B3B3-90A3-F16B-CFF6-861D5E1BA946}"/>
              </a:ext>
            </a:extLst>
          </p:cNvPr>
          <p:cNvSpPr txBox="1"/>
          <p:nvPr/>
        </p:nvSpPr>
        <p:spPr>
          <a:xfrm>
            <a:off x="3704860" y="1156199"/>
            <a:ext cx="47801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Duration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894EF4C-01EF-767B-E2B1-8C83228F8E52}"/>
              </a:ext>
            </a:extLst>
          </p:cNvPr>
          <p:cNvSpPr txBox="1"/>
          <p:nvPr/>
        </p:nvSpPr>
        <p:spPr>
          <a:xfrm>
            <a:off x="3594617" y="1386108"/>
            <a:ext cx="34817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year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0604E5F-18EF-4E8C-E75D-A89F4171AC4D}"/>
              </a:ext>
            </a:extLst>
          </p:cNvPr>
          <p:cNvSpPr txBox="1"/>
          <p:nvPr/>
        </p:nvSpPr>
        <p:spPr>
          <a:xfrm>
            <a:off x="3543229" y="1684994"/>
            <a:ext cx="39946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month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F3719A5-008C-9D9F-82CD-C61F8802C222}"/>
              </a:ext>
            </a:extLst>
          </p:cNvPr>
          <p:cNvSpPr txBox="1"/>
          <p:nvPr/>
        </p:nvSpPr>
        <p:spPr>
          <a:xfrm>
            <a:off x="3633123" y="1984664"/>
            <a:ext cx="309700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DF079EC-2599-5A8C-9BC0-90373ACD63F5}"/>
              </a:ext>
            </a:extLst>
          </p:cNvPr>
          <p:cNvSpPr txBox="1"/>
          <p:nvPr/>
        </p:nvSpPr>
        <p:spPr>
          <a:xfrm>
            <a:off x="3590554" y="2279314"/>
            <a:ext cx="352982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hour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DCFA2E9-3541-9AF0-6D46-95906A07BF07}"/>
              </a:ext>
            </a:extLst>
          </p:cNvPr>
          <p:cNvSpPr txBox="1"/>
          <p:nvPr/>
        </p:nvSpPr>
        <p:spPr>
          <a:xfrm>
            <a:off x="3633257" y="2582186"/>
            <a:ext cx="309700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767279D-8CEC-53DB-4504-21E6F1427A52}"/>
              </a:ext>
            </a:extLst>
          </p:cNvPr>
          <p:cNvSpPr txBox="1"/>
          <p:nvPr/>
        </p:nvSpPr>
        <p:spPr>
          <a:xfrm>
            <a:off x="5655096" y="2726939"/>
            <a:ext cx="40908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583955E-D69F-C607-2915-29218841D02E}"/>
              </a:ext>
            </a:extLst>
          </p:cNvPr>
          <p:cNvSpPr txBox="1"/>
          <p:nvPr/>
        </p:nvSpPr>
        <p:spPr>
          <a:xfrm>
            <a:off x="4385295" y="2811334"/>
            <a:ext cx="442800" cy="18466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sec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37B3CD2-63CE-F588-CD71-EF3ABE688766}"/>
              </a:ext>
            </a:extLst>
          </p:cNvPr>
          <p:cNvSpPr txBox="1"/>
          <p:nvPr/>
        </p:nvSpPr>
        <p:spPr>
          <a:xfrm>
            <a:off x="4829336" y="2811109"/>
            <a:ext cx="442800" cy="18466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113340E-78B9-FCE0-93F3-E26619B68328}"/>
              </a:ext>
            </a:extLst>
          </p:cNvPr>
          <p:cNvSpPr txBox="1"/>
          <p:nvPr/>
        </p:nvSpPr>
        <p:spPr>
          <a:xfrm>
            <a:off x="5262709" y="2811863"/>
            <a:ext cx="442800" cy="18466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hour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1AE64E6-68B7-FF5B-36BE-C75025CDD6CB}"/>
              </a:ext>
            </a:extLst>
          </p:cNvPr>
          <p:cNvSpPr txBox="1"/>
          <p:nvPr/>
        </p:nvSpPr>
        <p:spPr>
          <a:xfrm>
            <a:off x="2274525" y="1411414"/>
            <a:ext cx="72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Interconnector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图片 59" descr="图标&#10;&#10;AI 生成的内容可能不正确。">
            <a:extLst>
              <a:ext uri="{FF2B5EF4-FFF2-40B4-BE49-F238E27FC236}">
                <a16:creationId xmlns:a16="http://schemas.microsoft.com/office/drawing/2014/main" id="{E17A921B-BCC2-0D33-0612-95C255F325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275" y="4069321"/>
            <a:ext cx="144000" cy="144000"/>
          </a:xfrm>
          <a:prstGeom prst="rect">
            <a:avLst/>
          </a:prstGeom>
        </p:spPr>
      </p:pic>
      <p:pic>
        <p:nvPicPr>
          <p:cNvPr id="61" name="图片 60" descr="图标&#10;&#10;AI 生成的内容可能不正确。">
            <a:extLst>
              <a:ext uri="{FF2B5EF4-FFF2-40B4-BE49-F238E27FC236}">
                <a16:creationId xmlns:a16="http://schemas.microsoft.com/office/drawing/2014/main" id="{13DD32BA-0C6E-4D01-6A19-B76F10C2BB3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765" y="4076029"/>
            <a:ext cx="136800" cy="136800"/>
          </a:xfrm>
          <a:prstGeom prst="rect">
            <a:avLst/>
          </a:prstGeom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957C5BB5-4158-1650-75B6-30CEBEEDE2BE}"/>
              </a:ext>
            </a:extLst>
          </p:cNvPr>
          <p:cNvSpPr txBox="1"/>
          <p:nvPr/>
        </p:nvSpPr>
        <p:spPr>
          <a:xfrm>
            <a:off x="2273636" y="1540289"/>
            <a:ext cx="72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Hydropower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DB6EFCE-A447-211E-4FF2-46598E91E74A}"/>
              </a:ext>
            </a:extLst>
          </p:cNvPr>
          <p:cNvSpPr txBox="1"/>
          <p:nvPr/>
        </p:nvSpPr>
        <p:spPr>
          <a:xfrm>
            <a:off x="2269597" y="1793732"/>
            <a:ext cx="72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RNG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E7BB7DF-468C-633B-FC27-79AF931D5D66}"/>
              </a:ext>
            </a:extLst>
          </p:cNvPr>
          <p:cNvSpPr txBox="1"/>
          <p:nvPr/>
        </p:nvSpPr>
        <p:spPr>
          <a:xfrm>
            <a:off x="1958587" y="1913665"/>
            <a:ext cx="540000" cy="12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SMR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A481889-0EE3-CC97-4151-D997056FEE7D}"/>
              </a:ext>
            </a:extLst>
          </p:cNvPr>
          <p:cNvSpPr txBox="1"/>
          <p:nvPr/>
        </p:nvSpPr>
        <p:spPr>
          <a:xfrm rot="16200000">
            <a:off x="2337730" y="2090733"/>
            <a:ext cx="504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Biomass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767A40E-F977-401A-5F85-AE6EC738D1D6}"/>
              </a:ext>
            </a:extLst>
          </p:cNvPr>
          <p:cNvSpPr txBox="1"/>
          <p:nvPr/>
        </p:nvSpPr>
        <p:spPr>
          <a:xfrm>
            <a:off x="2272393" y="1670308"/>
            <a:ext cx="720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PHS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79929B8-E28F-3719-0FD2-5B272DF8811D}"/>
              </a:ext>
            </a:extLst>
          </p:cNvPr>
          <p:cNvSpPr txBox="1"/>
          <p:nvPr/>
        </p:nvSpPr>
        <p:spPr>
          <a:xfrm>
            <a:off x="1957819" y="2058388"/>
            <a:ext cx="540000" cy="12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CAES/LAES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A246A1B-B648-F91E-72DA-053D76BAD4D1}"/>
              </a:ext>
            </a:extLst>
          </p:cNvPr>
          <p:cNvSpPr txBox="1"/>
          <p:nvPr/>
        </p:nvSpPr>
        <p:spPr>
          <a:xfrm rot="16200000">
            <a:off x="1056182" y="2135754"/>
            <a:ext cx="864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3494CC2-BBA5-7CEA-20E8-AAB2CE8D3F21}"/>
              </a:ext>
            </a:extLst>
          </p:cNvPr>
          <p:cNvSpPr txBox="1"/>
          <p:nvPr/>
        </p:nvSpPr>
        <p:spPr>
          <a:xfrm>
            <a:off x="1433437" y="2636647"/>
            <a:ext cx="576000" cy="14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Smart appliance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4FB5B5A7-1163-AD31-BC39-7F13FCA898DB}"/>
              </a:ext>
            </a:extLst>
          </p:cNvPr>
          <p:cNvSpPr txBox="1"/>
          <p:nvPr/>
        </p:nvSpPr>
        <p:spPr>
          <a:xfrm>
            <a:off x="1556648" y="2369906"/>
            <a:ext cx="216000" cy="25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EV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08EF2C4-3C1A-66AF-4360-B58F995F7193}"/>
              </a:ext>
            </a:extLst>
          </p:cNvPr>
          <p:cNvSpPr txBox="1"/>
          <p:nvPr/>
        </p:nvSpPr>
        <p:spPr>
          <a:xfrm>
            <a:off x="1791217" y="2368865"/>
            <a:ext cx="468000" cy="25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ICDR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D56DA33-73EF-508F-1742-466990034C9D}"/>
              </a:ext>
            </a:extLst>
          </p:cNvPr>
          <p:cNvSpPr txBox="1"/>
          <p:nvPr/>
        </p:nvSpPr>
        <p:spPr>
          <a:xfrm>
            <a:off x="1956623" y="2203973"/>
            <a:ext cx="302400" cy="147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P2X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76F9BCE4-BA2F-0CB4-DB22-94464B98D76A}"/>
              </a:ext>
            </a:extLst>
          </p:cNvPr>
          <p:cNvSpPr txBox="1"/>
          <p:nvPr/>
        </p:nvSpPr>
        <p:spPr>
          <a:xfrm>
            <a:off x="1792831" y="1757101"/>
            <a:ext cx="144000" cy="59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vert270" wrap="none" rtlCol="0" anchor="ctr">
            <a:spAutoFit/>
          </a:bodyPr>
          <a:lstStyle/>
          <a:p>
            <a:pPr algn="ctr"/>
            <a:r>
              <a:rPr lang="en-US" sz="600" err="1">
                <a:latin typeface="Arial" panose="020B0604020202020204" pitchFamily="34" charset="0"/>
                <a:cs typeface="Arial" panose="020B0604020202020204" pitchFamily="34" charset="0"/>
              </a:rPr>
              <a:t>Linepack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98EF9A8-FD66-9178-B21B-DED98EA35BE0}"/>
              </a:ext>
            </a:extLst>
          </p:cNvPr>
          <p:cNvSpPr txBox="1"/>
          <p:nvPr/>
        </p:nvSpPr>
        <p:spPr>
          <a:xfrm>
            <a:off x="2279721" y="2196321"/>
            <a:ext cx="216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vert270"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District heat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F2E8B9A-E105-6806-251F-818C30BC1ADB}"/>
              </a:ext>
            </a:extLst>
          </p:cNvPr>
          <p:cNvSpPr txBox="1"/>
          <p:nvPr/>
        </p:nvSpPr>
        <p:spPr>
          <a:xfrm>
            <a:off x="1027065" y="2286171"/>
            <a:ext cx="370615" cy="18466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A2920BC-D27E-FC7A-413A-58944BC693A8}"/>
              </a:ext>
            </a:extLst>
          </p:cNvPr>
          <p:cNvSpPr txBox="1"/>
          <p:nvPr/>
        </p:nvSpPr>
        <p:spPr>
          <a:xfrm rot="5400000" flipH="1">
            <a:off x="1359575" y="1937101"/>
            <a:ext cx="594000" cy="23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E3BAF2A-4DED-15FC-6CAF-36BF87CCC551}"/>
              </a:ext>
            </a:extLst>
          </p:cNvPr>
          <p:cNvSpPr txBox="1"/>
          <p:nvPr/>
        </p:nvSpPr>
        <p:spPr>
          <a:xfrm>
            <a:off x="1406878" y="2011200"/>
            <a:ext cx="389851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BESS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BB19FA7-A828-A059-909C-D426CFB04A65}"/>
              </a:ext>
            </a:extLst>
          </p:cNvPr>
          <p:cNvSpPr txBox="1"/>
          <p:nvPr/>
        </p:nvSpPr>
        <p:spPr>
          <a:xfrm>
            <a:off x="4524725" y="1440446"/>
            <a:ext cx="612000" cy="18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Interconnector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6929B64E-E751-E86B-0AF1-3EB94A12324D}"/>
              </a:ext>
            </a:extLst>
          </p:cNvPr>
          <p:cNvSpPr txBox="1"/>
          <p:nvPr/>
        </p:nvSpPr>
        <p:spPr>
          <a:xfrm>
            <a:off x="4923320" y="1637446"/>
            <a:ext cx="432000" cy="280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SMR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5B78AD4-1AB5-EF53-7846-D42AD047EE28}"/>
              </a:ext>
            </a:extLst>
          </p:cNvPr>
          <p:cNvSpPr txBox="1"/>
          <p:nvPr/>
        </p:nvSpPr>
        <p:spPr>
          <a:xfrm>
            <a:off x="4924154" y="2370986"/>
            <a:ext cx="216000" cy="12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PHS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E0C06B4-937F-08CF-6C9F-3F7AD1D257CE}"/>
              </a:ext>
            </a:extLst>
          </p:cNvPr>
          <p:cNvSpPr txBox="1"/>
          <p:nvPr/>
        </p:nvSpPr>
        <p:spPr>
          <a:xfrm>
            <a:off x="4923320" y="2231567"/>
            <a:ext cx="432000" cy="12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CAES/LAES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A553EF2-1AA0-1A6C-341E-9E7FB01F7954}"/>
              </a:ext>
            </a:extLst>
          </p:cNvPr>
          <p:cNvSpPr txBox="1"/>
          <p:nvPr/>
        </p:nvSpPr>
        <p:spPr>
          <a:xfrm rot="16200000">
            <a:off x="3814957" y="2426324"/>
            <a:ext cx="468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BESS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26A7F63-B3C3-3E50-7171-07192D982085}"/>
              </a:ext>
            </a:extLst>
          </p:cNvPr>
          <p:cNvSpPr txBox="1"/>
          <p:nvPr/>
        </p:nvSpPr>
        <p:spPr>
          <a:xfrm>
            <a:off x="4373256" y="2046367"/>
            <a:ext cx="288000" cy="2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600">
                <a:latin typeface="Arial" panose="020B0604020202020204" pitchFamily="34" charset="0"/>
                <a:cs typeface="Arial" panose="020B0604020202020204" pitchFamily="34" charset="0"/>
              </a:rPr>
              <a:t>EV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146BD89-536A-F440-139F-6999AE78DE33}"/>
              </a:ext>
            </a:extLst>
          </p:cNvPr>
          <p:cNvSpPr txBox="1"/>
          <p:nvPr/>
        </p:nvSpPr>
        <p:spPr>
          <a:xfrm>
            <a:off x="5370999" y="2134447"/>
            <a:ext cx="324000" cy="23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District</a:t>
            </a:r>
          </a:p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heat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7146CB87-C8F3-3DA0-75B6-F34771A86D29}"/>
              </a:ext>
            </a:extLst>
          </p:cNvPr>
          <p:cNvSpPr txBox="1"/>
          <p:nvPr/>
        </p:nvSpPr>
        <p:spPr>
          <a:xfrm>
            <a:off x="2608561" y="3149369"/>
            <a:ext cx="950901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Supply-side resources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9EECABA9-E7C2-C278-53FE-2E3AE28EB66E}"/>
              </a:ext>
            </a:extLst>
          </p:cNvPr>
          <p:cNvSpPr txBox="1"/>
          <p:nvPr/>
        </p:nvSpPr>
        <p:spPr>
          <a:xfrm>
            <a:off x="4266909" y="3148456"/>
            <a:ext cx="828000" cy="14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Demand-side enablers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9D9E847-2A16-ED13-B963-9C4A897C1141}"/>
              </a:ext>
            </a:extLst>
          </p:cNvPr>
          <p:cNvSpPr txBox="1"/>
          <p:nvPr/>
        </p:nvSpPr>
        <p:spPr>
          <a:xfrm>
            <a:off x="5149797" y="3147201"/>
            <a:ext cx="828000" cy="14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Multi-vector integration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E136BD26-418D-4CB8-4F58-BEC1D4E36748}"/>
              </a:ext>
            </a:extLst>
          </p:cNvPr>
          <p:cNvCxnSpPr/>
          <p:nvPr/>
        </p:nvCxnSpPr>
        <p:spPr>
          <a:xfrm>
            <a:off x="3082738" y="3290359"/>
            <a:ext cx="0" cy="73025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C7B66362-65A6-D269-630A-EAF653F455FA}"/>
              </a:ext>
            </a:extLst>
          </p:cNvPr>
          <p:cNvCxnSpPr/>
          <p:nvPr/>
        </p:nvCxnSpPr>
        <p:spPr>
          <a:xfrm>
            <a:off x="4681348" y="3289542"/>
            <a:ext cx="0" cy="73025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8E699CFA-8DFB-3810-E502-B1BB170D997B}"/>
              </a:ext>
            </a:extLst>
          </p:cNvPr>
          <p:cNvCxnSpPr/>
          <p:nvPr/>
        </p:nvCxnSpPr>
        <p:spPr>
          <a:xfrm>
            <a:off x="5563999" y="3289542"/>
            <a:ext cx="0" cy="73025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A6C3BFAB-DDB2-8AB0-D001-598F3A0ED7C4}"/>
              </a:ext>
            </a:extLst>
          </p:cNvPr>
          <p:cNvSpPr txBox="1"/>
          <p:nvPr/>
        </p:nvSpPr>
        <p:spPr>
          <a:xfrm>
            <a:off x="3943189" y="2810808"/>
            <a:ext cx="442800" cy="184666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CACACA23-980D-2F55-9B6C-F362DC8170A3}"/>
              </a:ext>
            </a:extLst>
          </p:cNvPr>
          <p:cNvSpPr txBox="1"/>
          <p:nvPr/>
        </p:nvSpPr>
        <p:spPr>
          <a:xfrm>
            <a:off x="960811" y="4060337"/>
            <a:ext cx="357790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BCB0F2A-66FC-20E3-002F-669DB2307576}"/>
              </a:ext>
            </a:extLst>
          </p:cNvPr>
          <p:cNvSpPr txBox="1"/>
          <p:nvPr/>
        </p:nvSpPr>
        <p:spPr>
          <a:xfrm>
            <a:off x="1374828" y="4032305"/>
            <a:ext cx="55976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endParaRPr lang="en-GB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4B900B22-F336-B277-69EB-F6DD67B24183}"/>
              </a:ext>
            </a:extLst>
          </p:cNvPr>
          <p:cNvSpPr/>
          <p:nvPr/>
        </p:nvSpPr>
        <p:spPr>
          <a:xfrm>
            <a:off x="896938" y="4062413"/>
            <a:ext cx="1017587" cy="158750"/>
          </a:xfrm>
          <a:custGeom>
            <a:avLst/>
            <a:gdLst>
              <a:gd name="connsiteX0" fmla="*/ 0 w 1017587"/>
              <a:gd name="connsiteY0" fmla="*/ 0 h 158750"/>
              <a:gd name="connsiteX1" fmla="*/ 490537 w 1017587"/>
              <a:gd name="connsiteY1" fmla="*/ 0 h 158750"/>
              <a:gd name="connsiteX2" fmla="*/ 490537 w 1017587"/>
              <a:gd name="connsiteY2" fmla="*/ 158750 h 158750"/>
              <a:gd name="connsiteX3" fmla="*/ 1017587 w 1017587"/>
              <a:gd name="connsiteY3" fmla="*/ 158750 h 15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587" h="158750">
                <a:moveTo>
                  <a:pt x="0" y="0"/>
                </a:moveTo>
                <a:lnTo>
                  <a:pt x="490537" y="0"/>
                </a:lnTo>
                <a:lnTo>
                  <a:pt x="490537" y="158750"/>
                </a:lnTo>
                <a:lnTo>
                  <a:pt x="1017587" y="158750"/>
                </a:lnTo>
              </a:path>
            </a:pathLst>
          </a:cu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581E632F-32F6-362E-5635-840034EB40FC}"/>
              </a:ext>
            </a:extLst>
          </p:cNvPr>
          <p:cNvSpPr txBox="1"/>
          <p:nvPr/>
        </p:nvSpPr>
        <p:spPr>
          <a:xfrm>
            <a:off x="4137765" y="2516168"/>
            <a:ext cx="648000" cy="2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Smart appliance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A7E91848-DF5A-BD21-7529-B6086F8D8A76}"/>
              </a:ext>
            </a:extLst>
          </p:cNvPr>
          <p:cNvSpPr txBox="1"/>
          <p:nvPr/>
        </p:nvSpPr>
        <p:spPr>
          <a:xfrm>
            <a:off x="4373256" y="2280573"/>
            <a:ext cx="288000" cy="2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ICDR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A2C628A2-DFD5-92F6-24C1-6A2F77B29226}"/>
              </a:ext>
            </a:extLst>
          </p:cNvPr>
          <p:cNvSpPr txBox="1"/>
          <p:nvPr/>
        </p:nvSpPr>
        <p:spPr>
          <a:xfrm rot="16200000">
            <a:off x="4298494" y="2011399"/>
            <a:ext cx="8640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ydropower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C2495E9E-F2DF-71BD-068A-A6724F7197FF}"/>
              </a:ext>
            </a:extLst>
          </p:cNvPr>
          <p:cNvSpPr txBox="1"/>
          <p:nvPr/>
        </p:nvSpPr>
        <p:spPr>
          <a:xfrm rot="16200000">
            <a:off x="4633073" y="2219677"/>
            <a:ext cx="442800" cy="1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RNG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AC2BFB7-4009-EC7E-B5B1-8383DF15304B}"/>
              </a:ext>
            </a:extLst>
          </p:cNvPr>
          <p:cNvSpPr txBox="1"/>
          <p:nvPr/>
        </p:nvSpPr>
        <p:spPr>
          <a:xfrm>
            <a:off x="4924225" y="1934529"/>
            <a:ext cx="432000" cy="280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Biomass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4C912C1C-B03F-ED04-6518-05ABC79F13B3}"/>
              </a:ext>
            </a:extLst>
          </p:cNvPr>
          <p:cNvSpPr txBox="1"/>
          <p:nvPr/>
        </p:nvSpPr>
        <p:spPr>
          <a:xfrm>
            <a:off x="5371460" y="1637448"/>
            <a:ext cx="324000" cy="23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P2X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7D194012-D8B1-28A0-9333-C43230BC5595}"/>
              </a:ext>
            </a:extLst>
          </p:cNvPr>
          <p:cNvSpPr txBox="1"/>
          <p:nvPr/>
        </p:nvSpPr>
        <p:spPr>
          <a:xfrm>
            <a:off x="5371460" y="1888083"/>
            <a:ext cx="324000" cy="23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 err="1">
                <a:latin typeface="Arial" panose="020B0604020202020204" pitchFamily="34" charset="0"/>
                <a:cs typeface="Arial" panose="020B0604020202020204" pitchFamily="34" charset="0"/>
              </a:rPr>
              <a:t>Linepack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208C65BA-9C58-7BD9-C52C-F8F9739F2217}"/>
              </a:ext>
            </a:extLst>
          </p:cNvPr>
          <p:cNvSpPr/>
          <p:nvPr/>
        </p:nvSpPr>
        <p:spPr>
          <a:xfrm>
            <a:off x="2049967" y="4488486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586AF2E1-ECCB-EFD8-02C9-8084ECFBEFE6}"/>
              </a:ext>
            </a:extLst>
          </p:cNvPr>
          <p:cNvSpPr/>
          <p:nvPr/>
        </p:nvSpPr>
        <p:spPr>
          <a:xfrm>
            <a:off x="2050653" y="5219841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0ED787D4-D73F-609A-F3CD-27B514793F96}"/>
              </a:ext>
            </a:extLst>
          </p:cNvPr>
          <p:cNvSpPr/>
          <p:nvPr/>
        </p:nvSpPr>
        <p:spPr>
          <a:xfrm>
            <a:off x="2340320" y="4307441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F8C58F18-AA86-306E-CE70-A5AD9AD30613}"/>
              </a:ext>
            </a:extLst>
          </p:cNvPr>
          <p:cNvSpPr/>
          <p:nvPr/>
        </p:nvSpPr>
        <p:spPr>
          <a:xfrm>
            <a:off x="2342332" y="4671409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ACF4454E-EEC2-B2AC-9983-CE9B5D8F0850}"/>
              </a:ext>
            </a:extLst>
          </p:cNvPr>
          <p:cNvSpPr/>
          <p:nvPr/>
        </p:nvSpPr>
        <p:spPr>
          <a:xfrm>
            <a:off x="2340320" y="4488457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94A32F12-01C9-CDE8-3BF5-947D8C18F987}"/>
              </a:ext>
            </a:extLst>
          </p:cNvPr>
          <p:cNvSpPr/>
          <p:nvPr/>
        </p:nvSpPr>
        <p:spPr>
          <a:xfrm>
            <a:off x="2339418" y="5219812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椭圆 119">
            <a:extLst>
              <a:ext uri="{FF2B5EF4-FFF2-40B4-BE49-F238E27FC236}">
                <a16:creationId xmlns:a16="http://schemas.microsoft.com/office/drawing/2014/main" id="{D183D8F3-E64D-C591-07D1-5BED2B35CF71}"/>
              </a:ext>
            </a:extLst>
          </p:cNvPr>
          <p:cNvSpPr/>
          <p:nvPr/>
        </p:nvSpPr>
        <p:spPr>
          <a:xfrm>
            <a:off x="2342097" y="4855821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73D5D8CC-60A5-BAD7-B8EC-911F0F92B52B}"/>
              </a:ext>
            </a:extLst>
          </p:cNvPr>
          <p:cNvSpPr/>
          <p:nvPr/>
        </p:nvSpPr>
        <p:spPr>
          <a:xfrm>
            <a:off x="2632227" y="4672997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128A5B30-47E4-5880-7831-942310FD2BAA}"/>
              </a:ext>
            </a:extLst>
          </p:cNvPr>
          <p:cNvSpPr/>
          <p:nvPr/>
        </p:nvSpPr>
        <p:spPr>
          <a:xfrm>
            <a:off x="2630215" y="4488457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4" name="椭圆 1023">
            <a:extLst>
              <a:ext uri="{FF2B5EF4-FFF2-40B4-BE49-F238E27FC236}">
                <a16:creationId xmlns:a16="http://schemas.microsoft.com/office/drawing/2014/main" id="{0EF6DF6F-C209-760A-8488-6BBC4471A29C}"/>
              </a:ext>
            </a:extLst>
          </p:cNvPr>
          <p:cNvSpPr/>
          <p:nvPr/>
        </p:nvSpPr>
        <p:spPr>
          <a:xfrm>
            <a:off x="2630901" y="5219812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5" name="椭圆 1024">
            <a:extLst>
              <a:ext uri="{FF2B5EF4-FFF2-40B4-BE49-F238E27FC236}">
                <a16:creationId xmlns:a16="http://schemas.microsoft.com/office/drawing/2014/main" id="{582DD491-D56F-1853-D9B6-D49C6A4C7BCC}"/>
              </a:ext>
            </a:extLst>
          </p:cNvPr>
          <p:cNvSpPr/>
          <p:nvPr/>
        </p:nvSpPr>
        <p:spPr>
          <a:xfrm>
            <a:off x="2631992" y="4855821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6" name="椭圆 1025">
            <a:extLst>
              <a:ext uri="{FF2B5EF4-FFF2-40B4-BE49-F238E27FC236}">
                <a16:creationId xmlns:a16="http://schemas.microsoft.com/office/drawing/2014/main" id="{7A0660D2-91DF-96FC-FAAE-F6419AB75A12}"/>
              </a:ext>
            </a:extLst>
          </p:cNvPr>
          <p:cNvSpPr/>
          <p:nvPr/>
        </p:nvSpPr>
        <p:spPr>
          <a:xfrm>
            <a:off x="2633110" y="4309850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28" name="直接连接符 1027">
            <a:extLst>
              <a:ext uri="{FF2B5EF4-FFF2-40B4-BE49-F238E27FC236}">
                <a16:creationId xmlns:a16="http://schemas.microsoft.com/office/drawing/2014/main" id="{A5FA603B-E573-E290-5E1D-7FB97AD7A452}"/>
              </a:ext>
            </a:extLst>
          </p:cNvPr>
          <p:cNvCxnSpPr/>
          <p:nvPr/>
        </p:nvCxnSpPr>
        <p:spPr>
          <a:xfrm>
            <a:off x="5227183" y="4876797"/>
            <a:ext cx="7200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直接连接符 1029">
            <a:extLst>
              <a:ext uri="{FF2B5EF4-FFF2-40B4-BE49-F238E27FC236}">
                <a16:creationId xmlns:a16="http://schemas.microsoft.com/office/drawing/2014/main" id="{2C1D4617-6671-97C8-F785-46A4FD05FE1C}"/>
              </a:ext>
            </a:extLst>
          </p:cNvPr>
          <p:cNvCxnSpPr/>
          <p:nvPr/>
        </p:nvCxnSpPr>
        <p:spPr>
          <a:xfrm>
            <a:off x="5227119" y="5056158"/>
            <a:ext cx="7200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椭圆 1031">
            <a:extLst>
              <a:ext uri="{FF2B5EF4-FFF2-40B4-BE49-F238E27FC236}">
                <a16:creationId xmlns:a16="http://schemas.microsoft.com/office/drawing/2014/main" id="{4CA4933B-B304-001A-09BD-B5BD65BC2BCE}"/>
              </a:ext>
            </a:extLst>
          </p:cNvPr>
          <p:cNvSpPr/>
          <p:nvPr/>
        </p:nvSpPr>
        <p:spPr>
          <a:xfrm>
            <a:off x="2051391" y="5036173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3" name="椭圆 1032">
            <a:extLst>
              <a:ext uri="{FF2B5EF4-FFF2-40B4-BE49-F238E27FC236}">
                <a16:creationId xmlns:a16="http://schemas.microsoft.com/office/drawing/2014/main" id="{AC77559D-0ECA-90AA-A8D1-B61907BF4A43}"/>
              </a:ext>
            </a:extLst>
          </p:cNvPr>
          <p:cNvSpPr/>
          <p:nvPr/>
        </p:nvSpPr>
        <p:spPr>
          <a:xfrm>
            <a:off x="2341744" y="5036144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4" name="椭圆 1033">
            <a:extLst>
              <a:ext uri="{FF2B5EF4-FFF2-40B4-BE49-F238E27FC236}">
                <a16:creationId xmlns:a16="http://schemas.microsoft.com/office/drawing/2014/main" id="{C0AE6346-0F16-FC51-F070-1A3505C7F05A}"/>
              </a:ext>
            </a:extLst>
          </p:cNvPr>
          <p:cNvSpPr/>
          <p:nvPr/>
        </p:nvSpPr>
        <p:spPr>
          <a:xfrm>
            <a:off x="2631639" y="5036144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5" name="椭圆 1034">
            <a:extLst>
              <a:ext uri="{FF2B5EF4-FFF2-40B4-BE49-F238E27FC236}">
                <a16:creationId xmlns:a16="http://schemas.microsoft.com/office/drawing/2014/main" id="{FA9ED0AF-2697-0C9B-05F4-CA4839BB74D1}"/>
              </a:ext>
            </a:extLst>
          </p:cNvPr>
          <p:cNvSpPr/>
          <p:nvPr/>
        </p:nvSpPr>
        <p:spPr>
          <a:xfrm>
            <a:off x="2922695" y="4671582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6" name="椭圆 1035">
            <a:extLst>
              <a:ext uri="{FF2B5EF4-FFF2-40B4-BE49-F238E27FC236}">
                <a16:creationId xmlns:a16="http://schemas.microsoft.com/office/drawing/2014/main" id="{AD853EFA-9FF5-CC36-A24B-1CBE94411262}"/>
              </a:ext>
            </a:extLst>
          </p:cNvPr>
          <p:cNvSpPr/>
          <p:nvPr/>
        </p:nvSpPr>
        <p:spPr>
          <a:xfrm>
            <a:off x="2920683" y="4488630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7" name="椭圆 1036">
            <a:extLst>
              <a:ext uri="{FF2B5EF4-FFF2-40B4-BE49-F238E27FC236}">
                <a16:creationId xmlns:a16="http://schemas.microsoft.com/office/drawing/2014/main" id="{F0BAE4AD-E231-0FB7-60BA-5E0C271F5BBC}"/>
              </a:ext>
            </a:extLst>
          </p:cNvPr>
          <p:cNvSpPr/>
          <p:nvPr/>
        </p:nvSpPr>
        <p:spPr>
          <a:xfrm>
            <a:off x="2919781" y="5219985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8" name="椭圆 1037">
            <a:extLst>
              <a:ext uri="{FF2B5EF4-FFF2-40B4-BE49-F238E27FC236}">
                <a16:creationId xmlns:a16="http://schemas.microsoft.com/office/drawing/2014/main" id="{ED1996D8-1438-3DFC-F066-CBC209EA6BD3}"/>
              </a:ext>
            </a:extLst>
          </p:cNvPr>
          <p:cNvSpPr/>
          <p:nvPr/>
        </p:nvSpPr>
        <p:spPr>
          <a:xfrm>
            <a:off x="3212624" y="4307585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9" name="椭圆 1038">
            <a:extLst>
              <a:ext uri="{FF2B5EF4-FFF2-40B4-BE49-F238E27FC236}">
                <a16:creationId xmlns:a16="http://schemas.microsoft.com/office/drawing/2014/main" id="{A51F47D9-F9FB-3E0E-3A8F-3795206DC334}"/>
              </a:ext>
            </a:extLst>
          </p:cNvPr>
          <p:cNvSpPr/>
          <p:nvPr/>
        </p:nvSpPr>
        <p:spPr>
          <a:xfrm>
            <a:off x="3213048" y="4671553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7" name="椭圆 1046">
            <a:extLst>
              <a:ext uri="{FF2B5EF4-FFF2-40B4-BE49-F238E27FC236}">
                <a16:creationId xmlns:a16="http://schemas.microsoft.com/office/drawing/2014/main" id="{622F2580-0304-46CD-7C73-B73DF2C17CA0}"/>
              </a:ext>
            </a:extLst>
          </p:cNvPr>
          <p:cNvSpPr/>
          <p:nvPr/>
        </p:nvSpPr>
        <p:spPr>
          <a:xfrm>
            <a:off x="3214401" y="4490832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0" name="椭圆 1049">
            <a:extLst>
              <a:ext uri="{FF2B5EF4-FFF2-40B4-BE49-F238E27FC236}">
                <a16:creationId xmlns:a16="http://schemas.microsoft.com/office/drawing/2014/main" id="{2AED3145-9020-1467-8EA9-723E9A9E70C9}"/>
              </a:ext>
            </a:extLst>
          </p:cNvPr>
          <p:cNvSpPr/>
          <p:nvPr/>
        </p:nvSpPr>
        <p:spPr>
          <a:xfrm>
            <a:off x="3504531" y="4671553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1" name="椭圆 1050">
            <a:extLst>
              <a:ext uri="{FF2B5EF4-FFF2-40B4-BE49-F238E27FC236}">
                <a16:creationId xmlns:a16="http://schemas.microsoft.com/office/drawing/2014/main" id="{F4B2555E-1F6D-795C-2891-962BD11A6E67}"/>
              </a:ext>
            </a:extLst>
          </p:cNvPr>
          <p:cNvSpPr/>
          <p:nvPr/>
        </p:nvSpPr>
        <p:spPr>
          <a:xfrm>
            <a:off x="3502519" y="4488601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2" name="椭圆 1051">
            <a:extLst>
              <a:ext uri="{FF2B5EF4-FFF2-40B4-BE49-F238E27FC236}">
                <a16:creationId xmlns:a16="http://schemas.microsoft.com/office/drawing/2014/main" id="{B642B5F0-76B6-16BA-FA08-B2B27C33F3D1}"/>
              </a:ext>
            </a:extLst>
          </p:cNvPr>
          <p:cNvSpPr/>
          <p:nvPr/>
        </p:nvSpPr>
        <p:spPr>
          <a:xfrm>
            <a:off x="3503205" y="5219956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4" name="椭圆 1053">
            <a:extLst>
              <a:ext uri="{FF2B5EF4-FFF2-40B4-BE49-F238E27FC236}">
                <a16:creationId xmlns:a16="http://schemas.microsoft.com/office/drawing/2014/main" id="{4498C14A-63AD-9177-0C62-F1F42ED7D122}"/>
              </a:ext>
            </a:extLst>
          </p:cNvPr>
          <p:cNvSpPr/>
          <p:nvPr/>
        </p:nvSpPr>
        <p:spPr>
          <a:xfrm>
            <a:off x="3502238" y="4308406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9" name="椭圆 1058">
            <a:extLst>
              <a:ext uri="{FF2B5EF4-FFF2-40B4-BE49-F238E27FC236}">
                <a16:creationId xmlns:a16="http://schemas.microsoft.com/office/drawing/2014/main" id="{DD2C4CC1-E1B7-2F2D-BF03-C2299394AB26}"/>
              </a:ext>
            </a:extLst>
          </p:cNvPr>
          <p:cNvSpPr/>
          <p:nvPr/>
        </p:nvSpPr>
        <p:spPr>
          <a:xfrm>
            <a:off x="2920519" y="5036317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0" name="椭圆 1059">
            <a:extLst>
              <a:ext uri="{FF2B5EF4-FFF2-40B4-BE49-F238E27FC236}">
                <a16:creationId xmlns:a16="http://schemas.microsoft.com/office/drawing/2014/main" id="{27C8641C-E817-E89D-078D-59EB0CE5BFFD}"/>
              </a:ext>
            </a:extLst>
          </p:cNvPr>
          <p:cNvSpPr/>
          <p:nvPr/>
        </p:nvSpPr>
        <p:spPr>
          <a:xfrm>
            <a:off x="3505531" y="5036288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2" name="椭圆 1061">
            <a:extLst>
              <a:ext uri="{FF2B5EF4-FFF2-40B4-BE49-F238E27FC236}">
                <a16:creationId xmlns:a16="http://schemas.microsoft.com/office/drawing/2014/main" id="{407D0A3B-13D7-BAA4-8164-C948ECDD870E}"/>
              </a:ext>
            </a:extLst>
          </p:cNvPr>
          <p:cNvSpPr/>
          <p:nvPr/>
        </p:nvSpPr>
        <p:spPr>
          <a:xfrm>
            <a:off x="4086666" y="4307470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4" name="椭圆 1063">
            <a:extLst>
              <a:ext uri="{FF2B5EF4-FFF2-40B4-BE49-F238E27FC236}">
                <a16:creationId xmlns:a16="http://schemas.microsoft.com/office/drawing/2014/main" id="{9619AEBA-ED92-B138-1831-037F1A70B372}"/>
              </a:ext>
            </a:extLst>
          </p:cNvPr>
          <p:cNvSpPr/>
          <p:nvPr/>
        </p:nvSpPr>
        <p:spPr>
          <a:xfrm>
            <a:off x="4087090" y="4490452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6" name="椭圆 1065">
            <a:extLst>
              <a:ext uri="{FF2B5EF4-FFF2-40B4-BE49-F238E27FC236}">
                <a16:creationId xmlns:a16="http://schemas.microsoft.com/office/drawing/2014/main" id="{2E22CF79-9287-76D7-8362-7B57961A354A}"/>
              </a:ext>
            </a:extLst>
          </p:cNvPr>
          <p:cNvSpPr/>
          <p:nvPr/>
        </p:nvSpPr>
        <p:spPr>
          <a:xfrm>
            <a:off x="4086433" y="4669426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1" name="椭圆 1070">
            <a:extLst>
              <a:ext uri="{FF2B5EF4-FFF2-40B4-BE49-F238E27FC236}">
                <a16:creationId xmlns:a16="http://schemas.microsoft.com/office/drawing/2014/main" id="{79DD38CA-E15C-8CDB-CE38-3DDCE485E38C}"/>
              </a:ext>
            </a:extLst>
          </p:cNvPr>
          <p:cNvSpPr/>
          <p:nvPr/>
        </p:nvSpPr>
        <p:spPr>
          <a:xfrm>
            <a:off x="4088443" y="4855850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2" name="椭圆 1071">
            <a:extLst>
              <a:ext uri="{FF2B5EF4-FFF2-40B4-BE49-F238E27FC236}">
                <a16:creationId xmlns:a16="http://schemas.microsoft.com/office/drawing/2014/main" id="{F44C9A2F-B050-E1BC-8122-3DA00B4EA423}"/>
              </a:ext>
            </a:extLst>
          </p:cNvPr>
          <p:cNvSpPr/>
          <p:nvPr/>
        </p:nvSpPr>
        <p:spPr>
          <a:xfrm>
            <a:off x="4375397" y="4309478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9" name="椭圆 1078">
            <a:extLst>
              <a:ext uri="{FF2B5EF4-FFF2-40B4-BE49-F238E27FC236}">
                <a16:creationId xmlns:a16="http://schemas.microsoft.com/office/drawing/2014/main" id="{54B27A17-B7ED-36F2-EAEC-DB0B1E01CCE3}"/>
              </a:ext>
            </a:extLst>
          </p:cNvPr>
          <p:cNvSpPr/>
          <p:nvPr/>
        </p:nvSpPr>
        <p:spPr>
          <a:xfrm>
            <a:off x="4375162" y="4490714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0" name="椭圆 1079">
            <a:extLst>
              <a:ext uri="{FF2B5EF4-FFF2-40B4-BE49-F238E27FC236}">
                <a16:creationId xmlns:a16="http://schemas.microsoft.com/office/drawing/2014/main" id="{DBA2E6B5-D4B8-2B35-F162-EE1A8F8846B7}"/>
              </a:ext>
            </a:extLst>
          </p:cNvPr>
          <p:cNvSpPr/>
          <p:nvPr/>
        </p:nvSpPr>
        <p:spPr>
          <a:xfrm>
            <a:off x="4088090" y="5036173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4" name="椭圆 1083">
            <a:extLst>
              <a:ext uri="{FF2B5EF4-FFF2-40B4-BE49-F238E27FC236}">
                <a16:creationId xmlns:a16="http://schemas.microsoft.com/office/drawing/2014/main" id="{AA22AA64-E0E8-FE92-951D-F6B4286DB495}"/>
              </a:ext>
            </a:extLst>
          </p:cNvPr>
          <p:cNvSpPr/>
          <p:nvPr/>
        </p:nvSpPr>
        <p:spPr>
          <a:xfrm>
            <a:off x="4667029" y="4307643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5" name="椭圆 1084">
            <a:extLst>
              <a:ext uri="{FF2B5EF4-FFF2-40B4-BE49-F238E27FC236}">
                <a16:creationId xmlns:a16="http://schemas.microsoft.com/office/drawing/2014/main" id="{4AFE015F-64E7-B697-B05A-79B4159ECBE9}"/>
              </a:ext>
            </a:extLst>
          </p:cNvPr>
          <p:cNvSpPr/>
          <p:nvPr/>
        </p:nvSpPr>
        <p:spPr>
          <a:xfrm>
            <a:off x="4669041" y="4671611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6" name="椭圆 1085">
            <a:extLst>
              <a:ext uri="{FF2B5EF4-FFF2-40B4-BE49-F238E27FC236}">
                <a16:creationId xmlns:a16="http://schemas.microsoft.com/office/drawing/2014/main" id="{AB9091EC-640E-182C-983D-1EB76C07F046}"/>
              </a:ext>
            </a:extLst>
          </p:cNvPr>
          <p:cNvSpPr/>
          <p:nvPr/>
        </p:nvSpPr>
        <p:spPr>
          <a:xfrm>
            <a:off x="5242937" y="4671582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7" name="椭圆 1086">
            <a:extLst>
              <a:ext uri="{FF2B5EF4-FFF2-40B4-BE49-F238E27FC236}">
                <a16:creationId xmlns:a16="http://schemas.microsoft.com/office/drawing/2014/main" id="{96DAA15E-9039-5327-00CE-4459C84C64DD}"/>
              </a:ext>
            </a:extLst>
          </p:cNvPr>
          <p:cNvSpPr/>
          <p:nvPr/>
        </p:nvSpPr>
        <p:spPr>
          <a:xfrm>
            <a:off x="5244101" y="4488630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DDF1F7CE-76A0-3DC5-81DD-28A49FFB05E2}"/>
              </a:ext>
            </a:extLst>
          </p:cNvPr>
          <p:cNvSpPr/>
          <p:nvPr/>
        </p:nvSpPr>
        <p:spPr>
          <a:xfrm>
            <a:off x="5243199" y="5219985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390205C5-BD8C-B612-D3DA-4F65B0441718}"/>
              </a:ext>
            </a:extLst>
          </p:cNvPr>
          <p:cNvSpPr/>
          <p:nvPr/>
        </p:nvSpPr>
        <p:spPr>
          <a:xfrm>
            <a:off x="4668453" y="5036346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A60AE543-0123-FB7B-5170-174C614FB55A}"/>
              </a:ext>
            </a:extLst>
          </p:cNvPr>
          <p:cNvSpPr/>
          <p:nvPr/>
        </p:nvSpPr>
        <p:spPr>
          <a:xfrm>
            <a:off x="2922537" y="4309482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DF1C9A46-790B-08AC-F817-2C4F66C461FC}"/>
              </a:ext>
            </a:extLst>
          </p:cNvPr>
          <p:cNvSpPr/>
          <p:nvPr/>
        </p:nvSpPr>
        <p:spPr>
          <a:xfrm>
            <a:off x="2920949" y="4855794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4C16F313-D8A7-CECA-25C2-69772D021291}"/>
              </a:ext>
            </a:extLst>
          </p:cNvPr>
          <p:cNvSpPr/>
          <p:nvPr/>
        </p:nvSpPr>
        <p:spPr>
          <a:xfrm>
            <a:off x="3212307" y="4853994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0F2F0046-8F65-D393-D923-18D189F388DB}"/>
              </a:ext>
            </a:extLst>
          </p:cNvPr>
          <p:cNvSpPr/>
          <p:nvPr/>
        </p:nvSpPr>
        <p:spPr>
          <a:xfrm>
            <a:off x="3210719" y="5034221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339EA255-549D-21B4-0171-BF946B1A3FFF}"/>
              </a:ext>
            </a:extLst>
          </p:cNvPr>
          <p:cNvSpPr/>
          <p:nvPr/>
        </p:nvSpPr>
        <p:spPr>
          <a:xfrm>
            <a:off x="3213984" y="5221977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9BE91B82-B2CB-0AB1-61CC-50B32FD3AE80}"/>
              </a:ext>
            </a:extLst>
          </p:cNvPr>
          <p:cNvSpPr/>
          <p:nvPr/>
        </p:nvSpPr>
        <p:spPr>
          <a:xfrm>
            <a:off x="3796631" y="4672205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椭圆 138">
            <a:extLst>
              <a:ext uri="{FF2B5EF4-FFF2-40B4-BE49-F238E27FC236}">
                <a16:creationId xmlns:a16="http://schemas.microsoft.com/office/drawing/2014/main" id="{2578B1A8-0E8D-FF50-FBD6-CA5A087F2370}"/>
              </a:ext>
            </a:extLst>
          </p:cNvPr>
          <p:cNvSpPr/>
          <p:nvPr/>
        </p:nvSpPr>
        <p:spPr>
          <a:xfrm>
            <a:off x="3796207" y="4489253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BD888149-FFA0-D6C8-7C91-33FB59A3C671}"/>
              </a:ext>
            </a:extLst>
          </p:cNvPr>
          <p:cNvSpPr/>
          <p:nvPr/>
        </p:nvSpPr>
        <p:spPr>
          <a:xfrm>
            <a:off x="3795305" y="5219020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2B50C128-C326-4ECF-3A89-50C693068B31}"/>
              </a:ext>
            </a:extLst>
          </p:cNvPr>
          <p:cNvSpPr/>
          <p:nvPr/>
        </p:nvSpPr>
        <p:spPr>
          <a:xfrm>
            <a:off x="3797984" y="4856617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3EAACDA8-4ADD-6782-70D8-964BC2613C92}"/>
              </a:ext>
            </a:extLst>
          </p:cNvPr>
          <p:cNvSpPr/>
          <p:nvPr/>
        </p:nvSpPr>
        <p:spPr>
          <a:xfrm>
            <a:off x="3797631" y="5035352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A7D3DCF9-840B-6941-2790-E87EB58321F5}"/>
              </a:ext>
            </a:extLst>
          </p:cNvPr>
          <p:cNvSpPr/>
          <p:nvPr/>
        </p:nvSpPr>
        <p:spPr>
          <a:xfrm>
            <a:off x="4373132" y="4853613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7B1D70DB-C0EC-4EC5-BE51-3C9BA8DE18E9}"/>
              </a:ext>
            </a:extLst>
          </p:cNvPr>
          <p:cNvSpPr/>
          <p:nvPr/>
        </p:nvSpPr>
        <p:spPr>
          <a:xfrm>
            <a:off x="4375832" y="5221908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35274CC1-1503-96B6-996A-DBD3511A8F25}"/>
              </a:ext>
            </a:extLst>
          </p:cNvPr>
          <p:cNvSpPr/>
          <p:nvPr/>
        </p:nvSpPr>
        <p:spPr>
          <a:xfrm>
            <a:off x="4669042" y="4491683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AFA15350-94DB-B355-C303-5C49DEDBD9E4}"/>
              </a:ext>
            </a:extLst>
          </p:cNvPr>
          <p:cNvSpPr/>
          <p:nvPr/>
        </p:nvSpPr>
        <p:spPr>
          <a:xfrm>
            <a:off x="4668454" y="4856418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07F6B54F-B385-9EE8-5AEA-028846071B12}"/>
              </a:ext>
            </a:extLst>
          </p:cNvPr>
          <p:cNvSpPr/>
          <p:nvPr/>
        </p:nvSpPr>
        <p:spPr>
          <a:xfrm>
            <a:off x="4954327" y="4307593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椭圆 164">
            <a:extLst>
              <a:ext uri="{FF2B5EF4-FFF2-40B4-BE49-F238E27FC236}">
                <a16:creationId xmlns:a16="http://schemas.microsoft.com/office/drawing/2014/main" id="{5CA8037E-6126-EEBC-2A65-042DC3287F99}"/>
              </a:ext>
            </a:extLst>
          </p:cNvPr>
          <p:cNvSpPr/>
          <p:nvPr/>
        </p:nvSpPr>
        <p:spPr>
          <a:xfrm>
            <a:off x="4956340" y="4491633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椭圆 167">
            <a:extLst>
              <a:ext uri="{FF2B5EF4-FFF2-40B4-BE49-F238E27FC236}">
                <a16:creationId xmlns:a16="http://schemas.microsoft.com/office/drawing/2014/main" id="{D5E09058-D42D-F7E7-E965-DEDCCDB22E3E}"/>
              </a:ext>
            </a:extLst>
          </p:cNvPr>
          <p:cNvSpPr/>
          <p:nvPr/>
        </p:nvSpPr>
        <p:spPr>
          <a:xfrm>
            <a:off x="4954416" y="4853941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F06AFB7F-4158-CADF-6AAE-2149F9D686D8}"/>
              </a:ext>
            </a:extLst>
          </p:cNvPr>
          <p:cNvCxnSpPr/>
          <p:nvPr/>
        </p:nvCxnSpPr>
        <p:spPr>
          <a:xfrm>
            <a:off x="5518932" y="4876817"/>
            <a:ext cx="7200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484168BE-F314-5A7E-1D85-A02D8CF28E3A}"/>
              </a:ext>
            </a:extLst>
          </p:cNvPr>
          <p:cNvCxnSpPr/>
          <p:nvPr/>
        </p:nvCxnSpPr>
        <p:spPr>
          <a:xfrm>
            <a:off x="5518868" y="5056178"/>
            <a:ext cx="7200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椭圆 173">
            <a:extLst>
              <a:ext uri="{FF2B5EF4-FFF2-40B4-BE49-F238E27FC236}">
                <a16:creationId xmlns:a16="http://schemas.microsoft.com/office/drawing/2014/main" id="{E1D8CF64-E080-A698-8B58-81785A3F9AA0}"/>
              </a:ext>
            </a:extLst>
          </p:cNvPr>
          <p:cNvSpPr/>
          <p:nvPr/>
        </p:nvSpPr>
        <p:spPr>
          <a:xfrm>
            <a:off x="5536274" y="4671602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578D5795-8618-60E4-D788-2545763397E4}"/>
              </a:ext>
            </a:extLst>
          </p:cNvPr>
          <p:cNvSpPr/>
          <p:nvPr/>
        </p:nvSpPr>
        <p:spPr>
          <a:xfrm>
            <a:off x="5535850" y="4488650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1BB8604A-1E01-D6FC-01D9-E684FD92FBA5}"/>
              </a:ext>
            </a:extLst>
          </p:cNvPr>
          <p:cNvSpPr/>
          <p:nvPr/>
        </p:nvSpPr>
        <p:spPr>
          <a:xfrm>
            <a:off x="5534948" y="5220005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5264CFE4-8E41-1E2E-B050-65BF2BD04879}"/>
              </a:ext>
            </a:extLst>
          </p:cNvPr>
          <p:cNvCxnSpPr/>
          <p:nvPr/>
        </p:nvCxnSpPr>
        <p:spPr>
          <a:xfrm>
            <a:off x="5811215" y="4875848"/>
            <a:ext cx="7200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5A735F91-82DE-F25A-848D-212A2E93BB20}"/>
              </a:ext>
            </a:extLst>
          </p:cNvPr>
          <p:cNvCxnSpPr/>
          <p:nvPr/>
        </p:nvCxnSpPr>
        <p:spPr>
          <a:xfrm>
            <a:off x="5811151" y="5055209"/>
            <a:ext cx="7200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椭圆 181">
            <a:extLst>
              <a:ext uri="{FF2B5EF4-FFF2-40B4-BE49-F238E27FC236}">
                <a16:creationId xmlns:a16="http://schemas.microsoft.com/office/drawing/2014/main" id="{A1F9F7C4-76D7-9DBB-0F00-4EE08EA55FE7}"/>
              </a:ext>
            </a:extLst>
          </p:cNvPr>
          <p:cNvSpPr/>
          <p:nvPr/>
        </p:nvSpPr>
        <p:spPr>
          <a:xfrm>
            <a:off x="5825381" y="4672221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4C8F9831-9117-0C0E-BB45-4A29E1B2E0A8}"/>
              </a:ext>
            </a:extLst>
          </p:cNvPr>
          <p:cNvSpPr/>
          <p:nvPr/>
        </p:nvSpPr>
        <p:spPr>
          <a:xfrm>
            <a:off x="5826545" y="4489269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FB991B0A-D75C-29B1-937D-FDA460C4606A}"/>
              </a:ext>
            </a:extLst>
          </p:cNvPr>
          <p:cNvSpPr/>
          <p:nvPr/>
        </p:nvSpPr>
        <p:spPr>
          <a:xfrm>
            <a:off x="5825643" y="5219036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90B3B818-277B-7A5F-0E27-B0D7C48CD0CC}"/>
              </a:ext>
            </a:extLst>
          </p:cNvPr>
          <p:cNvGrpSpPr/>
          <p:nvPr/>
        </p:nvGrpSpPr>
        <p:grpSpPr>
          <a:xfrm>
            <a:off x="991096" y="3364515"/>
            <a:ext cx="848324" cy="504000"/>
            <a:chOff x="2515769" y="5885651"/>
            <a:chExt cx="848324" cy="504000"/>
          </a:xfrm>
        </p:grpSpPr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3F7C990A-537D-2E5C-5B23-12B0132CB101}"/>
                </a:ext>
              </a:extLst>
            </p:cNvPr>
            <p:cNvSpPr/>
            <p:nvPr/>
          </p:nvSpPr>
          <p:spPr>
            <a:xfrm>
              <a:off x="2588221" y="5955970"/>
              <a:ext cx="43200" cy="43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2" name="椭圆 191">
              <a:extLst>
                <a:ext uri="{FF2B5EF4-FFF2-40B4-BE49-F238E27FC236}">
                  <a16:creationId xmlns:a16="http://schemas.microsoft.com/office/drawing/2014/main" id="{29B9DC6C-A5D1-162F-3574-7B9CFF72F895}"/>
                </a:ext>
              </a:extLst>
            </p:cNvPr>
            <p:cNvSpPr/>
            <p:nvPr/>
          </p:nvSpPr>
          <p:spPr>
            <a:xfrm>
              <a:off x="2586912" y="6120613"/>
              <a:ext cx="39600" cy="39600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EB569CDD-CFA0-838C-F82C-1F057D06DC4B}"/>
                </a:ext>
              </a:extLst>
            </p:cNvPr>
            <p:cNvSpPr txBox="1"/>
            <p:nvPr/>
          </p:nvSpPr>
          <p:spPr>
            <a:xfrm>
              <a:off x="2629597" y="5886808"/>
              <a:ext cx="734496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Most promising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FDD01635-2923-8075-32FB-A48133B620D5}"/>
                </a:ext>
              </a:extLst>
            </p:cNvPr>
            <p:cNvSpPr txBox="1"/>
            <p:nvPr/>
          </p:nvSpPr>
          <p:spPr>
            <a:xfrm>
              <a:off x="2629597" y="6048408"/>
              <a:ext cx="603050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Contributing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26876151-ED86-4C7B-8EE0-A41454B86A3D}"/>
                </a:ext>
              </a:extLst>
            </p:cNvPr>
            <p:cNvSpPr/>
            <p:nvPr/>
          </p:nvSpPr>
          <p:spPr>
            <a:xfrm>
              <a:off x="2515769" y="5885651"/>
              <a:ext cx="792000" cy="504000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FE8DA92C-4D62-C5C5-037F-85D798895404}"/>
                </a:ext>
              </a:extLst>
            </p:cNvPr>
            <p:cNvCxnSpPr/>
            <p:nvPr/>
          </p:nvCxnSpPr>
          <p:spPr>
            <a:xfrm>
              <a:off x="2570560" y="6293415"/>
              <a:ext cx="72000" cy="0"/>
            </a:xfrm>
            <a:prstGeom prst="line">
              <a:avLst/>
            </a:prstGeom>
            <a:ln w="63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文本框 202">
              <a:extLst>
                <a:ext uri="{FF2B5EF4-FFF2-40B4-BE49-F238E27FC236}">
                  <a16:creationId xmlns:a16="http://schemas.microsoft.com/office/drawing/2014/main" id="{891770FD-3F77-D399-FA9F-8F3F0F681D16}"/>
                </a:ext>
              </a:extLst>
            </p:cNvPr>
            <p:cNvSpPr txBox="1"/>
            <p:nvPr/>
          </p:nvSpPr>
          <p:spPr>
            <a:xfrm>
              <a:off x="2629597" y="6199175"/>
              <a:ext cx="506870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rrelevant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4BF0CD47-9C9E-5D2B-3BA0-D95A30E1B121}"/>
              </a:ext>
            </a:extLst>
          </p:cNvPr>
          <p:cNvSpPr/>
          <p:nvPr/>
        </p:nvSpPr>
        <p:spPr>
          <a:xfrm>
            <a:off x="4375832" y="5037757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86D42410-D471-F953-3469-3CC6F9B9E00F}"/>
              </a:ext>
            </a:extLst>
          </p:cNvPr>
          <p:cNvSpPr/>
          <p:nvPr/>
        </p:nvSpPr>
        <p:spPr>
          <a:xfrm>
            <a:off x="4086433" y="5218896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F01A863C-2FAA-7442-F40D-5C29DEDB520A}"/>
              </a:ext>
            </a:extLst>
          </p:cNvPr>
          <p:cNvSpPr/>
          <p:nvPr/>
        </p:nvSpPr>
        <p:spPr>
          <a:xfrm>
            <a:off x="4954347" y="5034139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9FD28540-D989-3243-EA6C-8ED33F5D6A69}"/>
              </a:ext>
            </a:extLst>
          </p:cNvPr>
          <p:cNvSpPr/>
          <p:nvPr/>
        </p:nvSpPr>
        <p:spPr>
          <a:xfrm>
            <a:off x="4954416" y="4669899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EA5981E5-D43F-3598-BB77-5AEFA0EEFDAB}"/>
              </a:ext>
            </a:extLst>
          </p:cNvPr>
          <p:cNvSpPr/>
          <p:nvPr/>
        </p:nvSpPr>
        <p:spPr>
          <a:xfrm>
            <a:off x="5242937" y="4307470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74B69BA6-747F-01F7-DA14-38AE99D2BBC8}"/>
              </a:ext>
            </a:extLst>
          </p:cNvPr>
          <p:cNvSpPr/>
          <p:nvPr/>
        </p:nvSpPr>
        <p:spPr>
          <a:xfrm>
            <a:off x="5536274" y="4307490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3AACB483-29C5-E166-7E6A-AAF3BC8CB661}"/>
              </a:ext>
            </a:extLst>
          </p:cNvPr>
          <p:cNvSpPr/>
          <p:nvPr/>
        </p:nvSpPr>
        <p:spPr>
          <a:xfrm>
            <a:off x="5825381" y="4308109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255F97F1-B432-8EB9-D71F-040F9390640C}"/>
              </a:ext>
            </a:extLst>
          </p:cNvPr>
          <p:cNvSpPr/>
          <p:nvPr/>
        </p:nvSpPr>
        <p:spPr>
          <a:xfrm>
            <a:off x="3797645" y="4311070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2205B0AF-A0FE-76FF-506A-2F4D7748E60B}"/>
              </a:ext>
            </a:extLst>
          </p:cNvPr>
          <p:cNvSpPr/>
          <p:nvPr/>
        </p:nvSpPr>
        <p:spPr>
          <a:xfrm>
            <a:off x="3505145" y="4858223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C4D2AF15-3DC0-FC14-F732-5038D2DB9D49}"/>
              </a:ext>
            </a:extLst>
          </p:cNvPr>
          <p:cNvSpPr/>
          <p:nvPr/>
        </p:nvSpPr>
        <p:spPr>
          <a:xfrm>
            <a:off x="2049572" y="4854349"/>
            <a:ext cx="43200" cy="43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E8E05A93-3450-DA3D-02BF-4DDCD319F4F9}"/>
              </a:ext>
            </a:extLst>
          </p:cNvPr>
          <p:cNvSpPr/>
          <p:nvPr/>
        </p:nvSpPr>
        <p:spPr>
          <a:xfrm>
            <a:off x="4956965" y="5223295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F98C6A27-3381-212F-3AF2-D93B2334BCB0}"/>
              </a:ext>
            </a:extLst>
          </p:cNvPr>
          <p:cNvSpPr/>
          <p:nvPr/>
        </p:nvSpPr>
        <p:spPr>
          <a:xfrm>
            <a:off x="4669440" y="5222296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869D685C-0E22-7342-A2E5-B0453124F8BD}"/>
              </a:ext>
            </a:extLst>
          </p:cNvPr>
          <p:cNvSpPr/>
          <p:nvPr/>
        </p:nvSpPr>
        <p:spPr>
          <a:xfrm>
            <a:off x="4374390" y="4671438"/>
            <a:ext cx="39600" cy="396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10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77ECF-3A7C-6A39-368D-59EC39C78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B2FD4903-32C4-5DC7-E865-B5256D45AA29}"/>
              </a:ext>
            </a:extLst>
          </p:cNvPr>
          <p:cNvCxnSpPr>
            <a:cxnSpLocks/>
          </p:cNvCxnSpPr>
          <p:nvPr/>
        </p:nvCxnSpPr>
        <p:spPr>
          <a:xfrm rot="5400000">
            <a:off x="3429000" y="-2155267"/>
            <a:ext cx="0" cy="64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直接连接符 1102">
            <a:extLst>
              <a:ext uri="{FF2B5EF4-FFF2-40B4-BE49-F238E27FC236}">
                <a16:creationId xmlns:a16="http://schemas.microsoft.com/office/drawing/2014/main" id="{E6436EB8-D893-63AD-CBD1-494313C3B6A4}"/>
              </a:ext>
            </a:extLst>
          </p:cNvPr>
          <p:cNvCxnSpPr>
            <a:cxnSpLocks/>
          </p:cNvCxnSpPr>
          <p:nvPr/>
        </p:nvCxnSpPr>
        <p:spPr>
          <a:xfrm>
            <a:off x="652005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直接连接符 1103">
            <a:extLst>
              <a:ext uri="{FF2B5EF4-FFF2-40B4-BE49-F238E27FC236}">
                <a16:creationId xmlns:a16="http://schemas.microsoft.com/office/drawing/2014/main" id="{9CD47754-B242-45EE-FD34-1D8814BD5BFE}"/>
              </a:ext>
            </a:extLst>
          </p:cNvPr>
          <p:cNvCxnSpPr>
            <a:cxnSpLocks/>
          </p:cNvCxnSpPr>
          <p:nvPr/>
        </p:nvCxnSpPr>
        <p:spPr>
          <a:xfrm>
            <a:off x="6207229" y="-347417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BFEE1A4-E43A-0B3C-1366-05B976AD81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317139"/>
              </p:ext>
            </p:extLst>
          </p:nvPr>
        </p:nvGraphicFramePr>
        <p:xfrm>
          <a:off x="770447" y="5668047"/>
          <a:ext cx="1764000" cy="807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4057384" imgH="1856963" progId="Acrobat.Document.DC">
                  <p:embed/>
                </p:oleObj>
              </mc:Choice>
              <mc:Fallback>
                <p:oleObj name="Acrobat Document" r:id="rId2" imgW="4057384" imgH="1856963" progId="Acrobat.Document.DC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BFEE1A4-E43A-0B3C-1366-05B976AD81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0447" y="5668047"/>
                        <a:ext cx="1764000" cy="807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2F209A7-5070-BA9E-5852-E1DDF70F21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683310"/>
              </p:ext>
            </p:extLst>
          </p:nvPr>
        </p:nvGraphicFramePr>
        <p:xfrm>
          <a:off x="2576801" y="4666543"/>
          <a:ext cx="1764000" cy="809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4047815" imgH="1856963" progId="Acrobat.Document.DC">
                  <p:embed/>
                </p:oleObj>
              </mc:Choice>
              <mc:Fallback>
                <p:oleObj name="Acrobat Document" r:id="rId4" imgW="4047815" imgH="1856963" progId="Acrobat.Document.DC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2F209A7-5070-BA9E-5852-E1DDF70F21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76801" y="4666543"/>
                        <a:ext cx="1764000" cy="809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0BC5E9F-794C-28CE-6899-4C7644AEFA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422397"/>
              </p:ext>
            </p:extLst>
          </p:nvPr>
        </p:nvGraphicFramePr>
        <p:xfrm>
          <a:off x="757757" y="4672383"/>
          <a:ext cx="1764000" cy="809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6" imgW="4047815" imgH="1856963" progId="Acrobat.Document.DC">
                  <p:embed/>
                </p:oleObj>
              </mc:Choice>
              <mc:Fallback>
                <p:oleObj name="Acrobat Document" r:id="rId6" imgW="4047815" imgH="1856963" progId="Acrobat.Document.DC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0BC5E9F-794C-28CE-6899-4C7644AEFA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7757" y="4672383"/>
                        <a:ext cx="1764000" cy="809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71D3D2E-1470-1827-161E-AD0C8AD1DF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941966"/>
              </p:ext>
            </p:extLst>
          </p:nvPr>
        </p:nvGraphicFramePr>
        <p:xfrm>
          <a:off x="4391800" y="4674283"/>
          <a:ext cx="1764000" cy="807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8" imgW="4057384" imgH="1856963" progId="Acrobat.Document.DC">
                  <p:embed/>
                </p:oleObj>
              </mc:Choice>
              <mc:Fallback>
                <p:oleObj name="Acrobat Document" r:id="rId8" imgW="4057384" imgH="1856963" progId="Acrobat.Document.DC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71D3D2E-1470-1827-161E-AD0C8AD1DF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91800" y="4674283"/>
                        <a:ext cx="1764000" cy="807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F3E6253-22CD-391C-BC78-A65DBE197C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7695980"/>
              </p:ext>
            </p:extLst>
          </p:nvPr>
        </p:nvGraphicFramePr>
        <p:xfrm>
          <a:off x="3494801" y="3427667"/>
          <a:ext cx="2664000" cy="107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10" imgW="6448115" imgH="2609398" progId="Acrobat.Document.DC">
                  <p:embed/>
                </p:oleObj>
              </mc:Choice>
              <mc:Fallback>
                <p:oleObj name="Acrobat Document" r:id="rId10" imgW="6448115" imgH="2609398" progId="Acrobat.Document.DC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F3E6253-22CD-391C-BC78-A65DBE197C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94801" y="3427667"/>
                        <a:ext cx="2664000" cy="1078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92AB854-E744-5895-408A-BDFDD61024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171938"/>
              </p:ext>
            </p:extLst>
          </p:nvPr>
        </p:nvGraphicFramePr>
        <p:xfrm>
          <a:off x="758801" y="3429579"/>
          <a:ext cx="2664000" cy="107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12" imgW="6448115" imgH="2609398" progId="Acrobat.Document.DC">
                  <p:embed/>
                </p:oleObj>
              </mc:Choice>
              <mc:Fallback>
                <p:oleObj name="Acrobat Document" r:id="rId12" imgW="6448115" imgH="2609398" progId="Acrobat.Document.DC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92AB854-E744-5895-408A-BDFDD61024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58801" y="3429579"/>
                        <a:ext cx="2664000" cy="1078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5955F4C-FF35-7BB7-4781-141752465F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196189"/>
              </p:ext>
            </p:extLst>
          </p:nvPr>
        </p:nvGraphicFramePr>
        <p:xfrm>
          <a:off x="758801" y="1207115"/>
          <a:ext cx="5400000" cy="214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14" imgW="13649015" imgH="5428779" progId="Acrobat.Document.DC">
                  <p:embed/>
                </p:oleObj>
              </mc:Choice>
              <mc:Fallback>
                <p:oleObj name="Acrobat Document" r:id="rId14" imgW="13649015" imgH="5428779" progId="Acrobat.Document.DC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5955F4C-FF35-7BB7-4781-141752465F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58801" y="1207115"/>
                        <a:ext cx="5400000" cy="214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6B1D924-6A24-3469-EB12-63D856AEA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478174"/>
              </p:ext>
            </p:extLst>
          </p:nvPr>
        </p:nvGraphicFramePr>
        <p:xfrm>
          <a:off x="2645001" y="5714140"/>
          <a:ext cx="3456000" cy="720000"/>
        </p:xfrm>
        <a:graphic>
          <a:graphicData uri="http://schemas.openxmlformats.org/drawingml/2006/table">
            <a:tbl>
              <a:tblPr/>
              <a:tblGrid>
                <a:gridCol w="288000">
                  <a:extLst>
                    <a:ext uri="{9D8B030D-6E8A-4147-A177-3AD203B41FA5}">
                      <a16:colId xmlns:a16="http://schemas.microsoft.com/office/drawing/2014/main" val="1012694141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19708285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62498132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28481120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8297204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24920807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20870285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93000477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85371658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91926615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4887063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231200045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605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89192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17277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endParaRPr lang="en-GB" sz="5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40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915378"/>
                  </a:ext>
                </a:extLst>
              </a:tr>
            </a:tbl>
          </a:graphicData>
        </a:graphic>
      </p:graphicFrame>
      <p:pic>
        <p:nvPicPr>
          <p:cNvPr id="10" name="图片 9" descr="图标&#10;&#10;AI 生成的内容可能不正确。">
            <a:extLst>
              <a:ext uri="{FF2B5EF4-FFF2-40B4-BE49-F238E27FC236}">
                <a16:creationId xmlns:a16="http://schemas.microsoft.com/office/drawing/2014/main" id="{D721A2A0-F9E3-508C-810A-2ACAB4792CD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7" t="19121" r="7765" b="19638"/>
          <a:stretch>
            <a:fillRect/>
          </a:stretch>
        </p:blipFill>
        <p:spPr>
          <a:xfrm>
            <a:off x="2982754" y="5727810"/>
            <a:ext cx="182764" cy="136800"/>
          </a:xfrm>
          <a:prstGeom prst="rect">
            <a:avLst/>
          </a:prstGeom>
        </p:spPr>
      </p:pic>
      <p:pic>
        <p:nvPicPr>
          <p:cNvPr id="11" name="图片 10" descr="图标&#10;&#10;AI 生成的内容可能不正确。">
            <a:extLst>
              <a:ext uri="{FF2B5EF4-FFF2-40B4-BE49-F238E27FC236}">
                <a16:creationId xmlns:a16="http://schemas.microsoft.com/office/drawing/2014/main" id="{01A2917A-0951-2D4F-0CBD-B073D17F906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93" y="5729478"/>
            <a:ext cx="144000" cy="144000"/>
          </a:xfrm>
          <a:prstGeom prst="rect">
            <a:avLst/>
          </a:prstGeom>
        </p:spPr>
      </p:pic>
      <p:pic>
        <p:nvPicPr>
          <p:cNvPr id="12" name="图片 11" descr="图片包含 形状&#10;&#10;AI 生成的内容可能不正确。">
            <a:extLst>
              <a:ext uri="{FF2B5EF4-FFF2-40B4-BE49-F238E27FC236}">
                <a16:creationId xmlns:a16="http://schemas.microsoft.com/office/drawing/2014/main" id="{5FD33F5E-1F44-A6E9-098E-E165ECCE93C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732" y="5740938"/>
            <a:ext cx="126000" cy="126000"/>
          </a:xfrm>
          <a:prstGeom prst="rect">
            <a:avLst/>
          </a:prstGeom>
        </p:spPr>
      </p:pic>
      <p:pic>
        <p:nvPicPr>
          <p:cNvPr id="13" name="图片 12" descr="图标&#10;&#10;AI 生成的内容可能不正确。">
            <a:extLst>
              <a:ext uri="{FF2B5EF4-FFF2-40B4-BE49-F238E27FC236}">
                <a16:creationId xmlns:a16="http://schemas.microsoft.com/office/drawing/2014/main" id="{5EEB8740-896C-1658-B553-0408E98A7FA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161" y="5740801"/>
            <a:ext cx="126000" cy="126000"/>
          </a:xfrm>
          <a:prstGeom prst="rect">
            <a:avLst/>
          </a:prstGeom>
        </p:spPr>
      </p:pic>
      <p:pic>
        <p:nvPicPr>
          <p:cNvPr id="14" name="图片 13" descr="图标&#10;&#10;AI 生成的内容可能不正确。">
            <a:extLst>
              <a:ext uri="{FF2B5EF4-FFF2-40B4-BE49-F238E27FC236}">
                <a16:creationId xmlns:a16="http://schemas.microsoft.com/office/drawing/2014/main" id="{05DB8712-F921-FDA9-2CB8-6CE21AC7C02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257" y="5730986"/>
            <a:ext cx="144000" cy="144000"/>
          </a:xfrm>
          <a:prstGeom prst="rect">
            <a:avLst/>
          </a:prstGeom>
        </p:spPr>
      </p:pic>
      <p:pic>
        <p:nvPicPr>
          <p:cNvPr id="15" name="图片 14" descr="卡通人物&#10;&#10;AI 生成的内容可能不正确。">
            <a:extLst>
              <a:ext uri="{FF2B5EF4-FFF2-40B4-BE49-F238E27FC236}">
                <a16:creationId xmlns:a16="http://schemas.microsoft.com/office/drawing/2014/main" id="{465D599E-C094-1AB0-5EF3-597E83A1BA2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847" y="5722720"/>
            <a:ext cx="151200" cy="151200"/>
          </a:xfrm>
          <a:prstGeom prst="rect">
            <a:avLst/>
          </a:prstGeom>
        </p:spPr>
      </p:pic>
      <p:pic>
        <p:nvPicPr>
          <p:cNvPr id="16" name="图片 15" descr="图片包含 徽标&#10;&#10;AI 生成的内容可能不正确。">
            <a:extLst>
              <a:ext uri="{FF2B5EF4-FFF2-40B4-BE49-F238E27FC236}">
                <a16:creationId xmlns:a16="http://schemas.microsoft.com/office/drawing/2014/main" id="{1F621B87-C7D4-6DA7-8528-888B6581461C}"/>
              </a:ext>
            </a:extLst>
          </p:cNvPr>
          <p:cNvPicPr>
            <a:picLocks noChangeAspect="1"/>
          </p:cNvPicPr>
          <p:nvPr/>
        </p:nvPicPr>
        <p:blipFill>
          <a:blip r:embed="rId2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434" y="5731858"/>
            <a:ext cx="144000" cy="144000"/>
          </a:xfrm>
          <a:prstGeom prst="rect">
            <a:avLst/>
          </a:prstGeom>
        </p:spPr>
      </p:pic>
      <p:pic>
        <p:nvPicPr>
          <p:cNvPr id="17" name="图片 16" descr="图标&#10;&#10;AI 生成的内容可能不正确。">
            <a:extLst>
              <a:ext uri="{FF2B5EF4-FFF2-40B4-BE49-F238E27FC236}">
                <a16:creationId xmlns:a16="http://schemas.microsoft.com/office/drawing/2014/main" id="{BCB94A74-C752-AF6C-4B8C-74E27729571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676" y="5731533"/>
            <a:ext cx="144000" cy="144000"/>
          </a:xfrm>
          <a:prstGeom prst="rect">
            <a:avLst/>
          </a:prstGeom>
        </p:spPr>
      </p:pic>
      <p:pic>
        <p:nvPicPr>
          <p:cNvPr id="18" name="图片 17" descr="图标&#10;&#10;AI 生成的内容可能不正确。">
            <a:extLst>
              <a:ext uri="{FF2B5EF4-FFF2-40B4-BE49-F238E27FC236}">
                <a16:creationId xmlns:a16="http://schemas.microsoft.com/office/drawing/2014/main" id="{C2B12D1B-BFC6-B001-A614-C467082F08B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850" y="5731066"/>
            <a:ext cx="144000" cy="144000"/>
          </a:xfrm>
          <a:prstGeom prst="rect">
            <a:avLst/>
          </a:prstGeom>
        </p:spPr>
      </p:pic>
      <p:pic>
        <p:nvPicPr>
          <p:cNvPr id="19" name="图片 18" descr="图标&#10;&#10;AI 生成的内容可能不正确。">
            <a:extLst>
              <a:ext uri="{FF2B5EF4-FFF2-40B4-BE49-F238E27FC236}">
                <a16:creationId xmlns:a16="http://schemas.microsoft.com/office/drawing/2014/main" id="{17639EC6-1974-961B-BFBC-04769F44F0A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8" t="16407" r="4492" b="16441"/>
          <a:stretch>
            <a:fillRect/>
          </a:stretch>
        </p:blipFill>
        <p:spPr>
          <a:xfrm>
            <a:off x="5878895" y="5739923"/>
            <a:ext cx="170095" cy="126000"/>
          </a:xfrm>
          <a:prstGeom prst="rect">
            <a:avLst/>
          </a:prstGeom>
        </p:spPr>
      </p:pic>
      <p:pic>
        <p:nvPicPr>
          <p:cNvPr id="20" name="Picture 4" descr="United Kingdom flag round icon. UK flag symbol. Official color scheme.  British flag in circle. Circular button, banner. National sign. 32426157 PNG">
            <a:extLst>
              <a:ext uri="{FF2B5EF4-FFF2-40B4-BE49-F238E27FC236}">
                <a16:creationId xmlns:a16="http://schemas.microsoft.com/office/drawing/2014/main" id="{AC7657B7-3726-503C-666E-974B300A2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447" y="6101664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Usa Flag In Circle Images – Browse 36,149 Stock Photos, Vectors, and Video  | Adobe Stock">
            <a:extLst>
              <a:ext uri="{FF2B5EF4-FFF2-40B4-BE49-F238E27FC236}">
                <a16:creationId xmlns:a16="http://schemas.microsoft.com/office/drawing/2014/main" id="{915D7B4B-5EA8-3B5E-F24E-557A23AD05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969" r="1713" b="1517"/>
          <a:stretch>
            <a:fillRect/>
          </a:stretch>
        </p:blipFill>
        <p:spPr bwMode="auto">
          <a:xfrm>
            <a:off x="3010631" y="5920085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United Kingdom flag round icon. UK flag symbol. Official color scheme.  British flag in circle. Circular button, banner. National sign. 32426157 PNG">
            <a:extLst>
              <a:ext uri="{FF2B5EF4-FFF2-40B4-BE49-F238E27FC236}">
                <a16:creationId xmlns:a16="http://schemas.microsoft.com/office/drawing/2014/main" id="{46A0B8CF-59C4-AE71-429D-8802DA15C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181" y="6107378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Usa Flag In Circle Images – Browse 36,149 Stock Photos, Vectors, and Video  | Adobe Stock">
            <a:extLst>
              <a:ext uri="{FF2B5EF4-FFF2-40B4-BE49-F238E27FC236}">
                <a16:creationId xmlns:a16="http://schemas.microsoft.com/office/drawing/2014/main" id="{F6EC87ED-5DD7-C442-FF9B-33581A308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969" r="1713" b="1517"/>
          <a:stretch>
            <a:fillRect/>
          </a:stretch>
        </p:blipFill>
        <p:spPr bwMode="auto">
          <a:xfrm>
            <a:off x="4449887" y="5916572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B6DBE6A-ED35-1AC2-BA06-D7A6A436E3AE}"/>
              </a:ext>
            </a:extLst>
          </p:cNvPr>
          <p:cNvSpPr txBox="1"/>
          <p:nvPr/>
        </p:nvSpPr>
        <p:spPr>
          <a:xfrm>
            <a:off x="645691" y="1089444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F831AFC-2D12-10F2-BFD5-50B449EC1C31}"/>
              </a:ext>
            </a:extLst>
          </p:cNvPr>
          <p:cNvSpPr txBox="1"/>
          <p:nvPr/>
        </p:nvSpPr>
        <p:spPr>
          <a:xfrm>
            <a:off x="645691" y="3313055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4A0FB1-2E7C-6B5B-2C40-E7F20263BBF8}"/>
              </a:ext>
            </a:extLst>
          </p:cNvPr>
          <p:cNvSpPr txBox="1"/>
          <p:nvPr/>
        </p:nvSpPr>
        <p:spPr>
          <a:xfrm>
            <a:off x="3388504" y="3313055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75FC83C-E837-1AD6-3E1A-C12DE36D4468}"/>
              </a:ext>
            </a:extLst>
          </p:cNvPr>
          <p:cNvSpPr txBox="1"/>
          <p:nvPr/>
        </p:nvSpPr>
        <p:spPr>
          <a:xfrm>
            <a:off x="650657" y="4542572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1E339A1-A3F8-652D-E0E4-10AD407BC5E6}"/>
              </a:ext>
            </a:extLst>
          </p:cNvPr>
          <p:cNvSpPr txBox="1"/>
          <p:nvPr/>
        </p:nvSpPr>
        <p:spPr>
          <a:xfrm>
            <a:off x="2485734" y="4542572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66FD436-57A7-FC77-D416-F0C0A0E2320B}"/>
              </a:ext>
            </a:extLst>
          </p:cNvPr>
          <p:cNvSpPr txBox="1"/>
          <p:nvPr/>
        </p:nvSpPr>
        <p:spPr>
          <a:xfrm>
            <a:off x="4319478" y="4542572"/>
            <a:ext cx="2183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1959792-C544-3209-CC71-7A0D3BB7D743}"/>
              </a:ext>
            </a:extLst>
          </p:cNvPr>
          <p:cNvSpPr txBox="1"/>
          <p:nvPr/>
        </p:nvSpPr>
        <p:spPr>
          <a:xfrm>
            <a:off x="650657" y="5527308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7DB60C-02EC-60F9-4B75-39D603116D0A}"/>
              </a:ext>
            </a:extLst>
          </p:cNvPr>
          <p:cNvSpPr txBox="1"/>
          <p:nvPr/>
        </p:nvSpPr>
        <p:spPr>
          <a:xfrm>
            <a:off x="2517200" y="5525060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6526087-0B4E-811F-076C-90FCCB137E16}"/>
              </a:ext>
            </a:extLst>
          </p:cNvPr>
          <p:cNvSpPr txBox="1"/>
          <p:nvPr/>
        </p:nvSpPr>
        <p:spPr>
          <a:xfrm>
            <a:off x="2638435" y="5895272"/>
            <a:ext cx="2872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1st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1C3B2B4-4077-6509-7006-D75B7771B542}"/>
              </a:ext>
            </a:extLst>
          </p:cNvPr>
          <p:cNvSpPr txBox="1"/>
          <p:nvPr/>
        </p:nvSpPr>
        <p:spPr>
          <a:xfrm>
            <a:off x="2627707" y="6078104"/>
            <a:ext cx="31450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8907198-4727-1D02-F127-E1BFFEA60ECF}"/>
              </a:ext>
            </a:extLst>
          </p:cNvPr>
          <p:cNvSpPr txBox="1"/>
          <p:nvPr/>
        </p:nvSpPr>
        <p:spPr>
          <a:xfrm>
            <a:off x="2635697" y="6255832"/>
            <a:ext cx="29687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3rd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图片 34" descr="图标&#10;&#10;AI 生成的内容可能不正确。">
            <a:extLst>
              <a:ext uri="{FF2B5EF4-FFF2-40B4-BE49-F238E27FC236}">
                <a16:creationId xmlns:a16="http://schemas.microsoft.com/office/drawing/2014/main" id="{D423F661-AF98-4AF3-F6FF-AA9A52B869BC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871" y="5732861"/>
            <a:ext cx="144000" cy="144000"/>
          </a:xfrm>
          <a:prstGeom prst="rect">
            <a:avLst/>
          </a:prstGeom>
        </p:spPr>
      </p:pic>
      <p:pic>
        <p:nvPicPr>
          <p:cNvPr id="36" name="Picture 2" descr="1,000+ China Flag Circle Stock Photos, Pictures &amp; Royalty-Free Images -  iStock | Thailand flag">
            <a:extLst>
              <a:ext uri="{FF2B5EF4-FFF2-40B4-BE49-F238E27FC236}">
                <a16:creationId xmlns:a16="http://schemas.microsoft.com/office/drawing/2014/main" id="{EDD3AFE8-C4B9-B0EF-9C26-1FA446852E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7" t="14628" r="14471" b="14414"/>
          <a:stretch>
            <a:fillRect/>
          </a:stretch>
        </p:blipFill>
        <p:spPr bwMode="auto">
          <a:xfrm>
            <a:off x="3008136" y="6101841"/>
            <a:ext cx="126201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>
            <a:extLst>
              <a:ext uri="{FF2B5EF4-FFF2-40B4-BE49-F238E27FC236}">
                <a16:creationId xmlns:a16="http://schemas.microsoft.com/office/drawing/2014/main" id="{BB612D58-1FF2-8EF4-2550-F097EBF66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136" y="6289795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>
            <a:extLst>
              <a:ext uri="{FF2B5EF4-FFF2-40B4-BE49-F238E27FC236}">
                <a16:creationId xmlns:a16="http://schemas.microsoft.com/office/drawing/2014/main" id="{6FB60F1E-0B4B-FD0F-AAF5-89AE2B281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279" y="5917436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Usa Flag In Circle Images – Browse 36,149 Stock Photos, Vectors, and Video  | Adobe Stock">
            <a:extLst>
              <a:ext uri="{FF2B5EF4-FFF2-40B4-BE49-F238E27FC236}">
                <a16:creationId xmlns:a16="http://schemas.microsoft.com/office/drawing/2014/main" id="{D46D66A9-27D2-BFAA-3927-EC5CF79E54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969" r="1713" b="1517"/>
          <a:stretch>
            <a:fillRect/>
          </a:stretch>
        </p:blipFill>
        <p:spPr bwMode="auto">
          <a:xfrm>
            <a:off x="3298963" y="6289618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" descr="Usa Flag In Circle Images – Browse 36,149 Stock Photos, Vectors, and Video  | Adobe Stock">
            <a:extLst>
              <a:ext uri="{FF2B5EF4-FFF2-40B4-BE49-F238E27FC236}">
                <a16:creationId xmlns:a16="http://schemas.microsoft.com/office/drawing/2014/main" id="{E17FF453-9763-1DAF-823A-9604EBD4C3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969" r="1713" b="1517"/>
          <a:stretch>
            <a:fillRect/>
          </a:stretch>
        </p:blipFill>
        <p:spPr bwMode="auto">
          <a:xfrm>
            <a:off x="3589434" y="5920085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" descr="1,000+ Australia Flag Circle Stock Photos, Pictures &amp; Royalty-Free Images -  iStock">
            <a:extLst>
              <a:ext uri="{FF2B5EF4-FFF2-40B4-BE49-F238E27FC236}">
                <a16:creationId xmlns:a16="http://schemas.microsoft.com/office/drawing/2014/main" id="{B6E29321-E9F3-E803-D1E1-07EADBFF8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9" t="21012" r="21205" b="21396"/>
          <a:stretch>
            <a:fillRect/>
          </a:stretch>
        </p:blipFill>
        <p:spPr bwMode="auto">
          <a:xfrm>
            <a:off x="3586485" y="6099210"/>
            <a:ext cx="126158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5F935E3E-C045-D4AB-2A96-BD271A2D39C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585316" y="6290570"/>
            <a:ext cx="126000" cy="126000"/>
          </a:xfrm>
          <a:prstGeom prst="rect">
            <a:avLst/>
          </a:prstGeom>
        </p:spPr>
      </p:pic>
      <p:pic>
        <p:nvPicPr>
          <p:cNvPr id="44" name="Picture 2" descr="1,000+ China Flag Circle Stock Photos, Pictures &amp; Royalty-Free Images -  iStock | Thailand flag">
            <a:extLst>
              <a:ext uri="{FF2B5EF4-FFF2-40B4-BE49-F238E27FC236}">
                <a16:creationId xmlns:a16="http://schemas.microsoft.com/office/drawing/2014/main" id="{550CDD52-9C95-3C01-5AB3-177E10E98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7" t="14628" r="14471" b="14414"/>
          <a:stretch>
            <a:fillRect/>
          </a:stretch>
        </p:blipFill>
        <p:spPr bwMode="auto">
          <a:xfrm>
            <a:off x="3883401" y="5922788"/>
            <a:ext cx="126201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2" descr="Russia flag icon - Country flags">
            <a:extLst>
              <a:ext uri="{FF2B5EF4-FFF2-40B4-BE49-F238E27FC236}">
                <a16:creationId xmlns:a16="http://schemas.microsoft.com/office/drawing/2014/main" id="{F76C3AF9-A9A3-C8FE-39EC-045BA119E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602" y="6107378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4" descr="Germany flag icon - Country flags">
            <a:extLst>
              <a:ext uri="{FF2B5EF4-FFF2-40B4-BE49-F238E27FC236}">
                <a16:creationId xmlns:a16="http://schemas.microsoft.com/office/drawing/2014/main" id="{DBAA00A2-16F2-12EC-EAE6-1471D8FD8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732" y="5924010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 descr="Usa Flag In Circle Images – Browse 36,149 Stock Photos, Vectors, and Video  | Adobe Stock">
            <a:extLst>
              <a:ext uri="{FF2B5EF4-FFF2-40B4-BE49-F238E27FC236}">
                <a16:creationId xmlns:a16="http://schemas.microsoft.com/office/drawing/2014/main" id="{6B939164-E634-DB09-6885-05AE8DCD4E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969" r="1713" b="1517"/>
          <a:stretch>
            <a:fillRect/>
          </a:stretch>
        </p:blipFill>
        <p:spPr bwMode="auto">
          <a:xfrm>
            <a:off x="4164732" y="6105447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6" descr="France flag icon - Country flags">
            <a:extLst>
              <a:ext uri="{FF2B5EF4-FFF2-40B4-BE49-F238E27FC236}">
                <a16:creationId xmlns:a16="http://schemas.microsoft.com/office/drawing/2014/main" id="{B6580A16-C6D1-3C10-1F18-6C178F1BF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4732" y="6286884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1,000+ China Flag Circle Stock Photos, Pictures &amp; Royalty-Free Images -  iStock | Thailand flag">
            <a:extLst>
              <a:ext uri="{FF2B5EF4-FFF2-40B4-BE49-F238E27FC236}">
                <a16:creationId xmlns:a16="http://schemas.microsoft.com/office/drawing/2014/main" id="{ABA82959-8426-4C5C-5F56-9BCE4AD23A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7" t="14628" r="14471" b="14414"/>
          <a:stretch>
            <a:fillRect/>
          </a:stretch>
        </p:blipFill>
        <p:spPr bwMode="auto">
          <a:xfrm>
            <a:off x="4453992" y="6105447"/>
            <a:ext cx="126201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C084D4D6-BC03-0FB4-3C69-36075BA2A816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16187" r="17203"/>
          <a:stretch>
            <a:fillRect/>
          </a:stretch>
        </p:blipFill>
        <p:spPr>
          <a:xfrm>
            <a:off x="4449939" y="6282543"/>
            <a:ext cx="125895" cy="126000"/>
          </a:xfrm>
          <a:prstGeom prst="rect">
            <a:avLst/>
          </a:prstGeom>
        </p:spPr>
      </p:pic>
      <p:pic>
        <p:nvPicPr>
          <p:cNvPr id="51" name="Picture 6" descr="Usa Flag In Circle Images – Browse 36,149 Stock Photos, Vectors, and Video  | Adobe Stock">
            <a:extLst>
              <a:ext uri="{FF2B5EF4-FFF2-40B4-BE49-F238E27FC236}">
                <a16:creationId xmlns:a16="http://schemas.microsoft.com/office/drawing/2014/main" id="{878A8662-DBA3-D537-52F7-0A5D454E2B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969" r="1713" b="1517"/>
          <a:stretch>
            <a:fillRect/>
          </a:stretch>
        </p:blipFill>
        <p:spPr bwMode="auto">
          <a:xfrm>
            <a:off x="4743535" y="5921137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1,000+ China Flag Circle Stock Photos, Pictures &amp; Royalty-Free Images -  iStock | Thailand flag">
            <a:extLst>
              <a:ext uri="{FF2B5EF4-FFF2-40B4-BE49-F238E27FC236}">
                <a16:creationId xmlns:a16="http://schemas.microsoft.com/office/drawing/2014/main" id="{0023883D-D7DC-9B08-C23B-EA4A32034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7" t="14628" r="14471" b="14414"/>
          <a:stretch>
            <a:fillRect/>
          </a:stretch>
        </p:blipFill>
        <p:spPr bwMode="auto">
          <a:xfrm>
            <a:off x="4742821" y="6107378"/>
            <a:ext cx="126201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F9BCC221-AEAF-A5A5-C36C-77C2CBFEF24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16187" r="17203"/>
          <a:stretch>
            <a:fillRect/>
          </a:stretch>
        </p:blipFill>
        <p:spPr>
          <a:xfrm>
            <a:off x="4741912" y="6286884"/>
            <a:ext cx="125895" cy="126000"/>
          </a:xfrm>
          <a:prstGeom prst="rect">
            <a:avLst/>
          </a:prstGeom>
        </p:spPr>
      </p:pic>
      <p:pic>
        <p:nvPicPr>
          <p:cNvPr id="54" name="Picture 16" descr="France flag icon - Country flags">
            <a:extLst>
              <a:ext uri="{FF2B5EF4-FFF2-40B4-BE49-F238E27FC236}">
                <a16:creationId xmlns:a16="http://schemas.microsoft.com/office/drawing/2014/main" id="{B058984D-1E7B-5B41-88C7-14927DA85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161" y="5918685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0" descr="Italy flag icon - Country flags">
            <a:extLst>
              <a:ext uri="{FF2B5EF4-FFF2-40B4-BE49-F238E27FC236}">
                <a16:creationId xmlns:a16="http://schemas.microsoft.com/office/drawing/2014/main" id="{FD371982-33BB-922C-33B9-54660DC4F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650" y="6099769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2" descr="Thailand flag icon - Country flags">
            <a:extLst>
              <a:ext uri="{FF2B5EF4-FFF2-40B4-BE49-F238E27FC236}">
                <a16:creationId xmlns:a16="http://schemas.microsoft.com/office/drawing/2014/main" id="{47BEA136-B4E5-8F57-709C-B60857EFF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885" y="6280853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1,000+ China Flag Circle Stock Photos, Pictures &amp; Royalty-Free Images -  iStock | Thailand flag">
            <a:extLst>
              <a:ext uri="{FF2B5EF4-FFF2-40B4-BE49-F238E27FC236}">
                <a16:creationId xmlns:a16="http://schemas.microsoft.com/office/drawing/2014/main" id="{156C2355-C5F0-E6AB-938D-1D0C25FAD0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7" t="14628" r="14471" b="14414"/>
          <a:stretch>
            <a:fillRect/>
          </a:stretch>
        </p:blipFill>
        <p:spPr bwMode="auto">
          <a:xfrm>
            <a:off x="5327749" y="5923010"/>
            <a:ext cx="126201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6" descr="Usa Flag In Circle Images – Browse 36,149 Stock Photos, Vectors, and Video  | Adobe Stock">
            <a:extLst>
              <a:ext uri="{FF2B5EF4-FFF2-40B4-BE49-F238E27FC236}">
                <a16:creationId xmlns:a16="http://schemas.microsoft.com/office/drawing/2014/main" id="{623CCD93-5D7D-2554-D750-96409CAD17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969" r="1713" b="1517"/>
          <a:stretch>
            <a:fillRect/>
          </a:stretch>
        </p:blipFill>
        <p:spPr bwMode="auto">
          <a:xfrm>
            <a:off x="5326371" y="6099210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6C413A6F-874A-652D-AEE3-DD4E5F1F61DA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16187" r="17203"/>
          <a:stretch>
            <a:fillRect/>
          </a:stretch>
        </p:blipFill>
        <p:spPr>
          <a:xfrm>
            <a:off x="5326423" y="6280853"/>
            <a:ext cx="125895" cy="126000"/>
          </a:xfrm>
          <a:prstGeom prst="rect">
            <a:avLst/>
          </a:prstGeom>
        </p:spPr>
      </p:pic>
      <p:pic>
        <p:nvPicPr>
          <p:cNvPr id="60" name="Picture 6" descr="Usa Flag In Circle Images – Browse 36,149 Stock Photos, Vectors, and Video  | Adobe Stock">
            <a:extLst>
              <a:ext uri="{FF2B5EF4-FFF2-40B4-BE49-F238E27FC236}">
                <a16:creationId xmlns:a16="http://schemas.microsoft.com/office/drawing/2014/main" id="{CAB221FD-EAD1-9D51-20BB-E15B90873D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969" r="1713" b="1517"/>
          <a:stretch>
            <a:fillRect/>
          </a:stretch>
        </p:blipFill>
        <p:spPr bwMode="auto">
          <a:xfrm>
            <a:off x="5603988" y="5922788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4" descr="Germany flag icon - Country flags">
            <a:extLst>
              <a:ext uri="{FF2B5EF4-FFF2-40B4-BE49-F238E27FC236}">
                <a16:creationId xmlns:a16="http://schemas.microsoft.com/office/drawing/2014/main" id="{5B337E8D-FEDE-B979-BF32-A4A74AE38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181" y="6280853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6" descr="Usa Flag In Circle Images – Browse 36,149 Stock Photos, Vectors, and Video  | Adobe Stock">
            <a:extLst>
              <a:ext uri="{FF2B5EF4-FFF2-40B4-BE49-F238E27FC236}">
                <a16:creationId xmlns:a16="http://schemas.microsoft.com/office/drawing/2014/main" id="{72BD0AEA-3E18-5A81-0D3A-B72D98E170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969" r="1713" b="1517"/>
          <a:stretch>
            <a:fillRect/>
          </a:stretch>
        </p:blipFill>
        <p:spPr bwMode="auto">
          <a:xfrm>
            <a:off x="5895884" y="5916572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14" descr="Germany flag icon - Country flags">
            <a:extLst>
              <a:ext uri="{FF2B5EF4-FFF2-40B4-BE49-F238E27FC236}">
                <a16:creationId xmlns:a16="http://schemas.microsoft.com/office/drawing/2014/main" id="{F051F8CB-8AA9-CBC1-0F6D-8ABDC6EBF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884" y="6105652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4" descr="United Kingdom flag round icon. UK flag symbol. Official color scheme.  British flag in circle. Circular button, banner. National sign. 32426157 PNG">
            <a:extLst>
              <a:ext uri="{FF2B5EF4-FFF2-40B4-BE49-F238E27FC236}">
                <a16:creationId xmlns:a16="http://schemas.microsoft.com/office/drawing/2014/main" id="{094C7020-E327-CC4D-96F1-54A652F9E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884" y="6279624"/>
            <a:ext cx="126000" cy="1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72643C18-A047-F7A2-B415-FDD499ECEA62}"/>
              </a:ext>
            </a:extLst>
          </p:cNvPr>
          <p:cNvCxnSpPr/>
          <p:nvPr/>
        </p:nvCxnSpPr>
        <p:spPr>
          <a:xfrm>
            <a:off x="3906313" y="6347105"/>
            <a:ext cx="72000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83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1BFAD-5A01-3FAA-1D0C-B5BCD56D7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7207A43F-A092-1858-E737-67C89FFBD6EC}"/>
              </a:ext>
            </a:extLst>
          </p:cNvPr>
          <p:cNvCxnSpPr>
            <a:cxnSpLocks/>
          </p:cNvCxnSpPr>
          <p:nvPr/>
        </p:nvCxnSpPr>
        <p:spPr>
          <a:xfrm rot="5400000">
            <a:off x="3429000" y="-2155267"/>
            <a:ext cx="0" cy="64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3" name="直接连接符 1102">
            <a:extLst>
              <a:ext uri="{FF2B5EF4-FFF2-40B4-BE49-F238E27FC236}">
                <a16:creationId xmlns:a16="http://schemas.microsoft.com/office/drawing/2014/main" id="{953A4BF9-1742-6500-046E-0FC202EED7EC}"/>
              </a:ext>
            </a:extLst>
          </p:cNvPr>
          <p:cNvCxnSpPr>
            <a:cxnSpLocks/>
          </p:cNvCxnSpPr>
          <p:nvPr/>
        </p:nvCxnSpPr>
        <p:spPr>
          <a:xfrm>
            <a:off x="773394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4" name="直接连接符 1103">
            <a:extLst>
              <a:ext uri="{FF2B5EF4-FFF2-40B4-BE49-F238E27FC236}">
                <a16:creationId xmlns:a16="http://schemas.microsoft.com/office/drawing/2014/main" id="{1E7A4288-7CCC-C0DE-AE81-D8B49598D5D5}"/>
              </a:ext>
            </a:extLst>
          </p:cNvPr>
          <p:cNvCxnSpPr>
            <a:cxnSpLocks/>
          </p:cNvCxnSpPr>
          <p:nvPr/>
        </p:nvCxnSpPr>
        <p:spPr>
          <a:xfrm>
            <a:off x="6081994" y="-356733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10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C4008-411E-86C3-8F07-17622195E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A335728D-4533-AD1F-5DC2-FCA557958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94514"/>
              </p:ext>
            </p:extLst>
          </p:nvPr>
        </p:nvGraphicFramePr>
        <p:xfrm>
          <a:off x="477162" y="541338"/>
          <a:ext cx="6114864" cy="7516310"/>
        </p:xfrm>
        <a:graphic>
          <a:graphicData uri="http://schemas.openxmlformats.org/drawingml/2006/table">
            <a:tbl>
              <a:tblPr/>
              <a:tblGrid>
                <a:gridCol w="873552">
                  <a:extLst>
                    <a:ext uri="{9D8B030D-6E8A-4147-A177-3AD203B41FA5}">
                      <a16:colId xmlns:a16="http://schemas.microsoft.com/office/drawing/2014/main" val="1011202431"/>
                    </a:ext>
                  </a:extLst>
                </a:gridCol>
                <a:gridCol w="873552">
                  <a:extLst>
                    <a:ext uri="{9D8B030D-6E8A-4147-A177-3AD203B41FA5}">
                      <a16:colId xmlns:a16="http://schemas.microsoft.com/office/drawing/2014/main" val="3905899895"/>
                    </a:ext>
                  </a:extLst>
                </a:gridCol>
                <a:gridCol w="873552">
                  <a:extLst>
                    <a:ext uri="{9D8B030D-6E8A-4147-A177-3AD203B41FA5}">
                      <a16:colId xmlns:a16="http://schemas.microsoft.com/office/drawing/2014/main" val="2612763756"/>
                    </a:ext>
                  </a:extLst>
                </a:gridCol>
                <a:gridCol w="873552">
                  <a:extLst>
                    <a:ext uri="{9D8B030D-6E8A-4147-A177-3AD203B41FA5}">
                      <a16:colId xmlns:a16="http://schemas.microsoft.com/office/drawing/2014/main" val="3327343129"/>
                    </a:ext>
                  </a:extLst>
                </a:gridCol>
                <a:gridCol w="873552">
                  <a:extLst>
                    <a:ext uri="{9D8B030D-6E8A-4147-A177-3AD203B41FA5}">
                      <a16:colId xmlns:a16="http://schemas.microsoft.com/office/drawing/2014/main" val="3418736649"/>
                    </a:ext>
                  </a:extLst>
                </a:gridCol>
                <a:gridCol w="873552">
                  <a:extLst>
                    <a:ext uri="{9D8B030D-6E8A-4147-A177-3AD203B41FA5}">
                      <a16:colId xmlns:a16="http://schemas.microsoft.com/office/drawing/2014/main" val="1818332725"/>
                    </a:ext>
                  </a:extLst>
                </a:gridCol>
                <a:gridCol w="873552">
                  <a:extLst>
                    <a:ext uri="{9D8B030D-6E8A-4147-A177-3AD203B41FA5}">
                      <a16:colId xmlns:a16="http://schemas.microsoft.com/office/drawing/2014/main" val="1818404218"/>
                    </a:ext>
                  </a:extLst>
                </a:gridCol>
              </a:tblGrid>
              <a:tr h="211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Technology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Response time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Duration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Scale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Typical size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Key functions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Maturity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977663"/>
                  </a:ext>
                </a:extLst>
              </a:tr>
              <a:tr h="517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Hydropower (reservoir &amp; run-of-river)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Seconds–minutes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Hours–months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Regional–national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10 MW – 10+ GW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Fast ramping, inertia, seasonal balancing, black start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Mature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224611"/>
                  </a:ext>
                </a:extLst>
              </a:tr>
              <a:tr h="517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Clean natural gas (with CCS or H₂ blends)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Minutes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Hours–days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Regional–national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100 MW – 1 GW+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Dispatchable capacity, adequacy, reliability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Mature–transition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938974"/>
                  </a:ext>
                </a:extLst>
              </a:tr>
              <a:tr h="579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Flexible nuclear (incl. SMRs)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Minutes–hours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Days–months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National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50 MW – 1.2 GW (SMRs ~50–300 MW)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Firm low-carbon capacity, load following, cogeneration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Emerging–mature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239384"/>
                  </a:ext>
                </a:extLst>
              </a:tr>
              <a:tr h="517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Biomass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Minutes–hours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Hours–days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Local–regional–national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10 MW – 500 MW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Dispatchable renewable generation, adequacy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Mature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122878"/>
                  </a:ext>
                </a:extLst>
              </a:tr>
              <a:tr h="517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Battery energy storage (BESS)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Milliseconds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Minutes–hours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Domestic–national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kW (household), 1–100+ MW (utility)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Frequency control, peak shaving, fast balancing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Mature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93831"/>
                  </a:ext>
                </a:extLst>
              </a:tr>
              <a:tr h="456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Pumped hydro storage (PHS)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Minutes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6–20 hours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Regional–national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100 MW – 3 GW+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Long-duration storage, peak shifting, adequacy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Mature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813403"/>
                  </a:ext>
                </a:extLst>
              </a:tr>
              <a:tr h="456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Compressed/liquid air storage (CAES/LAES)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Minutes–hours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4–100+ hours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Regional–national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50 MW – 300 MW (CAES); 5–50 MW (LAES demos)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Long-duration storage, backup, adequacy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Demo–early commercial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886310"/>
                  </a:ext>
                </a:extLst>
              </a:tr>
              <a:tr h="517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Grid interconnectors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Seconds–minutes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Continuous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National–international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100 MW – 2 GW per link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Geographic balancing, adequacy, resilience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Mature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075060"/>
                  </a:ext>
                </a:extLst>
              </a:tr>
              <a:tr h="395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Domestic smart appliances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Sub-seconds–minutes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Minutes–hours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Domestic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0.1–5 kW per device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Demand shifting, peak shaving, ancillary services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Emerging–scaling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882964"/>
                  </a:ext>
                </a:extLst>
              </a:tr>
              <a:tr h="456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Industrial &amp; commercial demand response (ICDR)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Seconds–minutes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Minutes–hours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Local–regional–national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100 kW – 100+ MW (aggregated)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Load curtailment, balancing, adequacy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Mature in some regions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55812"/>
                  </a:ext>
                </a:extLst>
              </a:tr>
              <a:tr h="7019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Smart/bidirectional EV charging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Seconds–minutes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Hours–days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Domestic–local–regional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3–22 kW (AC); 50–350 kW (DC fast chargers); aggregated → 100s MW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Vehicle-to-grid, peak shaving, balancing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Emerging–scaling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344350"/>
                  </a:ext>
                </a:extLst>
              </a:tr>
              <a:tr h="640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Power-to-X (hydrogen, fuels, chemicals)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Minutes–hours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Days–months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Regional–national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1 MW – 100+ MW today; GW-scale planned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Sector coupling, long-term storage, decarbonization of hard-to-abate sectors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Demo–early commercial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752935"/>
                  </a:ext>
                </a:extLst>
              </a:tr>
              <a:tr h="517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Gas networks &amp; linepack storage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Minutes–hours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Days–weeks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Regional–national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100s MW – multi-GW equivalent storage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Multi-day storage, sector coupling, adequacy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Mature in NG, emerging in H₂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763152"/>
                  </a:ext>
                </a:extLst>
              </a:tr>
              <a:tr h="456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 b="1"/>
                        <a:t>District heating with TES</a:t>
                      </a:r>
                      <a:endParaRPr lang="en-GB" sz="800"/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Minutes–hours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Hours–days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Local–regional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1–500 MWth (seasonal TES up to GWhth)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Load shifting, sector coupling (heat–electricity)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800"/>
                        <a:t>Mature in Nordics, emerging elsewhere</a:t>
                      </a:r>
                    </a:p>
                  </a:txBody>
                  <a:tcPr marL="22959" marR="22959" marT="11479" marB="114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208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975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8D2C1-2045-083D-DB69-DDC3A457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587CDB6-A4A4-4AB9-6086-E856924AD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639895"/>
              </p:ext>
            </p:extLst>
          </p:nvPr>
        </p:nvGraphicFramePr>
        <p:xfrm>
          <a:off x="203887" y="679622"/>
          <a:ext cx="6450226" cy="87386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01506">
                  <a:extLst>
                    <a:ext uri="{9D8B030D-6E8A-4147-A177-3AD203B41FA5}">
                      <a16:colId xmlns:a16="http://schemas.microsoft.com/office/drawing/2014/main" val="2144410767"/>
                    </a:ext>
                  </a:extLst>
                </a:gridCol>
                <a:gridCol w="793366">
                  <a:extLst>
                    <a:ext uri="{9D8B030D-6E8A-4147-A177-3AD203B41FA5}">
                      <a16:colId xmlns:a16="http://schemas.microsoft.com/office/drawing/2014/main" val="3094202254"/>
                    </a:ext>
                  </a:extLst>
                </a:gridCol>
                <a:gridCol w="715476">
                  <a:extLst>
                    <a:ext uri="{9D8B030D-6E8A-4147-A177-3AD203B41FA5}">
                      <a16:colId xmlns:a16="http://schemas.microsoft.com/office/drawing/2014/main" val="3499942560"/>
                    </a:ext>
                  </a:extLst>
                </a:gridCol>
                <a:gridCol w="979746">
                  <a:extLst>
                    <a:ext uri="{9D8B030D-6E8A-4147-A177-3AD203B41FA5}">
                      <a16:colId xmlns:a16="http://schemas.microsoft.com/office/drawing/2014/main" val="1641667730"/>
                    </a:ext>
                  </a:extLst>
                </a:gridCol>
                <a:gridCol w="847148">
                  <a:extLst>
                    <a:ext uri="{9D8B030D-6E8A-4147-A177-3AD203B41FA5}">
                      <a16:colId xmlns:a16="http://schemas.microsoft.com/office/drawing/2014/main" val="2696483385"/>
                    </a:ext>
                  </a:extLst>
                </a:gridCol>
                <a:gridCol w="807275">
                  <a:extLst>
                    <a:ext uri="{9D8B030D-6E8A-4147-A177-3AD203B41FA5}">
                      <a16:colId xmlns:a16="http://schemas.microsoft.com/office/drawing/2014/main" val="413747070"/>
                    </a:ext>
                  </a:extLst>
                </a:gridCol>
                <a:gridCol w="1005709">
                  <a:extLst>
                    <a:ext uri="{9D8B030D-6E8A-4147-A177-3AD203B41FA5}">
                      <a16:colId xmlns:a16="http://schemas.microsoft.com/office/drawing/2014/main" val="2738759810"/>
                    </a:ext>
                  </a:extLst>
                </a:gridCol>
              </a:tblGrid>
              <a:tr h="631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Technology</a:t>
                      </a: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Power balancing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Load ramping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Congestion management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Frequency response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Voltage regulation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Resilience enhancement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345014"/>
                  </a:ext>
                </a:extLst>
              </a:tr>
              <a:tr h="402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Hydropower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771557"/>
                  </a:ext>
                </a:extLst>
              </a:tr>
              <a:tr h="755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Clean natural gas (with CCS/H₂ blends)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509700"/>
                  </a:ext>
                </a:extLst>
              </a:tr>
              <a:tr h="57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Flexible nuclear (incl. SMRs)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852704"/>
                  </a:ext>
                </a:extLst>
              </a:tr>
              <a:tr h="402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Biomass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695524"/>
                  </a:ext>
                </a:extLst>
              </a:tr>
              <a:tr h="57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Battery energy storage (BESS)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395781"/>
                  </a:ext>
                </a:extLst>
              </a:tr>
              <a:tr h="57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Pumped hydro storage (PHS)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576685"/>
                  </a:ext>
                </a:extLst>
              </a:tr>
              <a:tr h="402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CAES / LAES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819289"/>
                  </a:ext>
                </a:extLst>
              </a:tr>
              <a:tr h="57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Grid interconnectors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425897"/>
                  </a:ext>
                </a:extLst>
              </a:tr>
              <a:tr h="57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Domestic smart appliances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321256"/>
                  </a:ext>
                </a:extLst>
              </a:tr>
              <a:tr h="932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Industrial &amp; commercial demand response (ICDR)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439410"/>
                  </a:ext>
                </a:extLst>
              </a:tr>
              <a:tr h="755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Smart / bidirectional EV charging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070214"/>
                  </a:ext>
                </a:extLst>
              </a:tr>
              <a:tr h="402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Power-to-X (P2X)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–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–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516216"/>
                  </a:ext>
                </a:extLst>
              </a:tr>
              <a:tr h="57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Gas networks &amp; linepack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–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–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920262"/>
                  </a:ext>
                </a:extLst>
              </a:tr>
              <a:tr h="579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District heating with TES</a:t>
                      </a:r>
                      <a:endParaRPr lang="en-GB" sz="105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19948" marR="71969" marT="71969" marB="71969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○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–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–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5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●</a:t>
                      </a:r>
                    </a:p>
                  </a:txBody>
                  <a:tcPr marL="119948" marR="71969" marT="71969" marB="71969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26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56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52499-92B2-BCE6-1817-4FB0BA745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4B6BAABD-A736-387B-8588-0B6FE078F6E3}"/>
              </a:ext>
            </a:extLst>
          </p:cNvPr>
          <p:cNvCxnSpPr>
            <a:cxnSpLocks/>
          </p:cNvCxnSpPr>
          <p:nvPr/>
        </p:nvCxnSpPr>
        <p:spPr>
          <a:xfrm>
            <a:off x="6536749" y="-27602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直接连接符 460">
            <a:extLst>
              <a:ext uri="{FF2B5EF4-FFF2-40B4-BE49-F238E27FC236}">
                <a16:creationId xmlns:a16="http://schemas.microsoft.com/office/drawing/2014/main" id="{B793E36A-8B5D-14BC-1246-C2ED5DC9DA7A}"/>
              </a:ext>
            </a:extLst>
          </p:cNvPr>
          <p:cNvCxnSpPr>
            <a:cxnSpLocks/>
          </p:cNvCxnSpPr>
          <p:nvPr/>
        </p:nvCxnSpPr>
        <p:spPr>
          <a:xfrm>
            <a:off x="290794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直接连接符 490">
            <a:extLst>
              <a:ext uri="{FF2B5EF4-FFF2-40B4-BE49-F238E27FC236}">
                <a16:creationId xmlns:a16="http://schemas.microsoft.com/office/drawing/2014/main" id="{52B397F9-5DB1-D617-DD08-EABF91006B0D}"/>
              </a:ext>
            </a:extLst>
          </p:cNvPr>
          <p:cNvCxnSpPr>
            <a:cxnSpLocks/>
          </p:cNvCxnSpPr>
          <p:nvPr/>
        </p:nvCxnSpPr>
        <p:spPr>
          <a:xfrm>
            <a:off x="6775121" y="-27602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17A08BE3-3F1C-A0D7-FEBD-98A4AEA680E2}"/>
              </a:ext>
            </a:extLst>
          </p:cNvPr>
          <p:cNvCxnSpPr>
            <a:cxnSpLocks/>
          </p:cNvCxnSpPr>
          <p:nvPr/>
        </p:nvCxnSpPr>
        <p:spPr>
          <a:xfrm rot="5400000">
            <a:off x="3458801" y="3879756"/>
            <a:ext cx="0" cy="64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9B912A4-FC9F-5680-28F9-FA8631DF2A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801" y="1145731"/>
          <a:ext cx="5400000" cy="214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13649015" imgH="5428779" progId="Acrobat.Document.DC">
                  <p:embed/>
                </p:oleObj>
              </mc:Choice>
              <mc:Fallback>
                <p:oleObj name="Acrobat Document" r:id="rId2" imgW="13649015" imgH="5428779" progId="Acrobat.Document.DC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9B912A4-FC9F-5680-28F9-FA8631DF2A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8801" y="1145731"/>
                        <a:ext cx="5400000" cy="214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D71F1A4-3BA1-0EBA-BA4E-4CB3AEAD94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200" y="3352975"/>
          <a:ext cx="2664000" cy="1078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6448115" imgH="2609398" progId="Acrobat.Document.DC">
                  <p:embed/>
                </p:oleObj>
              </mc:Choice>
              <mc:Fallback>
                <p:oleObj name="Acrobat Document" r:id="rId4" imgW="6448115" imgH="2609398" progId="Acrobat.Document.DC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D71F1A4-3BA1-0EBA-BA4E-4CB3AEAD9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3200" y="3352975"/>
                        <a:ext cx="2664000" cy="1078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155999D-D617-4802-7CBB-346B40C5E5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4801" y="3352974"/>
          <a:ext cx="2664000" cy="1078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6" imgW="6448115" imgH="2609398" progId="Acrobat.Document.DC">
                  <p:embed/>
                </p:oleObj>
              </mc:Choice>
              <mc:Fallback>
                <p:oleObj name="Acrobat Document" r:id="rId6" imgW="6448115" imgH="2609398" progId="Acrobat.Document.DC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155999D-D617-4802-7CBB-346B40C5E5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94801" y="3352974"/>
                        <a:ext cx="2664000" cy="1078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A22A026-552E-E3D2-69DE-59F28ECA63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07" y="4676980"/>
          <a:ext cx="1800000" cy="82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8" imgW="4047815" imgH="1856963" progId="Acrobat.Document.DC">
                  <p:embed/>
                </p:oleObj>
              </mc:Choice>
              <mc:Fallback>
                <p:oleObj name="Acrobat Document" r:id="rId8" imgW="4047815" imgH="1856963" progId="Acrobat.Document.DC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A22A026-552E-E3D2-69DE-59F28ECA63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2407" y="4676980"/>
                        <a:ext cx="1800000" cy="8258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42F3C9C-00A0-66E9-18DF-6D5120E89C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8801" y="5714096"/>
          <a:ext cx="1800000" cy="803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10" imgW="4076523" imgH="1818784" progId="Acrobat.Document.DC">
                  <p:embed/>
                </p:oleObj>
              </mc:Choice>
              <mc:Fallback>
                <p:oleObj name="Acrobat Document" r:id="rId10" imgW="4076523" imgH="1818784" progId="Acrobat.Document.DC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42F3C9C-00A0-66E9-18DF-6D5120E89C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58801" y="5714096"/>
                        <a:ext cx="1800000" cy="803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15ACEDA-E9FD-2CE2-0E5D-DC05CC0842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3336" y="4671564"/>
          <a:ext cx="1800000" cy="803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12" imgW="4076523" imgH="1818784" progId="Acrobat.Document.DC">
                  <p:embed/>
                </p:oleObj>
              </mc:Choice>
              <mc:Fallback>
                <p:oleObj name="Acrobat Document" r:id="rId12" imgW="4076523" imgH="1818784" progId="Acrobat.Document.DC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15ACEDA-E9FD-2CE2-0E5D-DC05CC0842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73336" y="4671564"/>
                        <a:ext cx="1800000" cy="803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 descr="日历&#10;&#10;AI 生成的内容可能不正确。">
            <a:extLst>
              <a:ext uri="{FF2B5EF4-FFF2-40B4-BE49-F238E27FC236}">
                <a16:creationId xmlns:a16="http://schemas.microsoft.com/office/drawing/2014/main" id="{AF72B230-877A-6CBD-BE6B-8F5C563268C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544" y="7207786"/>
            <a:ext cx="2810821" cy="3409423"/>
          </a:xfrm>
          <a:prstGeom prst="rect">
            <a:avLst/>
          </a:prstGeom>
        </p:spPr>
      </p:pic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AF529E9-1400-0810-FE8F-CBDB6CB8B3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3336" y="5690850"/>
          <a:ext cx="1800000" cy="825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15" imgW="4047815" imgH="1856963" progId="Acrobat.Document.DC">
                  <p:embed/>
                </p:oleObj>
              </mc:Choice>
              <mc:Fallback>
                <p:oleObj name="Acrobat Document" r:id="rId15" imgW="4047815" imgH="1856963" progId="Acrobat.Document.DC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EAF529E9-1400-0810-FE8F-CBDB6CB8B3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73336" y="5690850"/>
                        <a:ext cx="1800000" cy="825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1CA3978-0CEE-7DEE-23E5-590DCE421154}"/>
              </a:ext>
            </a:extLst>
          </p:cNvPr>
          <p:cNvCxnSpPr>
            <a:cxnSpLocks/>
          </p:cNvCxnSpPr>
          <p:nvPr/>
        </p:nvCxnSpPr>
        <p:spPr>
          <a:xfrm rot="5400000">
            <a:off x="3429000" y="-2155267"/>
            <a:ext cx="0" cy="64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图标&#10;&#10;AI 生成的内容可能不正确。">
            <a:extLst>
              <a:ext uri="{FF2B5EF4-FFF2-40B4-BE49-F238E27FC236}">
                <a16:creationId xmlns:a16="http://schemas.microsoft.com/office/drawing/2014/main" id="{B5EC5C84-E3AB-A9FD-D584-61FB4226882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7" t="19121" r="7765" b="19638"/>
          <a:stretch>
            <a:fillRect/>
          </a:stretch>
        </p:blipFill>
        <p:spPr>
          <a:xfrm>
            <a:off x="4878898" y="4671564"/>
            <a:ext cx="180000" cy="134731"/>
          </a:xfrm>
          <a:prstGeom prst="rect">
            <a:avLst/>
          </a:prstGeom>
        </p:spPr>
      </p:pic>
      <p:pic>
        <p:nvPicPr>
          <p:cNvPr id="12" name="图片 11" descr="图标&#10;&#10;AI 生成的内容可能不正确。">
            <a:extLst>
              <a:ext uri="{FF2B5EF4-FFF2-40B4-BE49-F238E27FC236}">
                <a16:creationId xmlns:a16="http://schemas.microsoft.com/office/drawing/2014/main" id="{A4A40125-4519-A9AB-9438-ED29830E7F8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104" y="5608698"/>
            <a:ext cx="180000" cy="180000"/>
          </a:xfrm>
          <a:prstGeom prst="rect">
            <a:avLst/>
          </a:prstGeom>
        </p:spPr>
      </p:pic>
      <p:pic>
        <p:nvPicPr>
          <p:cNvPr id="14" name="图片 13" descr="图片包含 形状&#10;&#10;AI 生成的内容可能不正确。">
            <a:extLst>
              <a:ext uri="{FF2B5EF4-FFF2-40B4-BE49-F238E27FC236}">
                <a16:creationId xmlns:a16="http://schemas.microsoft.com/office/drawing/2014/main" id="{A27DB58D-2E7C-F160-E281-980B9D8C177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104" y="5410894"/>
            <a:ext cx="180000" cy="180000"/>
          </a:xfrm>
          <a:prstGeom prst="rect">
            <a:avLst/>
          </a:prstGeom>
        </p:spPr>
      </p:pic>
      <p:pic>
        <p:nvPicPr>
          <p:cNvPr id="15" name="图片 14" descr="图标&#10;&#10;AI 生成的内容可能不正确。">
            <a:extLst>
              <a:ext uri="{FF2B5EF4-FFF2-40B4-BE49-F238E27FC236}">
                <a16:creationId xmlns:a16="http://schemas.microsoft.com/office/drawing/2014/main" id="{516D2272-051B-596D-1C4D-E4914A46030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898" y="5974323"/>
            <a:ext cx="180000" cy="180000"/>
          </a:xfrm>
          <a:prstGeom prst="rect">
            <a:avLst/>
          </a:prstGeom>
        </p:spPr>
      </p:pic>
      <p:pic>
        <p:nvPicPr>
          <p:cNvPr id="16" name="图片 15" descr="图标&#10;&#10;AI 生成的内容可能不正确。">
            <a:extLst>
              <a:ext uri="{FF2B5EF4-FFF2-40B4-BE49-F238E27FC236}">
                <a16:creationId xmlns:a16="http://schemas.microsoft.com/office/drawing/2014/main" id="{B4A8FA14-E1BB-85E6-80E8-FD20A669BE6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898" y="5204776"/>
            <a:ext cx="180000" cy="180000"/>
          </a:xfrm>
          <a:prstGeom prst="rect">
            <a:avLst/>
          </a:prstGeom>
        </p:spPr>
      </p:pic>
      <p:pic>
        <p:nvPicPr>
          <p:cNvPr id="17" name="图片 16" descr="卡通人物&#10;&#10;AI 生成的内容可能不正确。">
            <a:extLst>
              <a:ext uri="{FF2B5EF4-FFF2-40B4-BE49-F238E27FC236}">
                <a16:creationId xmlns:a16="http://schemas.microsoft.com/office/drawing/2014/main" id="{5C7E526E-7CC3-5AD8-1140-D72BBAECC9C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898" y="4819524"/>
            <a:ext cx="180000" cy="180000"/>
          </a:xfrm>
          <a:prstGeom prst="rect">
            <a:avLst/>
          </a:prstGeom>
        </p:spPr>
      </p:pic>
      <p:pic>
        <p:nvPicPr>
          <p:cNvPr id="18" name="图片 17" descr="图片包含 徽标&#10;&#10;AI 生成的内容可能不正确。">
            <a:extLst>
              <a:ext uri="{FF2B5EF4-FFF2-40B4-BE49-F238E27FC236}">
                <a16:creationId xmlns:a16="http://schemas.microsoft.com/office/drawing/2014/main" id="{70A6CF34-41D5-2444-DDEB-4BB3EE00B7ED}"/>
              </a:ext>
            </a:extLst>
          </p:cNvPr>
          <p:cNvPicPr>
            <a:picLocks noChangeAspect="1"/>
          </p:cNvPicPr>
          <p:nvPr/>
        </p:nvPicPr>
        <p:blipFill>
          <a:blip r:embed="rId2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872" y="5012405"/>
            <a:ext cx="180000" cy="180000"/>
          </a:xfrm>
          <a:prstGeom prst="rect">
            <a:avLst/>
          </a:prstGeom>
        </p:spPr>
      </p:pic>
      <p:pic>
        <p:nvPicPr>
          <p:cNvPr id="19" name="图片 18" descr="图标&#10;&#10;AI 生成的内容可能不正确。">
            <a:extLst>
              <a:ext uri="{FF2B5EF4-FFF2-40B4-BE49-F238E27FC236}">
                <a16:creationId xmlns:a16="http://schemas.microsoft.com/office/drawing/2014/main" id="{1F026DAF-E453-2DCC-90A9-AEC7A296396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898" y="5788698"/>
            <a:ext cx="180000" cy="180000"/>
          </a:xfrm>
          <a:prstGeom prst="rect">
            <a:avLst/>
          </a:prstGeom>
        </p:spPr>
      </p:pic>
      <p:pic>
        <p:nvPicPr>
          <p:cNvPr id="20" name="图片 19" descr="图标&#10;&#10;AI 生成的内容可能不正确。">
            <a:extLst>
              <a:ext uri="{FF2B5EF4-FFF2-40B4-BE49-F238E27FC236}">
                <a16:creationId xmlns:a16="http://schemas.microsoft.com/office/drawing/2014/main" id="{2EEF42F8-6951-D08A-59A0-5BFC606FB0F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898" y="6175539"/>
            <a:ext cx="180000" cy="180000"/>
          </a:xfrm>
          <a:prstGeom prst="rect">
            <a:avLst/>
          </a:prstGeom>
        </p:spPr>
      </p:pic>
      <p:pic>
        <p:nvPicPr>
          <p:cNvPr id="21" name="图片 20" descr="图标&#10;&#10;AI 生成的内容可能不正确。">
            <a:extLst>
              <a:ext uri="{FF2B5EF4-FFF2-40B4-BE49-F238E27FC236}">
                <a16:creationId xmlns:a16="http://schemas.microsoft.com/office/drawing/2014/main" id="{304F6B32-E592-342B-212D-B0251DB0EBB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4887104" y="6374391"/>
            <a:ext cx="180000" cy="120872"/>
          </a:xfrm>
          <a:prstGeom prst="rect">
            <a:avLst/>
          </a:prstGeom>
        </p:spPr>
      </p:pic>
      <p:pic>
        <p:nvPicPr>
          <p:cNvPr id="23" name="图片 22" descr="图示&#10;&#10;AI 生成的内容可能不正确。">
            <a:extLst>
              <a:ext uri="{FF2B5EF4-FFF2-40B4-BE49-F238E27FC236}">
                <a16:creationId xmlns:a16="http://schemas.microsoft.com/office/drawing/2014/main" id="{BDD1D72F-5094-7AD8-25F6-BA7DFC85ACB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104" y="6570623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10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258B-E5F7-96AD-B59D-D65646DF8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2D47B351-3A55-E029-464B-9D1DE7ED70A6}"/>
              </a:ext>
            </a:extLst>
          </p:cNvPr>
          <p:cNvSpPr/>
          <p:nvPr/>
        </p:nvSpPr>
        <p:spPr>
          <a:xfrm>
            <a:off x="828334" y="4410469"/>
            <a:ext cx="5202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6E02F71-7271-894D-D054-A297B1835AF5}"/>
              </a:ext>
            </a:extLst>
          </p:cNvPr>
          <p:cNvSpPr txBox="1"/>
          <p:nvPr/>
        </p:nvSpPr>
        <p:spPr>
          <a:xfrm>
            <a:off x="1811257" y="3728551"/>
            <a:ext cx="53572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Wind farm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B380A04-BA59-1F8B-3179-2D0EC15A6302}"/>
              </a:ext>
            </a:extLst>
          </p:cNvPr>
          <p:cNvSpPr txBox="1"/>
          <p:nvPr/>
        </p:nvSpPr>
        <p:spPr>
          <a:xfrm>
            <a:off x="1127548" y="3797430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C748BAB4-E7E7-2696-98BC-38AB4E0750A9}"/>
              </a:ext>
            </a:extLst>
          </p:cNvPr>
          <p:cNvSpPr/>
          <p:nvPr/>
        </p:nvSpPr>
        <p:spPr>
          <a:xfrm>
            <a:off x="827015" y="6564280"/>
            <a:ext cx="52056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22DF57B8-45F9-1F22-37B6-23E44B6C8AD0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240020" y="4642578"/>
            <a:ext cx="0" cy="97805"/>
          </a:xfrm>
          <a:prstGeom prst="straightConnector1">
            <a:avLst/>
          </a:prstGeom>
          <a:ln w="6350" cap="rnd">
            <a:solidFill>
              <a:schemeClr val="bg1">
                <a:lumMod val="50000"/>
              </a:schemeClr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椭圆 345">
            <a:extLst>
              <a:ext uri="{FF2B5EF4-FFF2-40B4-BE49-F238E27FC236}">
                <a16:creationId xmlns:a16="http://schemas.microsoft.com/office/drawing/2014/main" id="{755181CB-DC13-C616-4C52-DBF01E574A65}"/>
              </a:ext>
            </a:extLst>
          </p:cNvPr>
          <p:cNvSpPr/>
          <p:nvPr/>
        </p:nvSpPr>
        <p:spPr>
          <a:xfrm>
            <a:off x="5839450" y="5277976"/>
            <a:ext cx="0" cy="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47FE5762-BD0D-D6BE-029C-EA18E0B914D3}"/>
              </a:ext>
            </a:extLst>
          </p:cNvPr>
          <p:cNvGrpSpPr/>
          <p:nvPr/>
        </p:nvGrpSpPr>
        <p:grpSpPr>
          <a:xfrm>
            <a:off x="827015" y="4148775"/>
            <a:ext cx="5207158" cy="360000"/>
            <a:chOff x="2128011" y="9358507"/>
            <a:chExt cx="7521451" cy="540000"/>
          </a:xfrm>
        </p:grpSpPr>
        <p:pic>
          <p:nvPicPr>
            <p:cNvPr id="7" name="图片 6" descr="矩形&#10;&#10;AI 生成的内容可能不正确。">
              <a:extLst>
                <a:ext uri="{FF2B5EF4-FFF2-40B4-BE49-F238E27FC236}">
                  <a16:creationId xmlns:a16="http://schemas.microsoft.com/office/drawing/2014/main" id="{2912C878-9AFE-452F-5F2E-52B5F2A89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8011" y="9358507"/>
              <a:ext cx="540000" cy="540000"/>
            </a:xfrm>
            <a:prstGeom prst="rect">
              <a:avLst/>
            </a:prstGeom>
          </p:spPr>
        </p:pic>
        <p:pic>
          <p:nvPicPr>
            <p:cNvPr id="14" name="图片 13" descr="矩形&#10;&#10;AI 生成的内容可能不正确。">
              <a:extLst>
                <a:ext uri="{FF2B5EF4-FFF2-40B4-BE49-F238E27FC236}">
                  <a16:creationId xmlns:a16="http://schemas.microsoft.com/office/drawing/2014/main" id="{B75805A4-08D7-A513-0664-69B2BD925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2504" y="9358507"/>
              <a:ext cx="540000" cy="540000"/>
            </a:xfrm>
            <a:prstGeom prst="rect">
              <a:avLst/>
            </a:prstGeom>
          </p:spPr>
        </p:pic>
        <p:pic>
          <p:nvPicPr>
            <p:cNvPr id="15" name="图片 14" descr="矩形&#10;&#10;AI 生成的内容可能不正确。">
              <a:extLst>
                <a:ext uri="{FF2B5EF4-FFF2-40B4-BE49-F238E27FC236}">
                  <a16:creationId xmlns:a16="http://schemas.microsoft.com/office/drawing/2014/main" id="{13218F3F-212D-F881-52D5-47700E646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504" y="9358507"/>
              <a:ext cx="540000" cy="540000"/>
            </a:xfrm>
            <a:prstGeom prst="rect">
              <a:avLst/>
            </a:prstGeom>
          </p:spPr>
        </p:pic>
        <p:pic>
          <p:nvPicPr>
            <p:cNvPr id="16" name="图片 15" descr="矩形&#10;&#10;AI 生成的内容可能不正确。">
              <a:extLst>
                <a:ext uri="{FF2B5EF4-FFF2-40B4-BE49-F238E27FC236}">
                  <a16:creationId xmlns:a16="http://schemas.microsoft.com/office/drawing/2014/main" id="{7B43BB3F-26CD-12D9-29D4-1C08FED46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6997" y="9358507"/>
              <a:ext cx="540000" cy="540000"/>
            </a:xfrm>
            <a:prstGeom prst="rect">
              <a:avLst/>
            </a:prstGeom>
          </p:spPr>
        </p:pic>
        <p:pic>
          <p:nvPicPr>
            <p:cNvPr id="17" name="图片 16" descr="矩形&#10;&#10;AI 生成的内容可能不正确。">
              <a:extLst>
                <a:ext uri="{FF2B5EF4-FFF2-40B4-BE49-F238E27FC236}">
                  <a16:creationId xmlns:a16="http://schemas.microsoft.com/office/drawing/2014/main" id="{F13B302C-EC56-503B-74E8-1A3DD818B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6997" y="9358507"/>
              <a:ext cx="540000" cy="540000"/>
            </a:xfrm>
            <a:prstGeom prst="rect">
              <a:avLst/>
            </a:prstGeom>
          </p:spPr>
        </p:pic>
        <p:pic>
          <p:nvPicPr>
            <p:cNvPr id="18" name="图片 17" descr="矩形&#10;&#10;AI 生成的内容可能不正确。">
              <a:extLst>
                <a:ext uri="{FF2B5EF4-FFF2-40B4-BE49-F238E27FC236}">
                  <a16:creationId xmlns:a16="http://schemas.microsoft.com/office/drawing/2014/main" id="{540E04BB-25DD-66A7-DB96-CB1B639EC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1490" y="9358507"/>
              <a:ext cx="540000" cy="540000"/>
            </a:xfrm>
            <a:prstGeom prst="rect">
              <a:avLst/>
            </a:prstGeom>
          </p:spPr>
        </p:pic>
        <p:pic>
          <p:nvPicPr>
            <p:cNvPr id="19" name="图片 18" descr="矩形&#10;&#10;AI 生成的内容可能不正确。">
              <a:extLst>
                <a:ext uri="{FF2B5EF4-FFF2-40B4-BE49-F238E27FC236}">
                  <a16:creationId xmlns:a16="http://schemas.microsoft.com/office/drawing/2014/main" id="{EE7F18B3-3497-5B13-89FB-CC78D18E8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1490" y="9358507"/>
              <a:ext cx="540000" cy="540000"/>
            </a:xfrm>
            <a:prstGeom prst="rect">
              <a:avLst/>
            </a:prstGeom>
          </p:spPr>
        </p:pic>
        <p:pic>
          <p:nvPicPr>
            <p:cNvPr id="20" name="图片 19" descr="矩形&#10;&#10;AI 生成的内容可能不正确。">
              <a:extLst>
                <a:ext uri="{FF2B5EF4-FFF2-40B4-BE49-F238E27FC236}">
                  <a16:creationId xmlns:a16="http://schemas.microsoft.com/office/drawing/2014/main" id="{9A4E8FEE-AD08-46F8-6F5E-0B795A3CD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5983" y="9358507"/>
              <a:ext cx="540000" cy="540000"/>
            </a:xfrm>
            <a:prstGeom prst="rect">
              <a:avLst/>
            </a:prstGeom>
          </p:spPr>
        </p:pic>
        <p:pic>
          <p:nvPicPr>
            <p:cNvPr id="21" name="图片 20" descr="矩形&#10;&#10;AI 生成的内容可能不正确。">
              <a:extLst>
                <a:ext uri="{FF2B5EF4-FFF2-40B4-BE49-F238E27FC236}">
                  <a16:creationId xmlns:a16="http://schemas.microsoft.com/office/drawing/2014/main" id="{28227AE5-A03D-A537-7CE9-51C691262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5983" y="9358507"/>
              <a:ext cx="540000" cy="540000"/>
            </a:xfrm>
            <a:prstGeom prst="rect">
              <a:avLst/>
            </a:prstGeom>
          </p:spPr>
        </p:pic>
        <p:pic>
          <p:nvPicPr>
            <p:cNvPr id="22" name="图片 21" descr="矩形&#10;&#10;AI 生成的内容可能不正确。">
              <a:extLst>
                <a:ext uri="{FF2B5EF4-FFF2-40B4-BE49-F238E27FC236}">
                  <a16:creationId xmlns:a16="http://schemas.microsoft.com/office/drawing/2014/main" id="{9F91B3BE-78C7-9F51-D54E-456956D25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0476" y="9358507"/>
              <a:ext cx="540000" cy="540000"/>
            </a:xfrm>
            <a:prstGeom prst="rect">
              <a:avLst/>
            </a:prstGeom>
          </p:spPr>
        </p:pic>
        <p:pic>
          <p:nvPicPr>
            <p:cNvPr id="23" name="图片 22" descr="矩形&#10;&#10;AI 生成的内容可能不正确。">
              <a:extLst>
                <a:ext uri="{FF2B5EF4-FFF2-40B4-BE49-F238E27FC236}">
                  <a16:creationId xmlns:a16="http://schemas.microsoft.com/office/drawing/2014/main" id="{605B6E31-D7B0-5E3B-FB00-CE39A0E1C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0476" y="9358507"/>
              <a:ext cx="540000" cy="540000"/>
            </a:xfrm>
            <a:prstGeom prst="rect">
              <a:avLst/>
            </a:prstGeom>
          </p:spPr>
        </p:pic>
        <p:pic>
          <p:nvPicPr>
            <p:cNvPr id="24" name="图片 23" descr="矩形&#10;&#10;AI 生成的内容可能不正确。">
              <a:extLst>
                <a:ext uri="{FF2B5EF4-FFF2-40B4-BE49-F238E27FC236}">
                  <a16:creationId xmlns:a16="http://schemas.microsoft.com/office/drawing/2014/main" id="{CA5656C8-7B7F-5A5C-C794-5971D2F98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4969" y="9358507"/>
              <a:ext cx="540000" cy="540000"/>
            </a:xfrm>
            <a:prstGeom prst="rect">
              <a:avLst/>
            </a:prstGeom>
          </p:spPr>
        </p:pic>
        <p:pic>
          <p:nvPicPr>
            <p:cNvPr id="25" name="图片 24" descr="矩形&#10;&#10;AI 生成的内容可能不正确。">
              <a:extLst>
                <a:ext uri="{FF2B5EF4-FFF2-40B4-BE49-F238E27FC236}">
                  <a16:creationId xmlns:a16="http://schemas.microsoft.com/office/drawing/2014/main" id="{42CC097C-44D4-C0BC-7FA6-C2A9B7A51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4969" y="9358507"/>
              <a:ext cx="540000" cy="540000"/>
            </a:xfrm>
            <a:prstGeom prst="rect">
              <a:avLst/>
            </a:prstGeom>
          </p:spPr>
        </p:pic>
        <p:pic>
          <p:nvPicPr>
            <p:cNvPr id="27" name="图片 26" descr="矩形&#10;&#10;AI 生成的内容可能不正确。">
              <a:extLst>
                <a:ext uri="{FF2B5EF4-FFF2-40B4-BE49-F238E27FC236}">
                  <a16:creationId xmlns:a16="http://schemas.microsoft.com/office/drawing/2014/main" id="{797EA08E-8281-E83A-1245-D376D0A79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9462" y="9358507"/>
              <a:ext cx="540000" cy="540000"/>
            </a:xfrm>
            <a:prstGeom prst="rect">
              <a:avLst/>
            </a:prstGeom>
          </p:spPr>
        </p:pic>
      </p:grpSp>
      <p:pic>
        <p:nvPicPr>
          <p:cNvPr id="37" name="图片 36" descr="文本&#10;&#10;AI 生成的内容可能不正确。">
            <a:extLst>
              <a:ext uri="{FF2B5EF4-FFF2-40B4-BE49-F238E27FC236}">
                <a16:creationId xmlns:a16="http://schemas.microsoft.com/office/drawing/2014/main" id="{9EDDACC3-4372-A8EA-8F4F-5CA3591321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33" y="3942928"/>
            <a:ext cx="360000" cy="360000"/>
          </a:xfrm>
          <a:prstGeom prst="rect">
            <a:avLst/>
          </a:prstGeom>
        </p:spPr>
      </p:pic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6648B23-73F1-2A9A-518A-F28ED7650609}"/>
              </a:ext>
            </a:extLst>
          </p:cNvPr>
          <p:cNvCxnSpPr>
            <a:cxnSpLocks/>
            <a:stCxn id="37" idx="1"/>
            <a:endCxn id="162" idx="1"/>
          </p:cNvCxnSpPr>
          <p:nvPr/>
        </p:nvCxnSpPr>
        <p:spPr>
          <a:xfrm rot="10800000" flipH="1" flipV="1">
            <a:off x="1103432" y="4122927"/>
            <a:ext cx="74905" cy="2691445"/>
          </a:xfrm>
          <a:prstGeom prst="bentConnector3">
            <a:avLst>
              <a:gd name="adj1" fmla="val -305187"/>
            </a:avLst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图片 44" descr="图标&#10;&#10;AI 生成的内容可能不正确。">
            <a:extLst>
              <a:ext uri="{FF2B5EF4-FFF2-40B4-BE49-F238E27FC236}">
                <a16:creationId xmlns:a16="http://schemas.microsoft.com/office/drawing/2014/main" id="{750C4575-43F2-176C-6BAF-0CFA6B55A7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124" y="4696605"/>
            <a:ext cx="360000" cy="360000"/>
          </a:xfrm>
          <a:prstGeom prst="rect">
            <a:avLst/>
          </a:prstGeom>
        </p:spPr>
      </p:pic>
      <p:pic>
        <p:nvPicPr>
          <p:cNvPr id="47" name="图片 46" descr="黑暗的风车&#10;&#10;AI 生成的内容可能不正确。">
            <a:extLst>
              <a:ext uri="{FF2B5EF4-FFF2-40B4-BE49-F238E27FC236}">
                <a16:creationId xmlns:a16="http://schemas.microsoft.com/office/drawing/2014/main" id="{DB6F93C6-8ADE-B65A-501F-9FF9DD1B8E6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1683705" y="3848901"/>
            <a:ext cx="432000" cy="452219"/>
          </a:xfrm>
          <a:prstGeom prst="rect">
            <a:avLst/>
          </a:prstGeom>
        </p:spPr>
      </p:pic>
      <p:pic>
        <p:nvPicPr>
          <p:cNvPr id="58" name="图片 57" descr="图标&#10;&#10;AI 生成的内容可能不正确。">
            <a:extLst>
              <a:ext uri="{FF2B5EF4-FFF2-40B4-BE49-F238E27FC236}">
                <a16:creationId xmlns:a16="http://schemas.microsoft.com/office/drawing/2014/main" id="{06F236BC-CD36-0E00-05F9-A412442E39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617" b="91602" l="9961" r="89844">
                        <a14:foregroundMark x1="35547" y1="91602" x2="79688" y2="91016"/>
                        <a14:foregroundMark x1="34375" y1="8203" x2="41992" y2="76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587391" y="4377198"/>
            <a:ext cx="448615" cy="448615"/>
          </a:xfrm>
          <a:prstGeom prst="rect">
            <a:avLst/>
          </a:prstGeom>
        </p:spPr>
      </p:pic>
      <p:pic>
        <p:nvPicPr>
          <p:cNvPr id="62" name="图片 61" descr="建筑的设计&#10;&#10;AI 生成的内容可能不正确。">
            <a:extLst>
              <a:ext uri="{FF2B5EF4-FFF2-40B4-BE49-F238E27FC236}">
                <a16:creationId xmlns:a16="http://schemas.microsoft.com/office/drawing/2014/main" id="{483366C3-5F3E-06BC-DC2F-EFBC4CA196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80" y="5234285"/>
            <a:ext cx="360000" cy="360000"/>
          </a:xfrm>
          <a:prstGeom prst="rect">
            <a:avLst/>
          </a:prstGeom>
        </p:spPr>
      </p:pic>
      <p:pic>
        <p:nvPicPr>
          <p:cNvPr id="67" name="图片 66" descr="图标&#10;&#10;AI 生成的内容可能不正确。">
            <a:extLst>
              <a:ext uri="{FF2B5EF4-FFF2-40B4-BE49-F238E27FC236}">
                <a16:creationId xmlns:a16="http://schemas.microsoft.com/office/drawing/2014/main" id="{CC2C4D80-2FD1-B21A-838D-D219348D0F5F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913" y="5272430"/>
            <a:ext cx="288000" cy="288000"/>
          </a:xfrm>
          <a:prstGeom prst="rect">
            <a:avLst/>
          </a:prstGeom>
        </p:spPr>
      </p:pic>
      <p:pic>
        <p:nvPicPr>
          <p:cNvPr id="77" name="图片 76" descr="图标&#10;&#10;AI 生成的内容可能不正确。">
            <a:extLst>
              <a:ext uri="{FF2B5EF4-FFF2-40B4-BE49-F238E27FC236}">
                <a16:creationId xmlns:a16="http://schemas.microsoft.com/office/drawing/2014/main" id="{1542E828-5134-65F9-2559-E956E5E645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7" t="19121" r="7765" b="19638"/>
          <a:stretch>
            <a:fillRect/>
          </a:stretch>
        </p:blipFill>
        <p:spPr>
          <a:xfrm>
            <a:off x="3575187" y="4495331"/>
            <a:ext cx="448615" cy="335789"/>
          </a:xfrm>
          <a:prstGeom prst="rect">
            <a:avLst/>
          </a:prstGeom>
        </p:spPr>
      </p:pic>
      <p:pic>
        <p:nvPicPr>
          <p:cNvPr id="79" name="图片 78" descr="图标&#10;&#10;AI 生成的内容可能不正确。">
            <a:extLst>
              <a:ext uri="{FF2B5EF4-FFF2-40B4-BE49-F238E27FC236}">
                <a16:creationId xmlns:a16="http://schemas.microsoft.com/office/drawing/2014/main" id="{FB408606-A6A6-707D-0249-8A76E869A15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98" y="5616082"/>
            <a:ext cx="180000" cy="180000"/>
          </a:xfrm>
          <a:prstGeom prst="rect">
            <a:avLst/>
          </a:prstGeom>
        </p:spPr>
      </p:pic>
      <p:pic>
        <p:nvPicPr>
          <p:cNvPr id="101" name="图片 100" descr="图标&#10;&#10;AI 生成的内容可能不正确。">
            <a:extLst>
              <a:ext uri="{FF2B5EF4-FFF2-40B4-BE49-F238E27FC236}">
                <a16:creationId xmlns:a16="http://schemas.microsoft.com/office/drawing/2014/main" id="{A23FA588-FC1F-6872-5D06-73CE861DB0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28" y="6002211"/>
            <a:ext cx="252000" cy="252000"/>
          </a:xfrm>
          <a:prstGeom prst="rect">
            <a:avLst/>
          </a:prstGeom>
        </p:spPr>
      </p:pic>
      <p:pic>
        <p:nvPicPr>
          <p:cNvPr id="104" name="图片 103" descr="图标&#10;&#10;AI 生成的内容可能不正确。">
            <a:extLst>
              <a:ext uri="{FF2B5EF4-FFF2-40B4-BE49-F238E27FC236}">
                <a16:creationId xmlns:a16="http://schemas.microsoft.com/office/drawing/2014/main" id="{21AD55E9-A446-2191-D6B1-502F1C9A904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750" y="6302388"/>
            <a:ext cx="216000" cy="216000"/>
          </a:xfrm>
          <a:prstGeom prst="rect">
            <a:avLst/>
          </a:prstGeom>
        </p:spPr>
      </p:pic>
      <p:pic>
        <p:nvPicPr>
          <p:cNvPr id="108" name="图片 107" descr="图标&#10;&#10;AI 生成的内容可能不正确。">
            <a:extLst>
              <a:ext uri="{FF2B5EF4-FFF2-40B4-BE49-F238E27FC236}">
                <a16:creationId xmlns:a16="http://schemas.microsoft.com/office/drawing/2014/main" id="{78D9356A-630F-309C-FE4F-1665EDCFA92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110" y="5985263"/>
            <a:ext cx="288000" cy="288000"/>
          </a:xfrm>
          <a:prstGeom prst="rect">
            <a:avLst/>
          </a:prstGeom>
        </p:spPr>
      </p:pic>
      <p:pic>
        <p:nvPicPr>
          <p:cNvPr id="129" name="图片 128" descr="徽标&#10;&#10;AI 生成的内容可能不正确。">
            <a:extLst>
              <a:ext uri="{FF2B5EF4-FFF2-40B4-BE49-F238E27FC236}">
                <a16:creationId xmlns:a16="http://schemas.microsoft.com/office/drawing/2014/main" id="{0B8A5DFD-61C8-3D2E-5AAC-A0283BCB2B3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56" y="5984192"/>
            <a:ext cx="288000" cy="288000"/>
          </a:xfrm>
          <a:prstGeom prst="rect">
            <a:avLst/>
          </a:prstGeom>
        </p:spPr>
      </p:pic>
      <p:pic>
        <p:nvPicPr>
          <p:cNvPr id="138" name="图片 137" descr="图标&#10;&#10;AI 生成的内容可能不正确。">
            <a:extLst>
              <a:ext uri="{FF2B5EF4-FFF2-40B4-BE49-F238E27FC236}">
                <a16:creationId xmlns:a16="http://schemas.microsoft.com/office/drawing/2014/main" id="{D30237AB-1D24-F3AF-2D86-5F8E82C307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941" y="5598412"/>
            <a:ext cx="216000" cy="216000"/>
          </a:xfrm>
          <a:prstGeom prst="rect">
            <a:avLst/>
          </a:prstGeom>
        </p:spPr>
      </p:pic>
      <p:pic>
        <p:nvPicPr>
          <p:cNvPr id="141" name="图片 140" descr="图标&#10;&#10;AI 生成的内容可能不正确。">
            <a:extLst>
              <a:ext uri="{FF2B5EF4-FFF2-40B4-BE49-F238E27FC236}">
                <a16:creationId xmlns:a16="http://schemas.microsoft.com/office/drawing/2014/main" id="{C6AD3DAF-60B6-ED11-0CC9-12B3B85B369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352" y="4502644"/>
            <a:ext cx="324000" cy="324000"/>
          </a:xfrm>
          <a:prstGeom prst="rect">
            <a:avLst/>
          </a:prstGeom>
        </p:spPr>
      </p:pic>
      <p:sp>
        <p:nvSpPr>
          <p:cNvPr id="156" name="圆柱体 155">
            <a:extLst>
              <a:ext uri="{FF2B5EF4-FFF2-40B4-BE49-F238E27FC236}">
                <a16:creationId xmlns:a16="http://schemas.microsoft.com/office/drawing/2014/main" id="{2B9CB80E-F097-0713-588B-2AC73D557126}"/>
              </a:ext>
            </a:extLst>
          </p:cNvPr>
          <p:cNvSpPr/>
          <p:nvPr/>
        </p:nvSpPr>
        <p:spPr>
          <a:xfrm rot="16200000">
            <a:off x="3387458" y="4636664"/>
            <a:ext cx="36000" cy="4356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41A55C0B-1EF8-50FF-0422-B0AA6D048918}"/>
              </a:ext>
            </a:extLst>
          </p:cNvPr>
          <p:cNvSpPr txBox="1"/>
          <p:nvPr/>
        </p:nvSpPr>
        <p:spPr>
          <a:xfrm>
            <a:off x="2327432" y="6596022"/>
            <a:ext cx="61747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 network</a:t>
            </a:r>
            <a:endParaRPr lang="en-GB" sz="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圆柱体 157">
            <a:extLst>
              <a:ext uri="{FF2B5EF4-FFF2-40B4-BE49-F238E27FC236}">
                <a16:creationId xmlns:a16="http://schemas.microsoft.com/office/drawing/2014/main" id="{99463175-70A8-6668-2EBC-AC7F89CA3903}"/>
              </a:ext>
            </a:extLst>
          </p:cNvPr>
          <p:cNvSpPr/>
          <p:nvPr/>
        </p:nvSpPr>
        <p:spPr>
          <a:xfrm>
            <a:off x="1197457" y="6571029"/>
            <a:ext cx="36000" cy="252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1464E57F-C109-88C7-C54F-7A672DF22C43}"/>
              </a:ext>
            </a:extLst>
          </p:cNvPr>
          <p:cNvSpPr/>
          <p:nvPr/>
        </p:nvSpPr>
        <p:spPr>
          <a:xfrm>
            <a:off x="1178338" y="6778373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176" name="直接箭头连接符 101">
            <a:extLst>
              <a:ext uri="{FF2B5EF4-FFF2-40B4-BE49-F238E27FC236}">
                <a16:creationId xmlns:a16="http://schemas.microsoft.com/office/drawing/2014/main" id="{8333AD7C-37DE-E921-72E8-461FC3ECE753}"/>
              </a:ext>
            </a:extLst>
          </p:cNvPr>
          <p:cNvCxnSpPr>
            <a:cxnSpLocks/>
          </p:cNvCxnSpPr>
          <p:nvPr/>
        </p:nvCxnSpPr>
        <p:spPr>
          <a:xfrm>
            <a:off x="871097" y="4876605"/>
            <a:ext cx="205027" cy="0"/>
          </a:xfrm>
          <a:prstGeom prst="straightConnector1">
            <a:avLst/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16">
            <a:extLst>
              <a:ext uri="{FF2B5EF4-FFF2-40B4-BE49-F238E27FC236}">
                <a16:creationId xmlns:a16="http://schemas.microsoft.com/office/drawing/2014/main" id="{309A346D-3FB6-C5BD-322D-5A4494275F90}"/>
              </a:ext>
            </a:extLst>
          </p:cNvPr>
          <p:cNvCxnSpPr>
            <a:cxnSpLocks/>
            <a:stCxn id="141" idx="1"/>
            <a:endCxn id="77" idx="3"/>
          </p:cNvCxnSpPr>
          <p:nvPr/>
        </p:nvCxnSpPr>
        <p:spPr>
          <a:xfrm flipH="1" flipV="1">
            <a:off x="4023802" y="4663226"/>
            <a:ext cx="279550" cy="1418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FD444B8C-266E-4EA3-16CE-49AB44976A18}"/>
              </a:ext>
            </a:extLst>
          </p:cNvPr>
          <p:cNvCxnSpPr>
            <a:cxnSpLocks/>
            <a:stCxn id="5" idx="3"/>
            <a:endCxn id="62" idx="1"/>
          </p:cNvCxnSpPr>
          <p:nvPr/>
        </p:nvCxnSpPr>
        <p:spPr>
          <a:xfrm>
            <a:off x="1436124" y="5414285"/>
            <a:ext cx="1430256" cy="0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0" name="图片 229" descr="图标&#10;&#10;AI 生成的内容可能不正确。">
            <a:extLst>
              <a:ext uri="{FF2B5EF4-FFF2-40B4-BE49-F238E27FC236}">
                <a16:creationId xmlns:a16="http://schemas.microsoft.com/office/drawing/2014/main" id="{92EA9D6C-73E4-130F-1EA9-1BDF7A642A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759" y="5616082"/>
            <a:ext cx="180000" cy="180000"/>
          </a:xfrm>
          <a:prstGeom prst="rect">
            <a:avLst/>
          </a:prstGeom>
        </p:spPr>
      </p:pic>
      <p:sp>
        <p:nvSpPr>
          <p:cNvPr id="251" name="文本框 250">
            <a:extLst>
              <a:ext uri="{FF2B5EF4-FFF2-40B4-BE49-F238E27FC236}">
                <a16:creationId xmlns:a16="http://schemas.microsoft.com/office/drawing/2014/main" id="{FCA0E0F2-C5C1-C088-280B-96066E8C5E74}"/>
              </a:ext>
            </a:extLst>
          </p:cNvPr>
          <p:cNvSpPr txBox="1"/>
          <p:nvPr/>
        </p:nvSpPr>
        <p:spPr>
          <a:xfrm>
            <a:off x="2984745" y="5560111"/>
            <a:ext cx="6960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network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695CF150-99F3-FBA4-C41D-A8CD0CAEE98E}"/>
              </a:ext>
            </a:extLst>
          </p:cNvPr>
          <p:cNvCxnSpPr>
            <a:cxnSpLocks/>
            <a:stCxn id="62" idx="3"/>
            <a:endCxn id="67" idx="1"/>
          </p:cNvCxnSpPr>
          <p:nvPr/>
        </p:nvCxnSpPr>
        <p:spPr>
          <a:xfrm>
            <a:off x="3226380" y="5414285"/>
            <a:ext cx="206533" cy="2145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文本框 286">
            <a:extLst>
              <a:ext uri="{FF2B5EF4-FFF2-40B4-BE49-F238E27FC236}">
                <a16:creationId xmlns:a16="http://schemas.microsoft.com/office/drawing/2014/main" id="{44127FE0-7BC2-9716-F0A0-8C1F5184C066}"/>
              </a:ext>
            </a:extLst>
          </p:cNvPr>
          <p:cNvSpPr txBox="1"/>
          <p:nvPr/>
        </p:nvSpPr>
        <p:spPr>
          <a:xfrm>
            <a:off x="2752561" y="6035859"/>
            <a:ext cx="59432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endParaRPr lang="en-GB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4E2ED9B-A129-0578-2899-6662AF0811F6}"/>
              </a:ext>
            </a:extLst>
          </p:cNvPr>
          <p:cNvCxnSpPr>
            <a:cxnSpLocks/>
            <a:stCxn id="45" idx="3"/>
            <a:endCxn id="10" idx="3"/>
          </p:cNvCxnSpPr>
          <p:nvPr/>
        </p:nvCxnSpPr>
        <p:spPr>
          <a:xfrm flipH="1">
            <a:off x="1434367" y="4876605"/>
            <a:ext cx="1757" cy="1093657"/>
          </a:xfrm>
          <a:prstGeom prst="bentConnector3">
            <a:avLst>
              <a:gd name="adj1" fmla="val -13010814"/>
            </a:avLst>
          </a:prstGeom>
          <a:ln w="6350" cap="rnd">
            <a:solidFill>
              <a:schemeClr val="accent1"/>
            </a:solidFill>
            <a:bevel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图片 56" descr="图标&#10;&#10;AI 生成的内容可能不正确。">
            <a:extLst>
              <a:ext uri="{FF2B5EF4-FFF2-40B4-BE49-F238E27FC236}">
                <a16:creationId xmlns:a16="http://schemas.microsoft.com/office/drawing/2014/main" id="{48EE7E33-BE5C-0152-2F01-9E7EFA232C2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9961" b="99805" l="4297" r="99219">
                        <a14:foregroundMark x1="37891" y1="53906" x2="12695" y2="72461"/>
                        <a14:foregroundMark x1="10156" y1="97266" x2="93359" y2="97266"/>
                        <a14:foregroundMark x1="6055" y1="95117" x2="8594" y2="95117"/>
                        <a14:foregroundMark x1="4297" y1="95117" x2="10156" y2="99805"/>
                        <a14:foregroundMark x1="95898" y1="53516" x2="94141" y2="57227"/>
                        <a14:foregroundMark x1="99219" y1="53906" x2="99219" y2="539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4839"/>
          <a:stretch>
            <a:fillRect/>
          </a:stretch>
        </p:blipFill>
        <p:spPr>
          <a:xfrm>
            <a:off x="2126830" y="4836932"/>
            <a:ext cx="360000" cy="198582"/>
          </a:xfrm>
          <a:prstGeom prst="rect">
            <a:avLst/>
          </a:prstGeom>
        </p:spPr>
      </p:pic>
      <p:pic>
        <p:nvPicPr>
          <p:cNvPr id="59" name="图片 58" descr="图标&#10;&#10;AI 生成的内容可能不正确。">
            <a:extLst>
              <a:ext uri="{FF2B5EF4-FFF2-40B4-BE49-F238E27FC236}">
                <a16:creationId xmlns:a16="http://schemas.microsoft.com/office/drawing/2014/main" id="{D5857CE4-6BB7-F430-A744-148BBEF0A7E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759" y="5616196"/>
            <a:ext cx="180000" cy="180000"/>
          </a:xfrm>
          <a:prstGeom prst="rect">
            <a:avLst/>
          </a:prstGeom>
        </p:spPr>
      </p:pic>
      <p:pic>
        <p:nvPicPr>
          <p:cNvPr id="85" name="图片 84" descr="图片包含 形状&#10;&#10;AI 生成的内容可能不正确。">
            <a:extLst>
              <a:ext uri="{FF2B5EF4-FFF2-40B4-BE49-F238E27FC236}">
                <a16:creationId xmlns:a16="http://schemas.microsoft.com/office/drawing/2014/main" id="{C5A4BFD1-E9E3-EF45-7113-5BA96F25EAB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440" y="6072531"/>
            <a:ext cx="288000" cy="288000"/>
          </a:xfrm>
          <a:prstGeom prst="rect">
            <a:avLst/>
          </a:prstGeom>
        </p:spPr>
      </p:pic>
      <p:cxnSp>
        <p:nvCxnSpPr>
          <p:cNvPr id="86" name="直接箭头连接符 49">
            <a:extLst>
              <a:ext uri="{FF2B5EF4-FFF2-40B4-BE49-F238E27FC236}">
                <a16:creationId xmlns:a16="http://schemas.microsoft.com/office/drawing/2014/main" id="{1B6E747A-3935-25F5-C90B-B3C5A3861C36}"/>
              </a:ext>
            </a:extLst>
          </p:cNvPr>
          <p:cNvCxnSpPr>
            <a:cxnSpLocks/>
            <a:stCxn id="47" idx="2"/>
            <a:endCxn id="85" idx="0"/>
          </p:cNvCxnSpPr>
          <p:nvPr/>
        </p:nvCxnSpPr>
        <p:spPr>
          <a:xfrm>
            <a:off x="1899705" y="4301120"/>
            <a:ext cx="1735" cy="1771411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图片 95" descr="图标&#10;&#10;AI 生成的内容可能不正确。">
            <a:extLst>
              <a:ext uri="{FF2B5EF4-FFF2-40B4-BE49-F238E27FC236}">
                <a16:creationId xmlns:a16="http://schemas.microsoft.com/office/drawing/2014/main" id="{F5CB58A2-A618-87EC-B8BB-853F28555B1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9961" b="99805" l="4297" r="99219">
                        <a14:foregroundMark x1="37891" y1="53906" x2="12695" y2="72461"/>
                        <a14:foregroundMark x1="10156" y1="97266" x2="93359" y2="97266"/>
                        <a14:foregroundMark x1="6055" y1="95117" x2="8594" y2="95117"/>
                        <a14:foregroundMark x1="4297" y1="95117" x2="10156" y2="99805"/>
                        <a14:foregroundMark x1="95898" y1="53516" x2="94141" y2="57227"/>
                        <a14:foregroundMark x1="99219" y1="53906" x2="99219" y2="539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4839"/>
          <a:stretch>
            <a:fillRect/>
          </a:stretch>
        </p:blipFill>
        <p:spPr>
          <a:xfrm>
            <a:off x="2481825" y="4836932"/>
            <a:ext cx="360000" cy="198582"/>
          </a:xfrm>
          <a:prstGeom prst="rect">
            <a:avLst/>
          </a:prstGeom>
        </p:spPr>
      </p:pic>
      <p:cxnSp>
        <p:nvCxnSpPr>
          <p:cNvPr id="98" name="直接箭头连接符 49">
            <a:extLst>
              <a:ext uri="{FF2B5EF4-FFF2-40B4-BE49-F238E27FC236}">
                <a16:creationId xmlns:a16="http://schemas.microsoft.com/office/drawing/2014/main" id="{755EA1DC-3F57-C977-2B40-2F0FD12A5A93}"/>
              </a:ext>
            </a:extLst>
          </p:cNvPr>
          <p:cNvCxnSpPr>
            <a:cxnSpLocks/>
            <a:stCxn id="77" idx="1"/>
          </p:cNvCxnSpPr>
          <p:nvPr/>
        </p:nvCxnSpPr>
        <p:spPr>
          <a:xfrm flipH="1" flipV="1">
            <a:off x="1904055" y="4656921"/>
            <a:ext cx="1671132" cy="6305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6">
            <a:extLst>
              <a:ext uri="{FF2B5EF4-FFF2-40B4-BE49-F238E27FC236}">
                <a16:creationId xmlns:a16="http://schemas.microsoft.com/office/drawing/2014/main" id="{25EB13CB-1974-B0D1-8BA1-A86812837983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2450759" y="5414285"/>
            <a:ext cx="0" cy="201911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圆柱体 139">
            <a:extLst>
              <a:ext uri="{FF2B5EF4-FFF2-40B4-BE49-F238E27FC236}">
                <a16:creationId xmlns:a16="http://schemas.microsoft.com/office/drawing/2014/main" id="{73B83FBB-3125-9B2E-708A-DBFA9890F87A}"/>
              </a:ext>
            </a:extLst>
          </p:cNvPr>
          <p:cNvSpPr/>
          <p:nvPr/>
        </p:nvSpPr>
        <p:spPr>
          <a:xfrm>
            <a:off x="2226885" y="6571029"/>
            <a:ext cx="36000" cy="252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DD21D2D9-5732-7245-388D-CF6AD3E45CB5}"/>
              </a:ext>
            </a:extLst>
          </p:cNvPr>
          <p:cNvSpPr/>
          <p:nvPr/>
        </p:nvSpPr>
        <p:spPr>
          <a:xfrm>
            <a:off x="2207766" y="6778373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43" name="圆柱体 142">
            <a:extLst>
              <a:ext uri="{FF2B5EF4-FFF2-40B4-BE49-F238E27FC236}">
                <a16:creationId xmlns:a16="http://schemas.microsoft.com/office/drawing/2014/main" id="{C8478F27-2483-00DA-1098-93B605A4A4C9}"/>
              </a:ext>
            </a:extLst>
          </p:cNvPr>
          <p:cNvSpPr/>
          <p:nvPr/>
        </p:nvSpPr>
        <p:spPr>
          <a:xfrm>
            <a:off x="3027268" y="6571029"/>
            <a:ext cx="36000" cy="252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239D26B3-C1D8-0D57-15D3-C0673C432CB0}"/>
              </a:ext>
            </a:extLst>
          </p:cNvPr>
          <p:cNvSpPr/>
          <p:nvPr/>
        </p:nvSpPr>
        <p:spPr>
          <a:xfrm>
            <a:off x="3008149" y="6778373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71924B59-3E18-1B4A-A6E5-A02D29A277FA}"/>
              </a:ext>
            </a:extLst>
          </p:cNvPr>
          <p:cNvCxnSpPr>
            <a:cxnSpLocks/>
            <a:stCxn id="171" idx="0"/>
            <a:endCxn id="101" idx="2"/>
          </p:cNvCxnSpPr>
          <p:nvPr/>
        </p:nvCxnSpPr>
        <p:spPr>
          <a:xfrm flipV="1">
            <a:off x="3384847" y="6254211"/>
            <a:ext cx="481" cy="293418"/>
          </a:xfrm>
          <a:prstGeom prst="straightConnector1">
            <a:avLst/>
          </a:prstGeom>
          <a:ln w="6350" cap="rnd">
            <a:solidFill>
              <a:schemeClr val="accent3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40EA550A-BD49-1206-46A4-3A67D497A9CC}"/>
              </a:ext>
            </a:extLst>
          </p:cNvPr>
          <p:cNvCxnSpPr>
            <a:cxnSpLocks/>
            <a:stCxn id="101" idx="3"/>
            <a:endCxn id="108" idx="1"/>
          </p:cNvCxnSpPr>
          <p:nvPr/>
        </p:nvCxnSpPr>
        <p:spPr>
          <a:xfrm>
            <a:off x="3511328" y="6128211"/>
            <a:ext cx="316782" cy="1052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9" name="图片 168" descr="图标&#10;&#10;AI 生成的内容可能不正确。">
            <a:extLst>
              <a:ext uri="{FF2B5EF4-FFF2-40B4-BE49-F238E27FC236}">
                <a16:creationId xmlns:a16="http://schemas.microsoft.com/office/drawing/2014/main" id="{C379554E-4572-658E-73BD-021363E140B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440" y="6550686"/>
            <a:ext cx="324000" cy="324000"/>
          </a:xfrm>
          <a:prstGeom prst="rect">
            <a:avLst/>
          </a:prstGeom>
        </p:spPr>
      </p:pic>
      <p:pic>
        <p:nvPicPr>
          <p:cNvPr id="171" name="图片 170" descr="图标&#10;&#10;AI 生成的内容可能不正确。">
            <a:extLst>
              <a:ext uri="{FF2B5EF4-FFF2-40B4-BE49-F238E27FC236}">
                <a16:creationId xmlns:a16="http://schemas.microsoft.com/office/drawing/2014/main" id="{147616F9-9785-8926-FD61-D580CB242B6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847" y="6547629"/>
            <a:ext cx="324000" cy="324000"/>
          </a:xfrm>
          <a:prstGeom prst="rect">
            <a:avLst/>
          </a:prstGeom>
        </p:spPr>
      </p:pic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DC8FCDDC-33E0-9689-8FD6-03C096C35678}"/>
              </a:ext>
            </a:extLst>
          </p:cNvPr>
          <p:cNvCxnSpPr>
            <a:cxnSpLocks/>
            <a:stCxn id="108" idx="3"/>
            <a:endCxn id="129" idx="1"/>
          </p:cNvCxnSpPr>
          <p:nvPr/>
        </p:nvCxnSpPr>
        <p:spPr>
          <a:xfrm flipV="1">
            <a:off x="4116110" y="6128192"/>
            <a:ext cx="407946" cy="1071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82379FF0-475B-CFE0-3DB2-8E99C3BF7E68}"/>
              </a:ext>
            </a:extLst>
          </p:cNvPr>
          <p:cNvSpPr txBox="1"/>
          <p:nvPr/>
        </p:nvSpPr>
        <p:spPr>
          <a:xfrm>
            <a:off x="2224854" y="5021707"/>
            <a:ext cx="54053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Solar farm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4671CE67-123A-E674-1E31-E262F42568BF}"/>
              </a:ext>
            </a:extLst>
          </p:cNvPr>
          <p:cNvCxnSpPr>
            <a:cxnSpLocks/>
            <a:stCxn id="138" idx="2"/>
            <a:endCxn id="129" idx="0"/>
          </p:cNvCxnSpPr>
          <p:nvPr/>
        </p:nvCxnSpPr>
        <p:spPr>
          <a:xfrm flipH="1">
            <a:off x="4668056" y="5814412"/>
            <a:ext cx="885" cy="169780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28C60C80-2F6D-4C0B-B34D-E8E5E999B60A}"/>
              </a:ext>
            </a:extLst>
          </p:cNvPr>
          <p:cNvCxnSpPr>
            <a:cxnSpLocks/>
            <a:endCxn id="138" idx="0"/>
          </p:cNvCxnSpPr>
          <p:nvPr/>
        </p:nvCxnSpPr>
        <p:spPr>
          <a:xfrm>
            <a:off x="4668941" y="5414285"/>
            <a:ext cx="0" cy="184127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直接箭头连接符 116">
            <a:extLst>
              <a:ext uri="{FF2B5EF4-FFF2-40B4-BE49-F238E27FC236}">
                <a16:creationId xmlns:a16="http://schemas.microsoft.com/office/drawing/2014/main" id="{016DEDD5-EA0D-BB98-F3DB-73E2DC166D79}"/>
              </a:ext>
            </a:extLst>
          </p:cNvPr>
          <p:cNvCxnSpPr>
            <a:cxnSpLocks/>
            <a:endCxn id="104" idx="0"/>
          </p:cNvCxnSpPr>
          <p:nvPr/>
        </p:nvCxnSpPr>
        <p:spPr>
          <a:xfrm>
            <a:off x="5103750" y="6128192"/>
            <a:ext cx="0" cy="174196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圆柱体 245">
            <a:extLst>
              <a:ext uri="{FF2B5EF4-FFF2-40B4-BE49-F238E27FC236}">
                <a16:creationId xmlns:a16="http://schemas.microsoft.com/office/drawing/2014/main" id="{0071250F-534A-0192-80CD-335D6E0BED04}"/>
              </a:ext>
            </a:extLst>
          </p:cNvPr>
          <p:cNvSpPr/>
          <p:nvPr/>
        </p:nvSpPr>
        <p:spPr>
          <a:xfrm>
            <a:off x="5254000" y="6571029"/>
            <a:ext cx="36000" cy="252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47" name="矩形: 圆角 246">
            <a:extLst>
              <a:ext uri="{FF2B5EF4-FFF2-40B4-BE49-F238E27FC236}">
                <a16:creationId xmlns:a16="http://schemas.microsoft.com/office/drawing/2014/main" id="{BDA2848E-93DB-71BB-52D1-1087CA697DE3}"/>
              </a:ext>
            </a:extLst>
          </p:cNvPr>
          <p:cNvSpPr/>
          <p:nvPr/>
        </p:nvSpPr>
        <p:spPr>
          <a:xfrm>
            <a:off x="5234881" y="6778373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48" name="圆柱体 247">
            <a:extLst>
              <a:ext uri="{FF2B5EF4-FFF2-40B4-BE49-F238E27FC236}">
                <a16:creationId xmlns:a16="http://schemas.microsoft.com/office/drawing/2014/main" id="{54FABB11-7AF3-3D61-2E86-AE9DFBD1A5E2}"/>
              </a:ext>
            </a:extLst>
          </p:cNvPr>
          <p:cNvSpPr/>
          <p:nvPr/>
        </p:nvSpPr>
        <p:spPr>
          <a:xfrm>
            <a:off x="5570204" y="6571029"/>
            <a:ext cx="36000" cy="252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3C395992-D16B-4489-E14F-46856B6BCBAA}"/>
              </a:ext>
            </a:extLst>
          </p:cNvPr>
          <p:cNvSpPr/>
          <p:nvPr/>
        </p:nvSpPr>
        <p:spPr>
          <a:xfrm>
            <a:off x="5551085" y="6778373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D5272C-AA9D-7CC0-9FFC-3C3ADB37A03C}"/>
              </a:ext>
            </a:extLst>
          </p:cNvPr>
          <p:cNvSpPr txBox="1"/>
          <p:nvPr/>
        </p:nvSpPr>
        <p:spPr>
          <a:xfrm>
            <a:off x="2898611" y="3803384"/>
            <a:ext cx="576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Interconnector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 descr="图标&#10;&#10;AI 生成的内容可能不正确。">
            <a:extLst>
              <a:ext uri="{FF2B5EF4-FFF2-40B4-BE49-F238E27FC236}">
                <a16:creationId xmlns:a16="http://schemas.microsoft.com/office/drawing/2014/main" id="{671EF2D6-511E-82C0-E6BF-7C9D2A930D9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292" y="3972673"/>
            <a:ext cx="288000" cy="288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94DDF7B-7D9D-58E0-4328-4B077A64AA90}"/>
              </a:ext>
            </a:extLst>
          </p:cNvPr>
          <p:cNvSpPr txBox="1"/>
          <p:nvPr/>
        </p:nvSpPr>
        <p:spPr>
          <a:xfrm>
            <a:off x="898020" y="5047154"/>
            <a:ext cx="684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Clean natural gas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6B72CF5-6ADE-0766-D31A-3522D9A03D0A}"/>
              </a:ext>
            </a:extLst>
          </p:cNvPr>
          <p:cNvSpPr txBox="1"/>
          <p:nvPr/>
        </p:nvSpPr>
        <p:spPr>
          <a:xfrm>
            <a:off x="3577752" y="4841166"/>
            <a:ext cx="504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Hydropower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964509B-486B-0535-0AA3-F6EDE08D5EC7}"/>
              </a:ext>
            </a:extLst>
          </p:cNvPr>
          <p:cNvSpPr txBox="1"/>
          <p:nvPr/>
        </p:nvSpPr>
        <p:spPr>
          <a:xfrm>
            <a:off x="2148981" y="5796301"/>
            <a:ext cx="612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Battery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571DE2A-B077-0B19-E213-5DDED5BA851A}"/>
              </a:ext>
            </a:extLst>
          </p:cNvPr>
          <p:cNvSpPr txBox="1"/>
          <p:nvPr/>
        </p:nvSpPr>
        <p:spPr>
          <a:xfrm>
            <a:off x="2079118" y="6148246"/>
            <a:ext cx="468000" cy="14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Power-to-X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062A3E2-953C-D02D-7EFF-8CA462056FA1}"/>
              </a:ext>
            </a:extLst>
          </p:cNvPr>
          <p:cNvSpPr txBox="1"/>
          <p:nvPr/>
        </p:nvSpPr>
        <p:spPr>
          <a:xfrm>
            <a:off x="4179491" y="4842875"/>
            <a:ext cx="576000" cy="21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Pumped </a:t>
            </a:r>
          </a:p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hydro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F3C5C84-0684-3DB2-E5E6-90BBBED3CDA2}"/>
              </a:ext>
            </a:extLst>
          </p:cNvPr>
          <p:cNvSpPr txBox="1"/>
          <p:nvPr/>
        </p:nvSpPr>
        <p:spPr>
          <a:xfrm>
            <a:off x="3655453" y="6299848"/>
            <a:ext cx="612000" cy="216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Combined </a:t>
            </a:r>
          </a:p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heat and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A83FCE6-F09A-E53E-A22C-E6B25B83BD0F}"/>
              </a:ext>
            </a:extLst>
          </p:cNvPr>
          <p:cNvSpPr txBox="1"/>
          <p:nvPr/>
        </p:nvSpPr>
        <p:spPr>
          <a:xfrm>
            <a:off x="4364414" y="6251496"/>
            <a:ext cx="59657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District heat</a:t>
            </a:r>
            <a:endParaRPr lang="en-GB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3C58778-2152-C727-D545-E6353DDE83FD}"/>
              </a:ext>
            </a:extLst>
          </p:cNvPr>
          <p:cNvSpPr txBox="1"/>
          <p:nvPr/>
        </p:nvSpPr>
        <p:spPr>
          <a:xfrm>
            <a:off x="4092312" y="5599735"/>
            <a:ext cx="58372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Heat pump</a:t>
            </a:r>
            <a:endParaRPr lang="en-GB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90DBEFA-6EFD-A210-83D4-0FA17A1EA6F8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3972110" y="5416394"/>
            <a:ext cx="0" cy="568869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0FE02622-F343-FEF8-7DBD-7313A919E6C3}"/>
              </a:ext>
            </a:extLst>
          </p:cNvPr>
          <p:cNvSpPr/>
          <p:nvPr/>
        </p:nvSpPr>
        <p:spPr>
          <a:xfrm>
            <a:off x="5092435" y="4766758"/>
            <a:ext cx="936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187BD75F-813D-ACC6-94D3-B04B5B4CC185}"/>
              </a:ext>
            </a:extLst>
          </p:cNvPr>
          <p:cNvCxnSpPr>
            <a:cxnSpLocks/>
            <a:stCxn id="52" idx="1"/>
            <a:endCxn id="52" idx="3"/>
          </p:cNvCxnSpPr>
          <p:nvPr/>
        </p:nvCxnSpPr>
        <p:spPr>
          <a:xfrm>
            <a:off x="5092435" y="4802758"/>
            <a:ext cx="93600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图片 55" descr="图标&#10;&#10;AI 生成的内容可能不正确。">
            <a:extLst>
              <a:ext uri="{FF2B5EF4-FFF2-40B4-BE49-F238E27FC236}">
                <a16:creationId xmlns:a16="http://schemas.microsoft.com/office/drawing/2014/main" id="{72231485-5F8A-879F-FF11-A0EC06B273D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810847" y="4626582"/>
            <a:ext cx="216000" cy="145046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D9E384A1-EBAF-6049-229A-4F63A87B9362}"/>
              </a:ext>
            </a:extLst>
          </p:cNvPr>
          <p:cNvSpPr txBox="1"/>
          <p:nvPr/>
        </p:nvSpPr>
        <p:spPr>
          <a:xfrm>
            <a:off x="5391529" y="4446390"/>
            <a:ext cx="612000" cy="14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Smart charging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8" name="图片 67" descr="图标&#10;&#10;AI 生成的内容可能不正确。">
            <a:extLst>
              <a:ext uri="{FF2B5EF4-FFF2-40B4-BE49-F238E27FC236}">
                <a16:creationId xmlns:a16="http://schemas.microsoft.com/office/drawing/2014/main" id="{48532E3A-FFF9-AF52-227F-68ACC8F40CF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9961" b="89844" l="7422" r="91992">
                        <a14:foregroundMark x1="8203" y1="42188" x2="7422" y2="52148"/>
                        <a14:foregroundMark x1="7422" y1="52148" x2="7813" y2="53711"/>
                        <a14:foregroundMark x1="91602" y1="33789" x2="91992" y2="51953"/>
                        <a14:backgroundMark x1="13281" y1="74609" x2="67773" y2="75977"/>
                        <a14:backgroundMark x1="67773" y1="75977" x2="89844" y2="75195"/>
                        <a14:backgroundMark x1="8398" y1="69336" x2="34570" y2="70508"/>
                        <a14:backgroundMark x1="34570" y1="70508" x2="42773" y2="66992"/>
                        <a14:backgroundMark x1="50000" y1="69141" x2="66406" y2="69336"/>
                        <a14:backgroundMark x1="66406" y1="69336" x2="79297" y2="68555"/>
                        <a14:backgroundMark x1="79297" y1="68555" x2="88867" y2="68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661" b="29092"/>
          <a:stretch>
            <a:fillRect/>
          </a:stretch>
        </p:blipFill>
        <p:spPr>
          <a:xfrm>
            <a:off x="5058570" y="4688938"/>
            <a:ext cx="216000" cy="110693"/>
          </a:xfrm>
          <a:prstGeom prst="rect">
            <a:avLst/>
          </a:prstGeom>
        </p:spPr>
      </p:pic>
      <p:sp>
        <p:nvSpPr>
          <p:cNvPr id="69" name="矩形 68">
            <a:extLst>
              <a:ext uri="{FF2B5EF4-FFF2-40B4-BE49-F238E27FC236}">
                <a16:creationId xmlns:a16="http://schemas.microsoft.com/office/drawing/2014/main" id="{79266A02-FD7A-D2DC-5D71-BF9898872873}"/>
              </a:ext>
            </a:extLst>
          </p:cNvPr>
          <p:cNvSpPr/>
          <p:nvPr/>
        </p:nvSpPr>
        <p:spPr>
          <a:xfrm>
            <a:off x="5092435" y="5918635"/>
            <a:ext cx="936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BF86B392-AE00-E0DE-DF35-BD0BF3DD7FC1}"/>
              </a:ext>
            </a:extLst>
          </p:cNvPr>
          <p:cNvCxnSpPr>
            <a:cxnSpLocks/>
            <a:stCxn id="69" idx="1"/>
            <a:endCxn id="69" idx="3"/>
          </p:cNvCxnSpPr>
          <p:nvPr/>
        </p:nvCxnSpPr>
        <p:spPr>
          <a:xfrm>
            <a:off x="5092435" y="5954635"/>
            <a:ext cx="93600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E088B70A-7F7A-372E-1B74-8DA04FB6FC8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" t="4449" r="4023" b="3329"/>
          <a:stretch>
            <a:fillRect/>
          </a:stretch>
        </p:blipFill>
        <p:spPr>
          <a:xfrm>
            <a:off x="5648711" y="5708175"/>
            <a:ext cx="216000" cy="213447"/>
          </a:xfrm>
          <a:prstGeom prst="rect">
            <a:avLst/>
          </a:prstGeom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6DF49801-CABE-42CE-7DB8-FD5249A420E9}"/>
              </a:ext>
            </a:extLst>
          </p:cNvPr>
          <p:cNvSpPr/>
          <p:nvPr/>
        </p:nvSpPr>
        <p:spPr>
          <a:xfrm rot="5400000">
            <a:off x="4445364" y="5342700"/>
            <a:ext cx="1224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7394371-5455-A4C7-A129-4A6AD74B2000}"/>
              </a:ext>
            </a:extLst>
          </p:cNvPr>
          <p:cNvSpPr/>
          <p:nvPr/>
        </p:nvSpPr>
        <p:spPr>
          <a:xfrm>
            <a:off x="5091782" y="5278715"/>
            <a:ext cx="936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30235BA8-158D-6323-F424-B5133D12371E}"/>
              </a:ext>
            </a:extLst>
          </p:cNvPr>
          <p:cNvCxnSpPr>
            <a:cxnSpLocks/>
            <a:stCxn id="94" idx="1"/>
            <a:endCxn id="94" idx="3"/>
          </p:cNvCxnSpPr>
          <p:nvPr/>
        </p:nvCxnSpPr>
        <p:spPr>
          <a:xfrm>
            <a:off x="5091782" y="5314715"/>
            <a:ext cx="93600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图片 96" descr="黑暗的风车&#10;&#10;AI 生成的内容可能不正确。">
            <a:extLst>
              <a:ext uri="{FF2B5EF4-FFF2-40B4-BE49-F238E27FC236}">
                <a16:creationId xmlns:a16="http://schemas.microsoft.com/office/drawing/2014/main" id="{E22E7EBB-93F4-8585-1C3F-8547C962B11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2119977" y="3853718"/>
            <a:ext cx="432000" cy="452219"/>
          </a:xfrm>
          <a:prstGeom prst="rect">
            <a:avLst/>
          </a:prstGeom>
        </p:spPr>
      </p:pic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1D67E511-A657-9612-D738-44A98CC5D4FA}"/>
              </a:ext>
            </a:extLst>
          </p:cNvPr>
          <p:cNvCxnSpPr>
            <a:cxnSpLocks/>
          </p:cNvCxnSpPr>
          <p:nvPr/>
        </p:nvCxnSpPr>
        <p:spPr>
          <a:xfrm flipV="1">
            <a:off x="5057364" y="4800042"/>
            <a:ext cx="0" cy="115200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0" name="图片 99" descr="图标&#10;&#10;AI 生成的内容可能不正确。">
            <a:extLst>
              <a:ext uri="{FF2B5EF4-FFF2-40B4-BE49-F238E27FC236}">
                <a16:creationId xmlns:a16="http://schemas.microsoft.com/office/drawing/2014/main" id="{0248E835-0A1E-7FF2-5863-6916DBDBF08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850" y="5077997"/>
            <a:ext cx="216000" cy="216000"/>
          </a:xfrm>
          <a:prstGeom prst="rect">
            <a:avLst/>
          </a:prstGeom>
        </p:spPr>
      </p:pic>
      <p:cxnSp>
        <p:nvCxnSpPr>
          <p:cNvPr id="244" name="直接箭头连接符 101">
            <a:extLst>
              <a:ext uri="{FF2B5EF4-FFF2-40B4-BE49-F238E27FC236}">
                <a16:creationId xmlns:a16="http://schemas.microsoft.com/office/drawing/2014/main" id="{ACA92BCA-9ECB-008A-7F29-E907191AC367}"/>
              </a:ext>
            </a:extLst>
          </p:cNvPr>
          <p:cNvCxnSpPr>
            <a:cxnSpLocks/>
            <a:stCxn id="249" idx="3"/>
            <a:endCxn id="78" idx="3"/>
          </p:cNvCxnSpPr>
          <p:nvPr/>
        </p:nvCxnSpPr>
        <p:spPr>
          <a:xfrm flipV="1">
            <a:off x="5623085" y="5814899"/>
            <a:ext cx="241626" cy="999474"/>
          </a:xfrm>
          <a:prstGeom prst="bentConnector3">
            <a:avLst>
              <a:gd name="adj1" fmla="val 147962"/>
            </a:avLst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FAFCA38E-9D84-E27B-50B6-F5FC7A5A9C7A}"/>
              </a:ext>
            </a:extLst>
          </p:cNvPr>
          <p:cNvSpPr txBox="1"/>
          <p:nvPr/>
        </p:nvSpPr>
        <p:spPr>
          <a:xfrm>
            <a:off x="5250349" y="6307398"/>
            <a:ext cx="612000" cy="216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Thermal </a:t>
            </a:r>
          </a:p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energy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9" name="直接箭头连接符 101">
            <a:extLst>
              <a:ext uri="{FF2B5EF4-FFF2-40B4-BE49-F238E27FC236}">
                <a16:creationId xmlns:a16="http://schemas.microsoft.com/office/drawing/2014/main" id="{6A801EF3-6EA6-76D2-6F79-896296EAFDF8}"/>
              </a:ext>
            </a:extLst>
          </p:cNvPr>
          <p:cNvCxnSpPr>
            <a:cxnSpLocks/>
            <a:stCxn id="85" idx="2"/>
            <a:endCxn id="169" idx="0"/>
          </p:cNvCxnSpPr>
          <p:nvPr/>
        </p:nvCxnSpPr>
        <p:spPr>
          <a:xfrm>
            <a:off x="1901440" y="6360531"/>
            <a:ext cx="0" cy="190155"/>
          </a:xfrm>
          <a:prstGeom prst="straightConnector1">
            <a:avLst/>
          </a:prstGeom>
          <a:ln w="6350">
            <a:solidFill>
              <a:schemeClr val="accent3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29F1CFDE-C626-EE0B-2D83-9FEE3D870D9D}"/>
              </a:ext>
            </a:extLst>
          </p:cNvPr>
          <p:cNvCxnSpPr>
            <a:cxnSpLocks/>
            <a:stCxn id="67" idx="3"/>
            <a:endCxn id="56" idx="2"/>
          </p:cNvCxnSpPr>
          <p:nvPr/>
        </p:nvCxnSpPr>
        <p:spPr>
          <a:xfrm flipV="1">
            <a:off x="3720913" y="4771628"/>
            <a:ext cx="2197934" cy="644802"/>
          </a:xfrm>
          <a:prstGeom prst="bentConnector2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E0E8997A-19D5-4550-CDFF-78A2C36F7F85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1902759" y="4936223"/>
            <a:ext cx="224071" cy="0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25BF842D-D5CA-FE87-AB28-C3BC357C86A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185292" y="4260673"/>
            <a:ext cx="2371" cy="398365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49">
            <a:extLst>
              <a:ext uri="{FF2B5EF4-FFF2-40B4-BE49-F238E27FC236}">
                <a16:creationId xmlns:a16="http://schemas.microsoft.com/office/drawing/2014/main" id="{AA3A3AE1-C2AB-59E9-0E61-E339C12E4FC5}"/>
              </a:ext>
            </a:extLst>
          </p:cNvPr>
          <p:cNvCxnSpPr>
            <a:cxnSpLocks/>
            <a:stCxn id="47" idx="2"/>
            <a:endCxn id="97" idx="2"/>
          </p:cNvCxnSpPr>
          <p:nvPr/>
        </p:nvCxnSpPr>
        <p:spPr>
          <a:xfrm rot="16200000" flipH="1">
            <a:off x="2115433" y="4085392"/>
            <a:ext cx="4817" cy="436272"/>
          </a:xfrm>
          <a:prstGeom prst="bentConnector3">
            <a:avLst>
              <a:gd name="adj1" fmla="val 879967"/>
            </a:avLst>
          </a:prstGeom>
          <a:ln w="6350" cap="rnd">
            <a:solidFill>
              <a:schemeClr val="accent1"/>
            </a:solidFill>
            <a:bevel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9" name="图片 178" descr="图标&#10;&#10;AI 生成的内容可能不正确。">
            <a:extLst>
              <a:ext uri="{FF2B5EF4-FFF2-40B4-BE49-F238E27FC236}">
                <a16:creationId xmlns:a16="http://schemas.microsoft.com/office/drawing/2014/main" id="{96D58E0A-372B-9971-14C1-1619E293A5F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589680" y="4626862"/>
            <a:ext cx="216000" cy="145046"/>
          </a:xfrm>
          <a:prstGeom prst="rect">
            <a:avLst/>
          </a:prstGeom>
        </p:spPr>
      </p:pic>
      <p:pic>
        <p:nvPicPr>
          <p:cNvPr id="180" name="图片 179" descr="图标&#10;&#10;AI 生成的内容可能不正确。">
            <a:extLst>
              <a:ext uri="{FF2B5EF4-FFF2-40B4-BE49-F238E27FC236}">
                <a16:creationId xmlns:a16="http://schemas.microsoft.com/office/drawing/2014/main" id="{20A5FC23-820E-4743-B8B9-B2AD63AEFC8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367736" y="4626582"/>
            <a:ext cx="216000" cy="145046"/>
          </a:xfrm>
          <a:prstGeom prst="rect">
            <a:avLst/>
          </a:prstGeom>
        </p:spPr>
      </p:pic>
      <p:cxnSp>
        <p:nvCxnSpPr>
          <p:cNvPr id="181" name="直接箭头连接符 49">
            <a:extLst>
              <a:ext uri="{FF2B5EF4-FFF2-40B4-BE49-F238E27FC236}">
                <a16:creationId xmlns:a16="http://schemas.microsoft.com/office/drawing/2014/main" id="{0BB4FD48-3892-6FEA-AADF-EE9A1A9670AF}"/>
              </a:ext>
            </a:extLst>
          </p:cNvPr>
          <p:cNvCxnSpPr>
            <a:cxnSpLocks/>
            <a:stCxn id="180" idx="2"/>
            <a:endCxn id="179" idx="2"/>
          </p:cNvCxnSpPr>
          <p:nvPr/>
        </p:nvCxnSpPr>
        <p:spPr>
          <a:xfrm rot="16200000" flipH="1">
            <a:off x="5586568" y="4660796"/>
            <a:ext cx="280" cy="221944"/>
          </a:xfrm>
          <a:prstGeom prst="bentConnector3">
            <a:avLst>
              <a:gd name="adj1" fmla="val 44323214"/>
            </a:avLst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783F4669-54ED-9519-D83C-D940BDCD2F1A}"/>
              </a:ext>
            </a:extLst>
          </p:cNvPr>
          <p:cNvCxnSpPr>
            <a:cxnSpLocks/>
          </p:cNvCxnSpPr>
          <p:nvPr/>
        </p:nvCxnSpPr>
        <p:spPr>
          <a:xfrm rot="5400000">
            <a:off x="5809467" y="4786675"/>
            <a:ext cx="0" cy="216000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0" name="图片 209" descr="图标&#10;&#10;AI 生成的内容可能不正确。">
            <a:extLst>
              <a:ext uri="{FF2B5EF4-FFF2-40B4-BE49-F238E27FC236}">
                <a16:creationId xmlns:a16="http://schemas.microsoft.com/office/drawing/2014/main" id="{ADE47D4C-DF09-EE81-5A35-CF188D2CFA2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448" y="5077770"/>
            <a:ext cx="216000" cy="216000"/>
          </a:xfrm>
          <a:prstGeom prst="rect">
            <a:avLst/>
          </a:prstGeom>
        </p:spPr>
      </p:pic>
      <p:pic>
        <p:nvPicPr>
          <p:cNvPr id="214" name="图片 213" descr="图标&#10;&#10;AI 生成的内容可能不正确。">
            <a:extLst>
              <a:ext uri="{FF2B5EF4-FFF2-40B4-BE49-F238E27FC236}">
                <a16:creationId xmlns:a16="http://schemas.microsoft.com/office/drawing/2014/main" id="{FD55835A-1045-17F3-21B0-4331FD0B2BD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54" y="5078243"/>
            <a:ext cx="216000" cy="216000"/>
          </a:xfrm>
          <a:prstGeom prst="rect">
            <a:avLst/>
          </a:prstGeom>
        </p:spPr>
      </p:pic>
      <p:pic>
        <p:nvPicPr>
          <p:cNvPr id="222" name="图片 221" descr="图标&#10;&#10;AI 生成的内容可能不正确。">
            <a:extLst>
              <a:ext uri="{FF2B5EF4-FFF2-40B4-BE49-F238E27FC236}">
                <a16:creationId xmlns:a16="http://schemas.microsoft.com/office/drawing/2014/main" id="{D97E7D13-52DD-14DF-CAD5-A2D09848D71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118" y="5703209"/>
            <a:ext cx="216000" cy="216000"/>
          </a:xfrm>
          <a:prstGeom prst="rect">
            <a:avLst/>
          </a:prstGeom>
        </p:spPr>
      </p:pic>
      <p:pic>
        <p:nvPicPr>
          <p:cNvPr id="228" name="图片 227" descr="图标&#10;&#10;AI 生成的内容可能不正确。">
            <a:extLst>
              <a:ext uri="{FF2B5EF4-FFF2-40B4-BE49-F238E27FC236}">
                <a16:creationId xmlns:a16="http://schemas.microsoft.com/office/drawing/2014/main" id="{CD136AE5-CC85-CCDE-1A87-FFB3B2F2FBB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714" y="5703236"/>
            <a:ext cx="216000" cy="216000"/>
          </a:xfrm>
          <a:prstGeom prst="rect">
            <a:avLst/>
          </a:prstGeom>
        </p:spPr>
      </p:pic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6B2D53F6-2E0F-9BC8-2DAA-EBDBD5C2A021}"/>
              </a:ext>
            </a:extLst>
          </p:cNvPr>
          <p:cNvCxnSpPr>
            <a:cxnSpLocks/>
            <a:stCxn id="78" idx="0"/>
            <a:endCxn id="210" idx="2"/>
          </p:cNvCxnSpPr>
          <p:nvPr/>
        </p:nvCxnSpPr>
        <p:spPr>
          <a:xfrm flipH="1" flipV="1">
            <a:off x="5756448" y="5293770"/>
            <a:ext cx="263" cy="414405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F2B80349-5CA1-64E2-A8C1-C24D0257B1CF}"/>
              </a:ext>
            </a:extLst>
          </p:cNvPr>
          <p:cNvCxnSpPr>
            <a:cxnSpLocks/>
            <a:stCxn id="222" idx="0"/>
            <a:endCxn id="100" idx="2"/>
          </p:cNvCxnSpPr>
          <p:nvPr/>
        </p:nvCxnSpPr>
        <p:spPr>
          <a:xfrm flipH="1" flipV="1">
            <a:off x="5506850" y="5293997"/>
            <a:ext cx="268" cy="409212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D9537D1D-EAC1-7669-7CF7-B033E1DFD43B}"/>
              </a:ext>
            </a:extLst>
          </p:cNvPr>
          <p:cNvCxnSpPr>
            <a:cxnSpLocks/>
            <a:stCxn id="228" idx="0"/>
            <a:endCxn id="214" idx="2"/>
          </p:cNvCxnSpPr>
          <p:nvPr/>
        </p:nvCxnSpPr>
        <p:spPr>
          <a:xfrm flipH="1" flipV="1">
            <a:off x="5284154" y="5294243"/>
            <a:ext cx="560" cy="408993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18ECCC0F-BA9F-89D1-C729-EA4FA5BA8F53}"/>
              </a:ext>
            </a:extLst>
          </p:cNvPr>
          <p:cNvSpPr txBox="1"/>
          <p:nvPr/>
        </p:nvSpPr>
        <p:spPr>
          <a:xfrm>
            <a:off x="5152045" y="5460668"/>
            <a:ext cx="720000" cy="14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Demand response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1E8F6667-ABD9-BFEE-D11F-1FBBA648C348}"/>
              </a:ext>
            </a:extLst>
          </p:cNvPr>
          <p:cNvCxnSpPr>
            <a:cxnSpLocks/>
            <a:stCxn id="129" idx="3"/>
            <a:endCxn id="78" idx="2"/>
          </p:cNvCxnSpPr>
          <p:nvPr/>
        </p:nvCxnSpPr>
        <p:spPr>
          <a:xfrm flipV="1">
            <a:off x="4812056" y="5921622"/>
            <a:ext cx="944655" cy="206570"/>
          </a:xfrm>
          <a:prstGeom prst="bentConnector2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9823AB3B-9F8C-1C2E-E80D-9C8CDF419594}"/>
              </a:ext>
            </a:extLst>
          </p:cNvPr>
          <p:cNvCxnSpPr>
            <a:cxnSpLocks/>
            <a:endCxn id="222" idx="2"/>
          </p:cNvCxnSpPr>
          <p:nvPr/>
        </p:nvCxnSpPr>
        <p:spPr>
          <a:xfrm flipV="1">
            <a:off x="5507118" y="5919209"/>
            <a:ext cx="0" cy="206224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直接箭头连接符 269">
            <a:extLst>
              <a:ext uri="{FF2B5EF4-FFF2-40B4-BE49-F238E27FC236}">
                <a16:creationId xmlns:a16="http://schemas.microsoft.com/office/drawing/2014/main" id="{090C5B59-F68C-D9C2-FC1C-A811FB127040}"/>
              </a:ext>
            </a:extLst>
          </p:cNvPr>
          <p:cNvCxnSpPr>
            <a:cxnSpLocks/>
            <a:endCxn id="228" idx="2"/>
          </p:cNvCxnSpPr>
          <p:nvPr/>
        </p:nvCxnSpPr>
        <p:spPr>
          <a:xfrm flipV="1">
            <a:off x="5284714" y="5919236"/>
            <a:ext cx="0" cy="205780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文本框 275">
            <a:extLst>
              <a:ext uri="{FF2B5EF4-FFF2-40B4-BE49-F238E27FC236}">
                <a16:creationId xmlns:a16="http://schemas.microsoft.com/office/drawing/2014/main" id="{D3A2875F-4D0F-F234-CA7E-D9AF4E9A686E}"/>
              </a:ext>
            </a:extLst>
          </p:cNvPr>
          <p:cNvSpPr txBox="1"/>
          <p:nvPr/>
        </p:nvSpPr>
        <p:spPr>
          <a:xfrm>
            <a:off x="4128922" y="6594269"/>
            <a:ext cx="648000" cy="14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 err="1">
                <a:latin typeface="Arial" panose="020B0604020202020204" pitchFamily="34" charset="0"/>
                <a:cs typeface="Arial" panose="020B0604020202020204" pitchFamily="34" charset="0"/>
              </a:rPr>
              <a:t>Linepack</a:t>
            </a: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 storage</a:t>
            </a:r>
          </a:p>
        </p:txBody>
      </p:sp>
      <p:pic>
        <p:nvPicPr>
          <p:cNvPr id="282" name="图片 281" descr="图标&#10;&#10;AI 生成的内容可能不正确。">
            <a:extLst>
              <a:ext uri="{FF2B5EF4-FFF2-40B4-BE49-F238E27FC236}">
                <a16:creationId xmlns:a16="http://schemas.microsoft.com/office/drawing/2014/main" id="{E2BEA5F0-62AF-1474-8FB5-80657C299D17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55" y="6688355"/>
            <a:ext cx="180000" cy="180000"/>
          </a:xfrm>
          <a:prstGeom prst="rect">
            <a:avLst/>
          </a:prstGeom>
        </p:spPr>
      </p:pic>
      <p:pic>
        <p:nvPicPr>
          <p:cNvPr id="283" name="图片 282" descr="图标&#10;&#10;AI 生成的内容可能不正确。">
            <a:extLst>
              <a:ext uri="{FF2B5EF4-FFF2-40B4-BE49-F238E27FC236}">
                <a16:creationId xmlns:a16="http://schemas.microsoft.com/office/drawing/2014/main" id="{957D842E-1908-F40B-5010-0903F5C8EAB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650" y="6691629"/>
            <a:ext cx="180000" cy="180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A81987C-0381-AA05-C4A2-44951CD0B62A}"/>
              </a:ext>
            </a:extLst>
          </p:cNvPr>
          <p:cNvSpPr txBox="1"/>
          <p:nvPr/>
        </p:nvSpPr>
        <p:spPr>
          <a:xfrm>
            <a:off x="1282135" y="4392760"/>
            <a:ext cx="465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arbon capture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 descr="图片包含 徽标&#10;&#10;AI 生成的内容可能不正确。">
            <a:extLst>
              <a:ext uri="{FF2B5EF4-FFF2-40B4-BE49-F238E27FC236}">
                <a16:creationId xmlns:a16="http://schemas.microsoft.com/office/drawing/2014/main" id="{924BF563-F384-A5CD-22D0-BD662127FB8A}"/>
              </a:ext>
            </a:extLst>
          </p:cNvPr>
          <p:cNvPicPr>
            <a:picLocks noChangeAspect="1"/>
          </p:cNvPicPr>
          <p:nvPr/>
        </p:nvPicPr>
        <p:blipFill>
          <a:blip r:embed="rId3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20" y="4426578"/>
            <a:ext cx="216000" cy="216000"/>
          </a:xfrm>
          <a:prstGeom prst="rect">
            <a:avLst/>
          </a:prstGeom>
        </p:spPr>
      </p:pic>
      <p:pic>
        <p:nvPicPr>
          <p:cNvPr id="5" name="图片 4" descr="图标&#10;&#10;AI 生成的内容可能不正确。">
            <a:extLst>
              <a:ext uri="{FF2B5EF4-FFF2-40B4-BE49-F238E27FC236}">
                <a16:creationId xmlns:a16="http://schemas.microsoft.com/office/drawing/2014/main" id="{EC60ACF9-4A62-3EF2-E626-C99C1FE4778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124" y="5234285"/>
            <a:ext cx="360000" cy="360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606EB8A-6634-B008-8D52-342E0DCED064}"/>
              </a:ext>
            </a:extLst>
          </p:cNvPr>
          <p:cNvSpPr txBox="1"/>
          <p:nvPr/>
        </p:nvSpPr>
        <p:spPr>
          <a:xfrm>
            <a:off x="943978" y="5603773"/>
            <a:ext cx="612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Flexible nuclear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056EBB-E7D9-3FB5-0309-4F4770D4F1B3}"/>
              </a:ext>
            </a:extLst>
          </p:cNvPr>
          <p:cNvSpPr txBox="1"/>
          <p:nvPr/>
        </p:nvSpPr>
        <p:spPr>
          <a:xfrm>
            <a:off x="1060020" y="6151934"/>
            <a:ext cx="360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Biomass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 descr="卡通人物&#10;&#10;AI 生成的内容可能不正确。">
            <a:extLst>
              <a:ext uri="{FF2B5EF4-FFF2-40B4-BE49-F238E27FC236}">
                <a16:creationId xmlns:a16="http://schemas.microsoft.com/office/drawing/2014/main" id="{FE3C17F2-CAC4-C25B-429F-55CD58868FBD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67" y="5790262"/>
            <a:ext cx="360000" cy="360000"/>
          </a:xfrm>
          <a:prstGeom prst="rect">
            <a:avLst/>
          </a:prstGeom>
        </p:spPr>
      </p:pic>
      <p:graphicFrame>
        <p:nvGraphicFramePr>
          <p:cNvPr id="128" name="图表 127">
            <a:extLst>
              <a:ext uri="{FF2B5EF4-FFF2-40B4-BE49-F238E27FC236}">
                <a16:creationId xmlns:a16="http://schemas.microsoft.com/office/drawing/2014/main" id="{3740A457-0AF7-2B8C-7621-83A884CF37BD}"/>
              </a:ext>
            </a:extLst>
          </p:cNvPr>
          <p:cNvGraphicFramePr>
            <a:graphicFrameLocks/>
          </p:cNvGraphicFramePr>
          <p:nvPr/>
        </p:nvGraphicFramePr>
        <p:xfrm>
          <a:off x="4690022" y="704710"/>
          <a:ext cx="1288800" cy="8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F9101B6A-3B96-4253-72B8-8DEE304A0C06}"/>
              </a:ext>
            </a:extLst>
          </p:cNvPr>
          <p:cNvSpPr/>
          <p:nvPr/>
        </p:nvSpPr>
        <p:spPr>
          <a:xfrm>
            <a:off x="861892" y="1584781"/>
            <a:ext cx="288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833E754C-DE3B-4C89-EF6A-7274D1E062BF}"/>
              </a:ext>
            </a:extLst>
          </p:cNvPr>
          <p:cNvSpPr/>
          <p:nvPr/>
        </p:nvSpPr>
        <p:spPr>
          <a:xfrm>
            <a:off x="4560941" y="1581338"/>
            <a:ext cx="1440000" cy="45719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AF221876-958E-931D-E61B-99FE1659FE98}"/>
              </a:ext>
            </a:extLst>
          </p:cNvPr>
          <p:cNvSpPr txBox="1"/>
          <p:nvPr/>
        </p:nvSpPr>
        <p:spPr>
          <a:xfrm>
            <a:off x="1705827" y="1701937"/>
            <a:ext cx="123303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Clean dispatchable generation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181A06FB-9F2A-9294-AA8A-84B5D56FCB6E}"/>
              </a:ext>
            </a:extLst>
          </p:cNvPr>
          <p:cNvSpPr txBox="1"/>
          <p:nvPr/>
        </p:nvSpPr>
        <p:spPr>
          <a:xfrm>
            <a:off x="4831079" y="1705797"/>
            <a:ext cx="1005404" cy="1846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Thermal energy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0FA756E3-72B0-38EF-3D24-FBC6FC3945F6}"/>
              </a:ext>
            </a:extLst>
          </p:cNvPr>
          <p:cNvSpPr/>
          <p:nvPr/>
        </p:nvSpPr>
        <p:spPr>
          <a:xfrm>
            <a:off x="4693603" y="731506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CE022817-CEE4-2D32-E1B9-9392D9DA27B0}"/>
              </a:ext>
            </a:extLst>
          </p:cNvPr>
          <p:cNvSpPr txBox="1"/>
          <p:nvPr/>
        </p:nvSpPr>
        <p:spPr>
          <a:xfrm>
            <a:off x="5201809" y="1411345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D0FFF67A-988B-6569-988E-3C98D9F9B602}"/>
              </a:ext>
            </a:extLst>
          </p:cNvPr>
          <p:cNvSpPr txBox="1"/>
          <p:nvPr/>
        </p:nvSpPr>
        <p:spPr>
          <a:xfrm>
            <a:off x="5796337" y="1411345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7F79F228-3BBD-F95C-F6C7-9AB21B4CDC50}"/>
              </a:ext>
            </a:extLst>
          </p:cNvPr>
          <p:cNvSpPr txBox="1"/>
          <p:nvPr/>
        </p:nvSpPr>
        <p:spPr>
          <a:xfrm>
            <a:off x="5503516" y="1411345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CB631140-317E-CBB3-D522-C6092A3CC502}"/>
              </a:ext>
            </a:extLst>
          </p:cNvPr>
          <p:cNvSpPr txBox="1"/>
          <p:nvPr/>
        </p:nvSpPr>
        <p:spPr>
          <a:xfrm>
            <a:off x="4596474" y="1412287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CCCEB743-4DDA-8D79-2518-BB5658D5D356}"/>
              </a:ext>
            </a:extLst>
          </p:cNvPr>
          <p:cNvSpPr txBox="1"/>
          <p:nvPr/>
        </p:nvSpPr>
        <p:spPr>
          <a:xfrm>
            <a:off x="4921551" y="1409621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65C33287-4459-B40F-44C3-4AD625020152}"/>
              </a:ext>
            </a:extLst>
          </p:cNvPr>
          <p:cNvSpPr txBox="1"/>
          <p:nvPr/>
        </p:nvSpPr>
        <p:spPr>
          <a:xfrm rot="16200000">
            <a:off x="4297341" y="1005687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3E542B80-6077-6105-AE80-F4FC3E993B91}"/>
              </a:ext>
            </a:extLst>
          </p:cNvPr>
          <p:cNvSpPr txBox="1"/>
          <p:nvPr/>
        </p:nvSpPr>
        <p:spPr>
          <a:xfrm>
            <a:off x="5186246" y="962184"/>
            <a:ext cx="64953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Peak shaving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A8479EB5-03DD-3A76-B85F-E77B267F5504}"/>
              </a:ext>
            </a:extLst>
          </p:cNvPr>
          <p:cNvSpPr txBox="1"/>
          <p:nvPr/>
        </p:nvSpPr>
        <p:spPr>
          <a:xfrm>
            <a:off x="788147" y="566472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844E8A79-0A98-6057-848A-8ABD65A9C431}"/>
              </a:ext>
            </a:extLst>
          </p:cNvPr>
          <p:cNvSpPr txBox="1"/>
          <p:nvPr/>
        </p:nvSpPr>
        <p:spPr>
          <a:xfrm>
            <a:off x="4479925" y="563447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1" name="图形 130" descr="鸭子 纯色填充">
            <a:extLst>
              <a:ext uri="{FF2B5EF4-FFF2-40B4-BE49-F238E27FC236}">
                <a16:creationId xmlns:a16="http://schemas.microsoft.com/office/drawing/2014/main" id="{3A3EDD2C-36B8-5412-3ACE-CDF93D8F4E33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11958" t="10980" r="11787" b="10771"/>
          <a:stretch>
            <a:fillRect/>
          </a:stretch>
        </p:blipFill>
        <p:spPr>
          <a:xfrm>
            <a:off x="993883" y="720502"/>
            <a:ext cx="1436014" cy="715503"/>
          </a:xfrm>
          <a:prstGeom prst="rect">
            <a:avLst/>
          </a:prstGeom>
        </p:spPr>
      </p:pic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D8A2DA74-248C-6F6D-64F1-C244EBE796C3}"/>
              </a:ext>
            </a:extLst>
          </p:cNvPr>
          <p:cNvSpPr/>
          <p:nvPr/>
        </p:nvSpPr>
        <p:spPr>
          <a:xfrm>
            <a:off x="997207" y="711004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4F42ADE5-EC30-918C-1C36-C9185C4CA5FD}"/>
              </a:ext>
            </a:extLst>
          </p:cNvPr>
          <p:cNvSpPr txBox="1"/>
          <p:nvPr/>
        </p:nvSpPr>
        <p:spPr>
          <a:xfrm>
            <a:off x="1505413" y="139084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7E17FE5C-413B-3ED5-13B6-7C0D5847A64E}"/>
              </a:ext>
            </a:extLst>
          </p:cNvPr>
          <p:cNvSpPr txBox="1"/>
          <p:nvPr/>
        </p:nvSpPr>
        <p:spPr>
          <a:xfrm>
            <a:off x="2099941" y="139084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8BAE8E72-3334-8DD0-E37B-2B0EF212F048}"/>
              </a:ext>
            </a:extLst>
          </p:cNvPr>
          <p:cNvSpPr txBox="1"/>
          <p:nvPr/>
        </p:nvSpPr>
        <p:spPr>
          <a:xfrm>
            <a:off x="1807120" y="139084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C932B3CA-E46C-AFEF-2E07-156ED5E40414}"/>
              </a:ext>
            </a:extLst>
          </p:cNvPr>
          <p:cNvSpPr txBox="1"/>
          <p:nvPr/>
        </p:nvSpPr>
        <p:spPr>
          <a:xfrm>
            <a:off x="900078" y="1391785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A3A47C90-6C33-0732-3066-323E3B91F621}"/>
              </a:ext>
            </a:extLst>
          </p:cNvPr>
          <p:cNvSpPr txBox="1"/>
          <p:nvPr/>
        </p:nvSpPr>
        <p:spPr>
          <a:xfrm>
            <a:off x="1225155" y="1389119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A5C8D4A2-EE2F-9589-D814-90FE9751B52F}"/>
              </a:ext>
            </a:extLst>
          </p:cNvPr>
          <p:cNvSpPr txBox="1"/>
          <p:nvPr/>
        </p:nvSpPr>
        <p:spPr>
          <a:xfrm rot="16200000">
            <a:off x="600945" y="985184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4" name="图表 173">
            <a:extLst>
              <a:ext uri="{FF2B5EF4-FFF2-40B4-BE49-F238E27FC236}">
                <a16:creationId xmlns:a16="http://schemas.microsoft.com/office/drawing/2014/main" id="{165BB66D-BB43-9FAF-3AF5-F0A9E38F522D}"/>
              </a:ext>
            </a:extLst>
          </p:cNvPr>
          <p:cNvGraphicFramePr>
            <a:graphicFrameLocks/>
          </p:cNvGraphicFramePr>
          <p:nvPr/>
        </p:nvGraphicFramePr>
        <p:xfrm>
          <a:off x="975559" y="705837"/>
          <a:ext cx="1314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sp>
        <p:nvSpPr>
          <p:cNvPr id="175" name="椭圆 174">
            <a:extLst>
              <a:ext uri="{FF2B5EF4-FFF2-40B4-BE49-F238E27FC236}">
                <a16:creationId xmlns:a16="http://schemas.microsoft.com/office/drawing/2014/main" id="{2B2166EA-3027-FB50-9687-89DE90C3E78E}"/>
              </a:ext>
            </a:extLst>
          </p:cNvPr>
          <p:cNvSpPr/>
          <p:nvPr/>
        </p:nvSpPr>
        <p:spPr>
          <a:xfrm>
            <a:off x="1046569" y="773497"/>
            <a:ext cx="36000" cy="3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9E4B7C1A-A6C4-2DEA-946E-AF4A76D7A3F5}"/>
              </a:ext>
            </a:extLst>
          </p:cNvPr>
          <p:cNvSpPr txBox="1"/>
          <p:nvPr/>
        </p:nvSpPr>
        <p:spPr>
          <a:xfrm>
            <a:off x="1028497" y="695669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2015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67509E69-F3A1-469A-F61A-3D8AE6926F0C}"/>
              </a:ext>
            </a:extLst>
          </p:cNvPr>
          <p:cNvSpPr/>
          <p:nvPr/>
        </p:nvSpPr>
        <p:spPr>
          <a:xfrm>
            <a:off x="1350061" y="773497"/>
            <a:ext cx="36000" cy="3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75911D58-66E1-E2BB-2211-56FB26B6DA36}"/>
              </a:ext>
            </a:extLst>
          </p:cNvPr>
          <p:cNvSpPr txBox="1"/>
          <p:nvPr/>
        </p:nvSpPr>
        <p:spPr>
          <a:xfrm>
            <a:off x="1331989" y="695669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55BC0046-F02F-44A4-7C62-0AB9F82902E1}"/>
              </a:ext>
            </a:extLst>
          </p:cNvPr>
          <p:cNvSpPr/>
          <p:nvPr/>
        </p:nvSpPr>
        <p:spPr>
          <a:xfrm>
            <a:off x="1653929" y="773093"/>
            <a:ext cx="36000" cy="3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381E8148-EF9F-4DCD-EBBE-44721ED0941E}"/>
              </a:ext>
            </a:extLst>
          </p:cNvPr>
          <p:cNvSpPr txBox="1"/>
          <p:nvPr/>
        </p:nvSpPr>
        <p:spPr>
          <a:xfrm>
            <a:off x="1633740" y="695265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EE420CAC-2F7B-86EF-51D3-B1D301E5A522}"/>
              </a:ext>
            </a:extLst>
          </p:cNvPr>
          <p:cNvSpPr txBox="1"/>
          <p:nvPr/>
        </p:nvSpPr>
        <p:spPr>
          <a:xfrm>
            <a:off x="1028497" y="1157282"/>
            <a:ext cx="441992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EF98AFD6-FA2F-C7C7-D53F-FB7E86F679CB}"/>
              </a:ext>
            </a:extLst>
          </p:cNvPr>
          <p:cNvCxnSpPr>
            <a:cxnSpLocks/>
          </p:cNvCxnSpPr>
          <p:nvPr/>
        </p:nvCxnSpPr>
        <p:spPr>
          <a:xfrm>
            <a:off x="1320309" y="1078253"/>
            <a:ext cx="132031" cy="306299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BBA2F476-CFFD-F20A-9F93-A585E527E6D6}"/>
              </a:ext>
            </a:extLst>
          </p:cNvPr>
          <p:cNvCxnSpPr>
            <a:cxnSpLocks/>
          </p:cNvCxnSpPr>
          <p:nvPr/>
        </p:nvCxnSpPr>
        <p:spPr>
          <a:xfrm flipV="1">
            <a:off x="1869125" y="918909"/>
            <a:ext cx="218002" cy="462878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文本框 203">
            <a:extLst>
              <a:ext uri="{FF2B5EF4-FFF2-40B4-BE49-F238E27FC236}">
                <a16:creationId xmlns:a16="http://schemas.microsoft.com/office/drawing/2014/main" id="{FB7E6030-B20A-30D8-587F-64CEA75A7651}"/>
              </a:ext>
            </a:extLst>
          </p:cNvPr>
          <p:cNvSpPr txBox="1"/>
          <p:nvPr/>
        </p:nvSpPr>
        <p:spPr>
          <a:xfrm>
            <a:off x="1900006" y="1101874"/>
            <a:ext cx="336484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25E7120D-AE04-B9C8-9CCC-4FE35101B243}"/>
              </a:ext>
            </a:extLst>
          </p:cNvPr>
          <p:cNvCxnSpPr/>
          <p:nvPr/>
        </p:nvCxnSpPr>
        <p:spPr>
          <a:xfrm>
            <a:off x="4694319" y="958440"/>
            <a:ext cx="12816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1" name="图表 280">
            <a:extLst>
              <a:ext uri="{FF2B5EF4-FFF2-40B4-BE49-F238E27FC236}">
                <a16:creationId xmlns:a16="http://schemas.microsoft.com/office/drawing/2014/main" id="{7457E62B-930E-9DE7-3B5A-B73E32AA597C}"/>
              </a:ext>
            </a:extLst>
          </p:cNvPr>
          <p:cNvGraphicFramePr>
            <a:graphicFrameLocks/>
          </p:cNvGraphicFramePr>
          <p:nvPr/>
        </p:nvGraphicFramePr>
        <p:xfrm>
          <a:off x="4688771" y="2309966"/>
          <a:ext cx="1288800" cy="8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0"/>
          </a:graphicData>
        </a:graphic>
      </p:graphicFrame>
      <p:graphicFrame>
        <p:nvGraphicFramePr>
          <p:cNvPr id="284" name="图表 283">
            <a:extLst>
              <a:ext uri="{FF2B5EF4-FFF2-40B4-BE49-F238E27FC236}">
                <a16:creationId xmlns:a16="http://schemas.microsoft.com/office/drawing/2014/main" id="{7F1607BE-5E16-8134-5660-479C6D9BF528}"/>
              </a:ext>
            </a:extLst>
          </p:cNvPr>
          <p:cNvGraphicFramePr>
            <a:graphicFrameLocks/>
          </p:cNvGraphicFramePr>
          <p:nvPr/>
        </p:nvGraphicFramePr>
        <p:xfrm>
          <a:off x="1008419" y="2304825"/>
          <a:ext cx="12780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pic>
        <p:nvPicPr>
          <p:cNvPr id="285" name="图形 284" descr="鸭子 纯色填充">
            <a:extLst>
              <a:ext uri="{FF2B5EF4-FFF2-40B4-BE49-F238E27FC236}">
                <a16:creationId xmlns:a16="http://schemas.microsoft.com/office/drawing/2014/main" id="{E432EDCB-D8EF-8484-EC40-81354C5C6952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11958" t="10980" r="11787" b="10771"/>
          <a:stretch>
            <a:fillRect/>
          </a:stretch>
        </p:blipFill>
        <p:spPr>
          <a:xfrm>
            <a:off x="2863156" y="2325758"/>
            <a:ext cx="1436014" cy="715503"/>
          </a:xfrm>
          <a:prstGeom prst="rect">
            <a:avLst/>
          </a:prstGeom>
        </p:spPr>
      </p:pic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FAEA6C02-0898-5559-6E6F-D3BBE3730280}"/>
              </a:ext>
            </a:extLst>
          </p:cNvPr>
          <p:cNvSpPr/>
          <p:nvPr/>
        </p:nvSpPr>
        <p:spPr>
          <a:xfrm>
            <a:off x="860641" y="3190037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0567BAD7-48A6-ECCE-47FF-3828062BB0CB}"/>
              </a:ext>
            </a:extLst>
          </p:cNvPr>
          <p:cNvSpPr/>
          <p:nvPr/>
        </p:nvSpPr>
        <p:spPr>
          <a:xfrm>
            <a:off x="4554857" y="3185883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6012C559-FCFD-9730-9F3C-4FB18C250650}"/>
              </a:ext>
            </a:extLst>
          </p:cNvPr>
          <p:cNvSpPr/>
          <p:nvPr/>
        </p:nvSpPr>
        <p:spPr>
          <a:xfrm>
            <a:off x="2726466" y="3190037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A64CF5C4-D624-76B0-CB96-F8826DF9BA83}"/>
              </a:ext>
            </a:extLst>
          </p:cNvPr>
          <p:cNvSpPr txBox="1"/>
          <p:nvPr/>
        </p:nvSpPr>
        <p:spPr>
          <a:xfrm>
            <a:off x="1026586" y="3307193"/>
            <a:ext cx="1212191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Large-scale electricity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9054BDCC-0B7A-414B-7598-DBBE8A4AF347}"/>
              </a:ext>
            </a:extLst>
          </p:cNvPr>
          <p:cNvSpPr txBox="1"/>
          <p:nvPr/>
        </p:nvSpPr>
        <p:spPr>
          <a:xfrm>
            <a:off x="3088780" y="3307193"/>
            <a:ext cx="845103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Grid interconnector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E225AD65-2F83-6192-96EB-1A30663A7290}"/>
              </a:ext>
            </a:extLst>
          </p:cNvPr>
          <p:cNvSpPr txBox="1"/>
          <p:nvPr/>
        </p:nvSpPr>
        <p:spPr>
          <a:xfrm>
            <a:off x="4789692" y="3311053"/>
            <a:ext cx="960520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Demand-side flexibility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93" name="图表 292">
            <a:extLst>
              <a:ext uri="{FF2B5EF4-FFF2-40B4-BE49-F238E27FC236}">
                <a16:creationId xmlns:a16="http://schemas.microsoft.com/office/drawing/2014/main" id="{2FA8E5E8-A107-86E1-D0B4-F6CD61DBF787}"/>
              </a:ext>
            </a:extLst>
          </p:cNvPr>
          <p:cNvGraphicFramePr>
            <a:graphicFrameLocks/>
          </p:cNvGraphicFramePr>
          <p:nvPr/>
        </p:nvGraphicFramePr>
        <p:xfrm>
          <a:off x="869137" y="2748385"/>
          <a:ext cx="1548000" cy="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sp>
        <p:nvSpPr>
          <p:cNvPr id="294" name="文本框 293">
            <a:extLst>
              <a:ext uri="{FF2B5EF4-FFF2-40B4-BE49-F238E27FC236}">
                <a16:creationId xmlns:a16="http://schemas.microsoft.com/office/drawing/2014/main" id="{2F39F9A0-9C1C-63D5-6D31-A01AF77A4CF0}"/>
              </a:ext>
            </a:extLst>
          </p:cNvPr>
          <p:cNvSpPr txBox="1"/>
          <p:nvPr/>
        </p:nvSpPr>
        <p:spPr>
          <a:xfrm rot="16200000">
            <a:off x="604154" y="2631100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6DEAC8A1-44F3-9224-60FA-354F4F8573F2}"/>
              </a:ext>
            </a:extLst>
          </p:cNvPr>
          <p:cNvCxnSpPr>
            <a:cxnSpLocks/>
          </p:cNvCxnSpPr>
          <p:nvPr/>
        </p:nvCxnSpPr>
        <p:spPr>
          <a:xfrm>
            <a:off x="1004665" y="3085610"/>
            <a:ext cx="129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398543E0-6314-4CB1-0CEB-201DEE76428C}"/>
              </a:ext>
            </a:extLst>
          </p:cNvPr>
          <p:cNvCxnSpPr>
            <a:cxnSpLocks/>
          </p:cNvCxnSpPr>
          <p:nvPr/>
        </p:nvCxnSpPr>
        <p:spPr>
          <a:xfrm rot="5400000">
            <a:off x="860665" y="3005757"/>
            <a:ext cx="28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7" name="组合 296">
            <a:extLst>
              <a:ext uri="{FF2B5EF4-FFF2-40B4-BE49-F238E27FC236}">
                <a16:creationId xmlns:a16="http://schemas.microsoft.com/office/drawing/2014/main" id="{EB851375-6439-979A-D9B7-CE237907FBDC}"/>
              </a:ext>
            </a:extLst>
          </p:cNvPr>
          <p:cNvGrpSpPr/>
          <p:nvPr/>
        </p:nvGrpSpPr>
        <p:grpSpPr>
          <a:xfrm>
            <a:off x="905665" y="2290494"/>
            <a:ext cx="1481241" cy="564371"/>
            <a:chOff x="906916" y="685238"/>
            <a:chExt cx="1481241" cy="564371"/>
          </a:xfrm>
        </p:grpSpPr>
        <p:grpSp>
          <p:nvGrpSpPr>
            <p:cNvPr id="298" name="组合 297">
              <a:extLst>
                <a:ext uri="{FF2B5EF4-FFF2-40B4-BE49-F238E27FC236}">
                  <a16:creationId xmlns:a16="http://schemas.microsoft.com/office/drawing/2014/main" id="{F97CFA80-8A83-3523-1E2E-BBCB43830ADB}"/>
                </a:ext>
              </a:extLst>
            </p:cNvPr>
            <p:cNvGrpSpPr/>
            <p:nvPr/>
          </p:nvGrpSpPr>
          <p:grpSpPr>
            <a:xfrm>
              <a:off x="1005916" y="685238"/>
              <a:ext cx="1296000" cy="396000"/>
              <a:chOff x="1027447" y="697785"/>
              <a:chExt cx="1296000" cy="396000"/>
            </a:xfrm>
          </p:grpSpPr>
          <p:sp>
            <p:nvSpPr>
              <p:cNvPr id="302" name="任意多边形: 形状 301">
                <a:extLst>
                  <a:ext uri="{FF2B5EF4-FFF2-40B4-BE49-F238E27FC236}">
                    <a16:creationId xmlns:a16="http://schemas.microsoft.com/office/drawing/2014/main" id="{5FE938D8-043B-FFC6-8FBF-D49E70666F28}"/>
                  </a:ext>
                </a:extLst>
              </p:cNvPr>
              <p:cNvSpPr/>
              <p:nvPr/>
            </p:nvSpPr>
            <p:spPr>
              <a:xfrm>
                <a:off x="1027447" y="697785"/>
                <a:ext cx="1296000" cy="396000"/>
              </a:xfrm>
              <a:custGeom>
                <a:avLst/>
                <a:gdLst>
                  <a:gd name="connsiteX0" fmla="*/ 0 w 1444625"/>
                  <a:gd name="connsiteY0" fmla="*/ 0 h 527050"/>
                  <a:gd name="connsiteX1" fmla="*/ 0 w 1444625"/>
                  <a:gd name="connsiteY1" fmla="*/ 525462 h 527050"/>
                  <a:gd name="connsiteX2" fmla="*/ 1444625 w 1444625"/>
                  <a:gd name="connsiteY2" fmla="*/ 527050 h 527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4625" h="527050">
                    <a:moveTo>
                      <a:pt x="0" y="0"/>
                    </a:moveTo>
                    <a:lnTo>
                      <a:pt x="0" y="525462"/>
                    </a:lnTo>
                    <a:lnTo>
                      <a:pt x="1444625" y="527050"/>
                    </a:lnTo>
                  </a:path>
                </a:pathLst>
              </a:cu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4" name="文本框 303">
                <a:extLst>
                  <a:ext uri="{FF2B5EF4-FFF2-40B4-BE49-F238E27FC236}">
                    <a16:creationId xmlns:a16="http://schemas.microsoft.com/office/drawing/2014/main" id="{05001B0C-7294-647B-4CFC-63B040EDA44C}"/>
                  </a:ext>
                </a:extLst>
              </p:cNvPr>
              <p:cNvSpPr txBox="1"/>
              <p:nvPr/>
            </p:nvSpPr>
            <p:spPr>
              <a:xfrm>
                <a:off x="1281895" y="891697"/>
                <a:ext cx="615874" cy="18466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zh-CN" sz="600">
                    <a:latin typeface="Arial" panose="020B0604020202020204" pitchFamily="34" charset="0"/>
                    <a:cs typeface="Arial" panose="020B0604020202020204" pitchFamily="34" charset="0"/>
                  </a:rPr>
                  <a:t>Dunkelflaute</a:t>
                </a:r>
                <a:endParaRPr lang="en-GB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99" name="文本框 298">
              <a:extLst>
                <a:ext uri="{FF2B5EF4-FFF2-40B4-BE49-F238E27FC236}">
                  <a16:creationId xmlns:a16="http://schemas.microsoft.com/office/drawing/2014/main" id="{0911F176-9655-BA0B-EC62-85F1F59BC778}"/>
                </a:ext>
              </a:extLst>
            </p:cNvPr>
            <p:cNvSpPr txBox="1"/>
            <p:nvPr/>
          </p:nvSpPr>
          <p:spPr>
            <a:xfrm>
              <a:off x="906916" y="1064943"/>
              <a:ext cx="36580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Day1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0" name="文本框 299">
              <a:extLst>
                <a:ext uri="{FF2B5EF4-FFF2-40B4-BE49-F238E27FC236}">
                  <a16:creationId xmlns:a16="http://schemas.microsoft.com/office/drawing/2014/main" id="{7061E45D-82FE-FD6E-B06B-C17A31D54778}"/>
                </a:ext>
              </a:extLst>
            </p:cNvPr>
            <p:cNvSpPr txBox="1"/>
            <p:nvPr/>
          </p:nvSpPr>
          <p:spPr>
            <a:xfrm>
              <a:off x="1451019" y="1064943"/>
              <a:ext cx="36580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Day7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1" name="文本框 300">
              <a:extLst>
                <a:ext uri="{FF2B5EF4-FFF2-40B4-BE49-F238E27FC236}">
                  <a16:creationId xmlns:a16="http://schemas.microsoft.com/office/drawing/2014/main" id="{435EF6E6-C38D-5877-3CA4-7A31B5CF1943}"/>
                </a:ext>
              </a:extLst>
            </p:cNvPr>
            <p:cNvSpPr txBox="1"/>
            <p:nvPr/>
          </p:nvSpPr>
          <p:spPr>
            <a:xfrm>
              <a:off x="1979071" y="1064943"/>
              <a:ext cx="4090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Day12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762756A8-6FBB-9720-65C2-48BA8B44EEC9}"/>
              </a:ext>
            </a:extLst>
          </p:cNvPr>
          <p:cNvSpPr/>
          <p:nvPr/>
        </p:nvSpPr>
        <p:spPr>
          <a:xfrm>
            <a:off x="2866480" y="2316260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DE29B73B-104E-8512-6AEA-ECE541D8E081}"/>
              </a:ext>
            </a:extLst>
          </p:cNvPr>
          <p:cNvSpPr txBox="1"/>
          <p:nvPr/>
        </p:nvSpPr>
        <p:spPr>
          <a:xfrm>
            <a:off x="3374686" y="2996099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C25574C6-E5EC-5284-A585-9A8596839299}"/>
              </a:ext>
            </a:extLst>
          </p:cNvPr>
          <p:cNvSpPr txBox="1"/>
          <p:nvPr/>
        </p:nvSpPr>
        <p:spPr>
          <a:xfrm>
            <a:off x="3969214" y="2996099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090EF0E6-874C-73DC-A33E-77F6211B211A}"/>
              </a:ext>
            </a:extLst>
          </p:cNvPr>
          <p:cNvSpPr txBox="1"/>
          <p:nvPr/>
        </p:nvSpPr>
        <p:spPr>
          <a:xfrm>
            <a:off x="3676393" y="2996099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55AFAFEF-7E1A-0F63-729C-26407CC67BA6}"/>
              </a:ext>
            </a:extLst>
          </p:cNvPr>
          <p:cNvSpPr txBox="1"/>
          <p:nvPr/>
        </p:nvSpPr>
        <p:spPr>
          <a:xfrm>
            <a:off x="2769351" y="2997041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17E6FE66-C015-90C4-2F56-8F186F98AA25}"/>
              </a:ext>
            </a:extLst>
          </p:cNvPr>
          <p:cNvSpPr txBox="1"/>
          <p:nvPr/>
        </p:nvSpPr>
        <p:spPr>
          <a:xfrm>
            <a:off x="3094428" y="2994375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60D0EAD5-F04E-9A6C-75B0-E34DE9AB559C}"/>
              </a:ext>
            </a:extLst>
          </p:cNvPr>
          <p:cNvSpPr txBox="1"/>
          <p:nvPr/>
        </p:nvSpPr>
        <p:spPr>
          <a:xfrm rot="16200000">
            <a:off x="2470218" y="2590440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12" name="图表 311">
            <a:extLst>
              <a:ext uri="{FF2B5EF4-FFF2-40B4-BE49-F238E27FC236}">
                <a16:creationId xmlns:a16="http://schemas.microsoft.com/office/drawing/2014/main" id="{901BDA2E-E4F2-1713-6D77-5B6E25561E86}"/>
              </a:ext>
            </a:extLst>
          </p:cNvPr>
          <p:cNvGraphicFramePr>
            <a:graphicFrameLocks/>
          </p:cNvGraphicFramePr>
          <p:nvPr/>
        </p:nvGraphicFramePr>
        <p:xfrm>
          <a:off x="2844832" y="2311093"/>
          <a:ext cx="1314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sp>
        <p:nvSpPr>
          <p:cNvPr id="313" name="椭圆 312">
            <a:extLst>
              <a:ext uri="{FF2B5EF4-FFF2-40B4-BE49-F238E27FC236}">
                <a16:creationId xmlns:a16="http://schemas.microsoft.com/office/drawing/2014/main" id="{7FACFB8B-12CB-7C83-20C0-C75092EC3E8B}"/>
              </a:ext>
            </a:extLst>
          </p:cNvPr>
          <p:cNvSpPr/>
          <p:nvPr/>
        </p:nvSpPr>
        <p:spPr>
          <a:xfrm>
            <a:off x="2915842" y="2378753"/>
            <a:ext cx="36000" cy="3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736B442B-634C-A633-B76F-06638D34B374}"/>
              </a:ext>
            </a:extLst>
          </p:cNvPr>
          <p:cNvSpPr txBox="1"/>
          <p:nvPr/>
        </p:nvSpPr>
        <p:spPr>
          <a:xfrm>
            <a:off x="2897770" y="2300925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2015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椭圆 314">
            <a:extLst>
              <a:ext uri="{FF2B5EF4-FFF2-40B4-BE49-F238E27FC236}">
                <a16:creationId xmlns:a16="http://schemas.microsoft.com/office/drawing/2014/main" id="{65FCB435-3026-FBF6-566B-8402D0DDBC2C}"/>
              </a:ext>
            </a:extLst>
          </p:cNvPr>
          <p:cNvSpPr/>
          <p:nvPr/>
        </p:nvSpPr>
        <p:spPr>
          <a:xfrm>
            <a:off x="3219334" y="2378753"/>
            <a:ext cx="36000" cy="3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文本框 315">
            <a:extLst>
              <a:ext uri="{FF2B5EF4-FFF2-40B4-BE49-F238E27FC236}">
                <a16:creationId xmlns:a16="http://schemas.microsoft.com/office/drawing/2014/main" id="{D9C27301-760B-4EF7-8359-66869CA24347}"/>
              </a:ext>
            </a:extLst>
          </p:cNvPr>
          <p:cNvSpPr txBox="1"/>
          <p:nvPr/>
        </p:nvSpPr>
        <p:spPr>
          <a:xfrm>
            <a:off x="3201262" y="2300925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" name="椭圆 316">
            <a:extLst>
              <a:ext uri="{FF2B5EF4-FFF2-40B4-BE49-F238E27FC236}">
                <a16:creationId xmlns:a16="http://schemas.microsoft.com/office/drawing/2014/main" id="{F3DF4AE7-4E05-82CD-4409-48EF2EB25693}"/>
              </a:ext>
            </a:extLst>
          </p:cNvPr>
          <p:cNvSpPr/>
          <p:nvPr/>
        </p:nvSpPr>
        <p:spPr>
          <a:xfrm>
            <a:off x="3523202" y="2378349"/>
            <a:ext cx="36000" cy="3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3019A5D6-347D-D9C8-CE36-3C0C85B6F778}"/>
              </a:ext>
            </a:extLst>
          </p:cNvPr>
          <p:cNvSpPr txBox="1"/>
          <p:nvPr/>
        </p:nvSpPr>
        <p:spPr>
          <a:xfrm>
            <a:off x="3503013" y="2300521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9" name="文本框 318">
            <a:extLst>
              <a:ext uri="{FF2B5EF4-FFF2-40B4-BE49-F238E27FC236}">
                <a16:creationId xmlns:a16="http://schemas.microsoft.com/office/drawing/2014/main" id="{B06D74A5-AB9C-BC6F-70AA-D06D173E3771}"/>
              </a:ext>
            </a:extLst>
          </p:cNvPr>
          <p:cNvSpPr txBox="1"/>
          <p:nvPr/>
        </p:nvSpPr>
        <p:spPr>
          <a:xfrm>
            <a:off x="2897770" y="2762538"/>
            <a:ext cx="441992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0" name="直接箭头连接符 319">
            <a:extLst>
              <a:ext uri="{FF2B5EF4-FFF2-40B4-BE49-F238E27FC236}">
                <a16:creationId xmlns:a16="http://schemas.microsoft.com/office/drawing/2014/main" id="{5F6EC748-3E84-5505-E562-CA80DCF650F2}"/>
              </a:ext>
            </a:extLst>
          </p:cNvPr>
          <p:cNvCxnSpPr>
            <a:cxnSpLocks/>
          </p:cNvCxnSpPr>
          <p:nvPr/>
        </p:nvCxnSpPr>
        <p:spPr>
          <a:xfrm>
            <a:off x="3189582" y="2683509"/>
            <a:ext cx="132031" cy="306299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直接箭头连接符 320">
            <a:extLst>
              <a:ext uri="{FF2B5EF4-FFF2-40B4-BE49-F238E27FC236}">
                <a16:creationId xmlns:a16="http://schemas.microsoft.com/office/drawing/2014/main" id="{5C08D91E-09C5-DCB0-0E51-43DBB4DD91A8}"/>
              </a:ext>
            </a:extLst>
          </p:cNvPr>
          <p:cNvCxnSpPr>
            <a:cxnSpLocks/>
          </p:cNvCxnSpPr>
          <p:nvPr/>
        </p:nvCxnSpPr>
        <p:spPr>
          <a:xfrm flipV="1">
            <a:off x="3738398" y="2524165"/>
            <a:ext cx="218002" cy="462878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任意多边形: 形状 321">
            <a:extLst>
              <a:ext uri="{FF2B5EF4-FFF2-40B4-BE49-F238E27FC236}">
                <a16:creationId xmlns:a16="http://schemas.microsoft.com/office/drawing/2014/main" id="{98A629CB-FB12-92DA-5CB6-E5A00213602B}"/>
              </a:ext>
            </a:extLst>
          </p:cNvPr>
          <p:cNvSpPr/>
          <p:nvPr/>
        </p:nvSpPr>
        <p:spPr>
          <a:xfrm>
            <a:off x="4692352" y="2336762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56C2E38B-13BC-15B0-DBBC-7EDD32FADA7F}"/>
              </a:ext>
            </a:extLst>
          </p:cNvPr>
          <p:cNvSpPr txBox="1"/>
          <p:nvPr/>
        </p:nvSpPr>
        <p:spPr>
          <a:xfrm>
            <a:off x="5200558" y="301660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30AA252E-7302-F081-94EC-B0093C6D1E2D}"/>
              </a:ext>
            </a:extLst>
          </p:cNvPr>
          <p:cNvSpPr txBox="1"/>
          <p:nvPr/>
        </p:nvSpPr>
        <p:spPr>
          <a:xfrm>
            <a:off x="5795086" y="301660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2E635CD6-6441-BEA7-4254-E0301E4EB83A}"/>
              </a:ext>
            </a:extLst>
          </p:cNvPr>
          <p:cNvSpPr txBox="1"/>
          <p:nvPr/>
        </p:nvSpPr>
        <p:spPr>
          <a:xfrm>
            <a:off x="5502265" y="301660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6" name="文本框 325">
            <a:extLst>
              <a:ext uri="{FF2B5EF4-FFF2-40B4-BE49-F238E27FC236}">
                <a16:creationId xmlns:a16="http://schemas.microsoft.com/office/drawing/2014/main" id="{74A261DE-9967-40A4-B88C-CA4EA273C98A}"/>
              </a:ext>
            </a:extLst>
          </p:cNvPr>
          <p:cNvSpPr txBox="1"/>
          <p:nvPr/>
        </p:nvSpPr>
        <p:spPr>
          <a:xfrm>
            <a:off x="4595223" y="3017543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EFB11DB1-AE41-777A-13C3-036BC1C56852}"/>
              </a:ext>
            </a:extLst>
          </p:cNvPr>
          <p:cNvSpPr txBox="1"/>
          <p:nvPr/>
        </p:nvSpPr>
        <p:spPr>
          <a:xfrm>
            <a:off x="4920300" y="3014877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D17513C5-A3E1-1251-50CC-D9A1F2FD3F16}"/>
              </a:ext>
            </a:extLst>
          </p:cNvPr>
          <p:cNvSpPr txBox="1"/>
          <p:nvPr/>
        </p:nvSpPr>
        <p:spPr>
          <a:xfrm rot="16200000">
            <a:off x="4296090" y="2610943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9" name="文本框 328">
            <a:extLst>
              <a:ext uri="{FF2B5EF4-FFF2-40B4-BE49-F238E27FC236}">
                <a16:creationId xmlns:a16="http://schemas.microsoft.com/office/drawing/2014/main" id="{010AC068-7BB0-EA9F-B706-5EF1D172DB08}"/>
              </a:ext>
            </a:extLst>
          </p:cNvPr>
          <p:cNvSpPr txBox="1"/>
          <p:nvPr/>
        </p:nvSpPr>
        <p:spPr>
          <a:xfrm>
            <a:off x="5184995" y="2567440"/>
            <a:ext cx="64953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Peak shaving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文本框 329">
            <a:extLst>
              <a:ext uri="{FF2B5EF4-FFF2-40B4-BE49-F238E27FC236}">
                <a16:creationId xmlns:a16="http://schemas.microsoft.com/office/drawing/2014/main" id="{7610A50A-F3EA-8B80-6EB1-7B616D8C9CA9}"/>
              </a:ext>
            </a:extLst>
          </p:cNvPr>
          <p:cNvSpPr txBox="1"/>
          <p:nvPr/>
        </p:nvSpPr>
        <p:spPr>
          <a:xfrm>
            <a:off x="1248111" y="2821838"/>
            <a:ext cx="577402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Imbalances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E0EF0965-07E2-BBD1-B757-64F589F54137}"/>
              </a:ext>
            </a:extLst>
          </p:cNvPr>
          <p:cNvSpPr txBox="1"/>
          <p:nvPr/>
        </p:nvSpPr>
        <p:spPr>
          <a:xfrm>
            <a:off x="786896" y="2171728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文本框 331">
            <a:extLst>
              <a:ext uri="{FF2B5EF4-FFF2-40B4-BE49-F238E27FC236}">
                <a16:creationId xmlns:a16="http://schemas.microsoft.com/office/drawing/2014/main" id="{8DCA0D80-2252-504B-1DB5-A15F6FE5CC91}"/>
              </a:ext>
            </a:extLst>
          </p:cNvPr>
          <p:cNvSpPr txBox="1"/>
          <p:nvPr/>
        </p:nvSpPr>
        <p:spPr>
          <a:xfrm>
            <a:off x="2642964" y="2168703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DA00D30D-DDE6-5BA1-7AF0-7912E279468C}"/>
              </a:ext>
            </a:extLst>
          </p:cNvPr>
          <p:cNvSpPr txBox="1"/>
          <p:nvPr/>
        </p:nvSpPr>
        <p:spPr>
          <a:xfrm>
            <a:off x="4478674" y="2168703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4" name="文本框 333">
            <a:extLst>
              <a:ext uri="{FF2B5EF4-FFF2-40B4-BE49-F238E27FC236}">
                <a16:creationId xmlns:a16="http://schemas.microsoft.com/office/drawing/2014/main" id="{9A523799-C536-D147-4ACF-D156C3CB95B1}"/>
              </a:ext>
            </a:extLst>
          </p:cNvPr>
          <p:cNvSpPr txBox="1"/>
          <p:nvPr/>
        </p:nvSpPr>
        <p:spPr>
          <a:xfrm>
            <a:off x="3769279" y="2707130"/>
            <a:ext cx="336484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5" name="直接连接符 334">
            <a:extLst>
              <a:ext uri="{FF2B5EF4-FFF2-40B4-BE49-F238E27FC236}">
                <a16:creationId xmlns:a16="http://schemas.microsoft.com/office/drawing/2014/main" id="{021F283B-224B-09E6-4605-513661AA735E}"/>
              </a:ext>
            </a:extLst>
          </p:cNvPr>
          <p:cNvCxnSpPr/>
          <p:nvPr/>
        </p:nvCxnSpPr>
        <p:spPr>
          <a:xfrm>
            <a:off x="4693068" y="2563696"/>
            <a:ext cx="12816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AE582E3C-FB8C-1F8A-8020-8E1D9BDC1C01}"/>
              </a:ext>
            </a:extLst>
          </p:cNvPr>
          <p:cNvCxnSpPr>
            <a:cxnSpLocks/>
          </p:cNvCxnSpPr>
          <p:nvPr/>
        </p:nvCxnSpPr>
        <p:spPr>
          <a:xfrm rot="5400000">
            <a:off x="5557971" y="8042283"/>
            <a:ext cx="540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0573E8BE-C977-3B44-D8D2-D50B40700B75}"/>
              </a:ext>
            </a:extLst>
          </p:cNvPr>
          <p:cNvSpPr/>
          <p:nvPr/>
        </p:nvSpPr>
        <p:spPr>
          <a:xfrm flipV="1">
            <a:off x="861892" y="7443906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0E426538-AACF-EC26-CD51-5C2FE6930B17}"/>
              </a:ext>
            </a:extLst>
          </p:cNvPr>
          <p:cNvSpPr/>
          <p:nvPr/>
        </p:nvSpPr>
        <p:spPr>
          <a:xfrm flipV="1">
            <a:off x="2727717" y="7441729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AE56EF78-EB1E-E4F8-57C1-D638A4DB3A58}"/>
              </a:ext>
            </a:extLst>
          </p:cNvPr>
          <p:cNvSpPr/>
          <p:nvPr/>
        </p:nvSpPr>
        <p:spPr>
          <a:xfrm flipV="1">
            <a:off x="4556108" y="7443061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3F2DB37C-3B07-9574-51E7-78F5013C0B38}"/>
              </a:ext>
            </a:extLst>
          </p:cNvPr>
          <p:cNvSpPr txBox="1"/>
          <p:nvPr/>
        </p:nvSpPr>
        <p:spPr>
          <a:xfrm>
            <a:off x="1158150" y="7169172"/>
            <a:ext cx="843501" cy="1846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Power-to-hydrogen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D85535D3-0602-642D-4238-D3B0ACFBB792}"/>
              </a:ext>
            </a:extLst>
          </p:cNvPr>
          <p:cNvSpPr txBox="1"/>
          <p:nvPr/>
        </p:nvSpPr>
        <p:spPr>
          <a:xfrm>
            <a:off x="2918593" y="7174189"/>
            <a:ext cx="1050289" cy="1846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Combine heat and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33682414-3E41-D59F-18E3-9D81D3029989}"/>
              </a:ext>
            </a:extLst>
          </p:cNvPr>
          <p:cNvSpPr txBox="1"/>
          <p:nvPr/>
        </p:nvSpPr>
        <p:spPr>
          <a:xfrm>
            <a:off x="4886314" y="7169172"/>
            <a:ext cx="769763" cy="1846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 err="1">
                <a:latin typeface="Arial" panose="020B0604020202020204" pitchFamily="34" charset="0"/>
                <a:cs typeface="Arial" panose="020B0604020202020204" pitchFamily="34" charset="0"/>
              </a:rPr>
              <a:t>Linkpack</a:t>
            </a: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8" name="任意多边形: 形状 397">
            <a:extLst>
              <a:ext uri="{FF2B5EF4-FFF2-40B4-BE49-F238E27FC236}">
                <a16:creationId xmlns:a16="http://schemas.microsoft.com/office/drawing/2014/main" id="{81B94AF8-0465-03DC-61D3-2AF30222D763}"/>
              </a:ext>
            </a:extLst>
          </p:cNvPr>
          <p:cNvSpPr/>
          <p:nvPr/>
        </p:nvSpPr>
        <p:spPr>
          <a:xfrm>
            <a:off x="1006464" y="7594600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BEB4A8AB-9AF8-A31D-4C4B-4BA1B2F5A37D}"/>
              </a:ext>
            </a:extLst>
          </p:cNvPr>
          <p:cNvSpPr txBox="1"/>
          <p:nvPr/>
        </p:nvSpPr>
        <p:spPr>
          <a:xfrm>
            <a:off x="1826764" y="8274439"/>
            <a:ext cx="5693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Time (sec.)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2CE46888-824A-36DF-CC62-54565F7081CD}"/>
              </a:ext>
            </a:extLst>
          </p:cNvPr>
          <p:cNvSpPr txBox="1"/>
          <p:nvPr/>
        </p:nvSpPr>
        <p:spPr>
          <a:xfrm rot="16200000">
            <a:off x="555702" y="7865606"/>
            <a:ext cx="71686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Frequency (Hz)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759AA447-38EC-AA60-71AD-5D33B9CC8DB1}"/>
              </a:ext>
            </a:extLst>
          </p:cNvPr>
          <p:cNvSpPr txBox="1"/>
          <p:nvPr/>
        </p:nvSpPr>
        <p:spPr>
          <a:xfrm>
            <a:off x="1009670" y="7491087"/>
            <a:ext cx="92204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Instant of disturbance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2" name="文本框 401">
            <a:extLst>
              <a:ext uri="{FF2B5EF4-FFF2-40B4-BE49-F238E27FC236}">
                <a16:creationId xmlns:a16="http://schemas.microsoft.com/office/drawing/2014/main" id="{ED48103A-638D-A881-8D3A-B2975C287164}"/>
              </a:ext>
            </a:extLst>
          </p:cNvPr>
          <p:cNvSpPr txBox="1"/>
          <p:nvPr/>
        </p:nvSpPr>
        <p:spPr>
          <a:xfrm>
            <a:off x="792501" y="7448309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3" name="组合 402">
            <a:extLst>
              <a:ext uri="{FF2B5EF4-FFF2-40B4-BE49-F238E27FC236}">
                <a16:creationId xmlns:a16="http://schemas.microsoft.com/office/drawing/2014/main" id="{F02B333C-6DC3-88BD-37F4-C8846DCC30D7}"/>
              </a:ext>
            </a:extLst>
          </p:cNvPr>
          <p:cNvGrpSpPr/>
          <p:nvPr/>
        </p:nvGrpSpPr>
        <p:grpSpPr>
          <a:xfrm>
            <a:off x="1008525" y="7766882"/>
            <a:ext cx="1232733" cy="225173"/>
            <a:chOff x="972810" y="6588911"/>
            <a:chExt cx="1232733" cy="225173"/>
          </a:xfrm>
        </p:grpSpPr>
        <p:sp>
          <p:nvSpPr>
            <p:cNvPr id="404" name="任意多边形: 形状 403">
              <a:extLst>
                <a:ext uri="{FF2B5EF4-FFF2-40B4-BE49-F238E27FC236}">
                  <a16:creationId xmlns:a16="http://schemas.microsoft.com/office/drawing/2014/main" id="{391386A8-03D9-1564-644A-A09A31D77AEC}"/>
                </a:ext>
              </a:extLst>
            </p:cNvPr>
            <p:cNvSpPr/>
            <p:nvPr/>
          </p:nvSpPr>
          <p:spPr>
            <a:xfrm>
              <a:off x="1161257" y="6588911"/>
              <a:ext cx="523875" cy="225173"/>
            </a:xfrm>
            <a:custGeom>
              <a:avLst/>
              <a:gdLst>
                <a:gd name="connsiteX0" fmla="*/ 0 w 523875"/>
                <a:gd name="connsiteY0" fmla="*/ 0 h 233967"/>
                <a:gd name="connsiteX1" fmla="*/ 164306 w 523875"/>
                <a:gd name="connsiteY1" fmla="*/ 230981 h 233967"/>
                <a:gd name="connsiteX2" fmla="*/ 364331 w 523875"/>
                <a:gd name="connsiteY2" fmla="*/ 133350 h 233967"/>
                <a:gd name="connsiteX3" fmla="*/ 473869 w 523875"/>
                <a:gd name="connsiteY3" fmla="*/ 164306 h 233967"/>
                <a:gd name="connsiteX4" fmla="*/ 523875 w 523875"/>
                <a:gd name="connsiteY4" fmla="*/ 150019 h 233967"/>
                <a:gd name="connsiteX0" fmla="*/ 0 w 523875"/>
                <a:gd name="connsiteY0" fmla="*/ 0 h 229304"/>
                <a:gd name="connsiteX1" fmla="*/ 135731 w 523875"/>
                <a:gd name="connsiteY1" fmla="*/ 226219 h 229304"/>
                <a:gd name="connsiteX2" fmla="*/ 364331 w 523875"/>
                <a:gd name="connsiteY2" fmla="*/ 133350 h 229304"/>
                <a:gd name="connsiteX3" fmla="*/ 473869 w 523875"/>
                <a:gd name="connsiteY3" fmla="*/ 164306 h 229304"/>
                <a:gd name="connsiteX4" fmla="*/ 523875 w 523875"/>
                <a:gd name="connsiteY4" fmla="*/ 150019 h 229304"/>
                <a:gd name="connsiteX0" fmla="*/ 0 w 523875"/>
                <a:gd name="connsiteY0" fmla="*/ 0 h 231635"/>
                <a:gd name="connsiteX1" fmla="*/ 145256 w 523875"/>
                <a:gd name="connsiteY1" fmla="*/ 228600 h 231635"/>
                <a:gd name="connsiteX2" fmla="*/ 364331 w 523875"/>
                <a:gd name="connsiteY2" fmla="*/ 133350 h 231635"/>
                <a:gd name="connsiteX3" fmla="*/ 473869 w 523875"/>
                <a:gd name="connsiteY3" fmla="*/ 164306 h 231635"/>
                <a:gd name="connsiteX4" fmla="*/ 523875 w 523875"/>
                <a:gd name="connsiteY4" fmla="*/ 150019 h 231635"/>
                <a:gd name="connsiteX0" fmla="*/ 0 w 523875"/>
                <a:gd name="connsiteY0" fmla="*/ 0 h 224647"/>
                <a:gd name="connsiteX1" fmla="*/ 147637 w 523875"/>
                <a:gd name="connsiteY1" fmla="*/ 221456 h 224647"/>
                <a:gd name="connsiteX2" fmla="*/ 364331 w 523875"/>
                <a:gd name="connsiteY2" fmla="*/ 133350 h 224647"/>
                <a:gd name="connsiteX3" fmla="*/ 473869 w 523875"/>
                <a:gd name="connsiteY3" fmla="*/ 164306 h 224647"/>
                <a:gd name="connsiteX4" fmla="*/ 523875 w 523875"/>
                <a:gd name="connsiteY4" fmla="*/ 150019 h 224647"/>
                <a:gd name="connsiteX0" fmla="*/ 0 w 523875"/>
                <a:gd name="connsiteY0" fmla="*/ 0 h 225161"/>
                <a:gd name="connsiteX1" fmla="*/ 147637 w 523875"/>
                <a:gd name="connsiteY1" fmla="*/ 221456 h 225161"/>
                <a:gd name="connsiteX2" fmla="*/ 345281 w 523875"/>
                <a:gd name="connsiteY2" fmla="*/ 140494 h 225161"/>
                <a:gd name="connsiteX3" fmla="*/ 473869 w 523875"/>
                <a:gd name="connsiteY3" fmla="*/ 164306 h 225161"/>
                <a:gd name="connsiteX4" fmla="*/ 523875 w 523875"/>
                <a:gd name="connsiteY4" fmla="*/ 150019 h 225161"/>
                <a:gd name="connsiteX0" fmla="*/ 0 w 523875"/>
                <a:gd name="connsiteY0" fmla="*/ 0 h 225136"/>
                <a:gd name="connsiteX1" fmla="*/ 147637 w 523875"/>
                <a:gd name="connsiteY1" fmla="*/ 221456 h 225136"/>
                <a:gd name="connsiteX2" fmla="*/ 345281 w 523875"/>
                <a:gd name="connsiteY2" fmla="*/ 140494 h 225136"/>
                <a:gd name="connsiteX3" fmla="*/ 483394 w 523875"/>
                <a:gd name="connsiteY3" fmla="*/ 169069 h 225136"/>
                <a:gd name="connsiteX4" fmla="*/ 523875 w 523875"/>
                <a:gd name="connsiteY4" fmla="*/ 150019 h 225136"/>
                <a:gd name="connsiteX0" fmla="*/ 0 w 523875"/>
                <a:gd name="connsiteY0" fmla="*/ 0 h 225173"/>
                <a:gd name="connsiteX1" fmla="*/ 147637 w 523875"/>
                <a:gd name="connsiteY1" fmla="*/ 221456 h 225173"/>
                <a:gd name="connsiteX2" fmla="*/ 345281 w 523875"/>
                <a:gd name="connsiteY2" fmla="*/ 140494 h 225173"/>
                <a:gd name="connsiteX3" fmla="*/ 476250 w 523875"/>
                <a:gd name="connsiteY3" fmla="*/ 161925 h 225173"/>
                <a:gd name="connsiteX4" fmla="*/ 523875 w 523875"/>
                <a:gd name="connsiteY4" fmla="*/ 150019 h 2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5" h="225173">
                  <a:moveTo>
                    <a:pt x="0" y="0"/>
                  </a:moveTo>
                  <a:cubicBezTo>
                    <a:pt x="51792" y="104378"/>
                    <a:pt x="90090" y="198040"/>
                    <a:pt x="147637" y="221456"/>
                  </a:cubicBezTo>
                  <a:cubicBezTo>
                    <a:pt x="205184" y="244872"/>
                    <a:pt x="290512" y="150416"/>
                    <a:pt x="345281" y="140494"/>
                  </a:cubicBezTo>
                  <a:cubicBezTo>
                    <a:pt x="400050" y="130572"/>
                    <a:pt x="449659" y="159147"/>
                    <a:pt x="476250" y="161925"/>
                  </a:cubicBezTo>
                  <a:cubicBezTo>
                    <a:pt x="502841" y="164703"/>
                    <a:pt x="512167" y="158551"/>
                    <a:pt x="523875" y="150019"/>
                  </a:cubicBezTo>
                </a:path>
              </a:pathLst>
            </a:cu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5" name="直接连接符 404">
              <a:extLst>
                <a:ext uri="{FF2B5EF4-FFF2-40B4-BE49-F238E27FC236}">
                  <a16:creationId xmlns:a16="http://schemas.microsoft.com/office/drawing/2014/main" id="{C1E94807-EEC0-7F0C-0D8A-51849215C067}"/>
                </a:ext>
              </a:extLst>
            </p:cNvPr>
            <p:cNvCxnSpPr>
              <a:cxnSpLocks/>
            </p:cNvCxnSpPr>
            <p:nvPr/>
          </p:nvCxnSpPr>
          <p:spPr>
            <a:xfrm>
              <a:off x="972810" y="6588911"/>
              <a:ext cx="186859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FD106937-1399-F017-4CF2-CB6F3C72282D}"/>
                </a:ext>
              </a:extLst>
            </p:cNvPr>
            <p:cNvCxnSpPr>
              <a:cxnSpLocks/>
            </p:cNvCxnSpPr>
            <p:nvPr/>
          </p:nvCxnSpPr>
          <p:spPr>
            <a:xfrm>
              <a:off x="1683543" y="6739723"/>
              <a:ext cx="522000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7" name="组合 406">
            <a:extLst>
              <a:ext uri="{FF2B5EF4-FFF2-40B4-BE49-F238E27FC236}">
                <a16:creationId xmlns:a16="http://schemas.microsoft.com/office/drawing/2014/main" id="{F23974E3-EFB9-2910-7B6B-52BE03F6BF78}"/>
              </a:ext>
            </a:extLst>
          </p:cNvPr>
          <p:cNvGrpSpPr/>
          <p:nvPr/>
        </p:nvGrpSpPr>
        <p:grpSpPr>
          <a:xfrm>
            <a:off x="1008528" y="7764496"/>
            <a:ext cx="1232428" cy="355160"/>
            <a:chOff x="972810" y="6422217"/>
            <a:chExt cx="1232428" cy="355160"/>
          </a:xfrm>
        </p:grpSpPr>
        <p:sp>
          <p:nvSpPr>
            <p:cNvPr id="408" name="任意多边形: 形状 407">
              <a:extLst>
                <a:ext uri="{FF2B5EF4-FFF2-40B4-BE49-F238E27FC236}">
                  <a16:creationId xmlns:a16="http://schemas.microsoft.com/office/drawing/2014/main" id="{1DF25BE0-D27D-36BC-3F80-19A8792A4982}"/>
                </a:ext>
              </a:extLst>
            </p:cNvPr>
            <p:cNvSpPr/>
            <p:nvPr/>
          </p:nvSpPr>
          <p:spPr>
            <a:xfrm>
              <a:off x="1162050" y="6422217"/>
              <a:ext cx="611981" cy="355160"/>
            </a:xfrm>
            <a:custGeom>
              <a:avLst/>
              <a:gdLst>
                <a:gd name="connsiteX0" fmla="*/ 0 w 611981"/>
                <a:gd name="connsiteY0" fmla="*/ 0 h 355160"/>
                <a:gd name="connsiteX1" fmla="*/ 80963 w 611981"/>
                <a:gd name="connsiteY1" fmla="*/ 354806 h 355160"/>
                <a:gd name="connsiteX2" fmla="*/ 207169 w 611981"/>
                <a:gd name="connsiteY2" fmla="*/ 69056 h 355160"/>
                <a:gd name="connsiteX3" fmla="*/ 330994 w 611981"/>
                <a:gd name="connsiteY3" fmla="*/ 207169 h 355160"/>
                <a:gd name="connsiteX4" fmla="*/ 461963 w 611981"/>
                <a:gd name="connsiteY4" fmla="*/ 128588 h 355160"/>
                <a:gd name="connsiteX5" fmla="*/ 564356 w 611981"/>
                <a:gd name="connsiteY5" fmla="*/ 169069 h 355160"/>
                <a:gd name="connsiteX6" fmla="*/ 611981 w 611981"/>
                <a:gd name="connsiteY6" fmla="*/ 152400 h 35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1981" h="355160">
                  <a:moveTo>
                    <a:pt x="0" y="0"/>
                  </a:moveTo>
                  <a:cubicBezTo>
                    <a:pt x="23217" y="171648"/>
                    <a:pt x="46435" y="343297"/>
                    <a:pt x="80963" y="354806"/>
                  </a:cubicBezTo>
                  <a:cubicBezTo>
                    <a:pt x="115491" y="366315"/>
                    <a:pt x="165497" y="93662"/>
                    <a:pt x="207169" y="69056"/>
                  </a:cubicBezTo>
                  <a:cubicBezTo>
                    <a:pt x="248841" y="44450"/>
                    <a:pt x="288528" y="197247"/>
                    <a:pt x="330994" y="207169"/>
                  </a:cubicBezTo>
                  <a:cubicBezTo>
                    <a:pt x="373460" y="217091"/>
                    <a:pt x="423069" y="134938"/>
                    <a:pt x="461963" y="128588"/>
                  </a:cubicBezTo>
                  <a:cubicBezTo>
                    <a:pt x="500857" y="122238"/>
                    <a:pt x="539353" y="165100"/>
                    <a:pt x="564356" y="169069"/>
                  </a:cubicBezTo>
                  <a:cubicBezTo>
                    <a:pt x="589359" y="173038"/>
                    <a:pt x="600670" y="162719"/>
                    <a:pt x="611981" y="152400"/>
                  </a:cubicBezTo>
                </a:path>
              </a:pathLst>
            </a:custGeom>
            <a:noFill/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A0D19A73-02CD-00C1-0970-65AF561F4D24}"/>
                </a:ext>
              </a:extLst>
            </p:cNvPr>
            <p:cNvCxnSpPr>
              <a:cxnSpLocks/>
            </p:cNvCxnSpPr>
            <p:nvPr/>
          </p:nvCxnSpPr>
          <p:spPr>
            <a:xfrm>
              <a:off x="972810" y="6424598"/>
              <a:ext cx="186859" cy="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2D339331-3B10-6772-5CB0-06A686BB3A57}"/>
                </a:ext>
              </a:extLst>
            </p:cNvPr>
            <p:cNvCxnSpPr>
              <a:cxnSpLocks/>
            </p:cNvCxnSpPr>
            <p:nvPr/>
          </p:nvCxnSpPr>
          <p:spPr>
            <a:xfrm>
              <a:off x="1773238" y="6576199"/>
              <a:ext cx="432000" cy="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1" name="直接箭头连接符 101">
            <a:extLst>
              <a:ext uri="{FF2B5EF4-FFF2-40B4-BE49-F238E27FC236}">
                <a16:creationId xmlns:a16="http://schemas.microsoft.com/office/drawing/2014/main" id="{3EDCA106-FA2A-EF39-F5DD-E07C503D1065}"/>
              </a:ext>
            </a:extLst>
          </p:cNvPr>
          <p:cNvCxnSpPr>
            <a:cxnSpLocks/>
          </p:cNvCxnSpPr>
          <p:nvPr/>
        </p:nvCxnSpPr>
        <p:spPr>
          <a:xfrm>
            <a:off x="1194841" y="7640909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直接连接符 411">
            <a:extLst>
              <a:ext uri="{FF2B5EF4-FFF2-40B4-BE49-F238E27FC236}">
                <a16:creationId xmlns:a16="http://schemas.microsoft.com/office/drawing/2014/main" id="{6DEEC710-9490-C7FA-B84D-D3B245F2D6AF}"/>
              </a:ext>
            </a:extLst>
          </p:cNvPr>
          <p:cNvCxnSpPr>
            <a:cxnSpLocks/>
          </p:cNvCxnSpPr>
          <p:nvPr/>
        </p:nvCxnSpPr>
        <p:spPr>
          <a:xfrm>
            <a:off x="1194841" y="7765293"/>
            <a:ext cx="71984" cy="507171"/>
          </a:xfrm>
          <a:prstGeom prst="line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直接连接符 412">
            <a:extLst>
              <a:ext uri="{FF2B5EF4-FFF2-40B4-BE49-F238E27FC236}">
                <a16:creationId xmlns:a16="http://schemas.microsoft.com/office/drawing/2014/main" id="{26A3B7BD-91AF-78A6-343B-3BA4D89667DF}"/>
              </a:ext>
            </a:extLst>
          </p:cNvPr>
          <p:cNvCxnSpPr>
            <a:cxnSpLocks/>
          </p:cNvCxnSpPr>
          <p:nvPr/>
        </p:nvCxnSpPr>
        <p:spPr>
          <a:xfrm>
            <a:off x="1194307" y="7764642"/>
            <a:ext cx="201615" cy="433197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A96E51BC-500B-B188-2374-C005D3475D13}"/>
              </a:ext>
            </a:extLst>
          </p:cNvPr>
          <p:cNvCxnSpPr>
            <a:cxnSpLocks/>
          </p:cNvCxnSpPr>
          <p:nvPr/>
        </p:nvCxnSpPr>
        <p:spPr>
          <a:xfrm>
            <a:off x="1342230" y="7992039"/>
            <a:ext cx="414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直接连接符 414">
            <a:extLst>
              <a:ext uri="{FF2B5EF4-FFF2-40B4-BE49-F238E27FC236}">
                <a16:creationId xmlns:a16="http://schemas.microsoft.com/office/drawing/2014/main" id="{45AEF8F0-CA78-5800-EC19-6D9B88792C7D}"/>
              </a:ext>
            </a:extLst>
          </p:cNvPr>
          <p:cNvCxnSpPr>
            <a:cxnSpLocks/>
          </p:cNvCxnSpPr>
          <p:nvPr/>
        </p:nvCxnSpPr>
        <p:spPr>
          <a:xfrm>
            <a:off x="1278034" y="8119036"/>
            <a:ext cx="468000" cy="0"/>
          </a:xfrm>
          <a:prstGeom prst="line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弧形 415">
            <a:extLst>
              <a:ext uri="{FF2B5EF4-FFF2-40B4-BE49-F238E27FC236}">
                <a16:creationId xmlns:a16="http://schemas.microsoft.com/office/drawing/2014/main" id="{DEBCC575-E80C-88F6-0A08-0A2A6AC6FF5C}"/>
              </a:ext>
            </a:extLst>
          </p:cNvPr>
          <p:cNvSpPr/>
          <p:nvPr/>
        </p:nvSpPr>
        <p:spPr>
          <a:xfrm rot="5400000">
            <a:off x="1213518" y="8107017"/>
            <a:ext cx="141270" cy="216781"/>
          </a:xfrm>
          <a:prstGeom prst="arc">
            <a:avLst/>
          </a:prstGeom>
          <a:ln w="6350">
            <a:solidFill>
              <a:schemeClr val="tx1"/>
            </a:solidFill>
            <a:headEnd type="none" w="med" len="med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7" name="直接箭头连接符 101">
            <a:extLst>
              <a:ext uri="{FF2B5EF4-FFF2-40B4-BE49-F238E27FC236}">
                <a16:creationId xmlns:a16="http://schemas.microsoft.com/office/drawing/2014/main" id="{A3138C77-7881-8177-A535-7095DCA41DD5}"/>
              </a:ext>
            </a:extLst>
          </p:cNvPr>
          <p:cNvCxnSpPr>
            <a:cxnSpLocks/>
          </p:cNvCxnSpPr>
          <p:nvPr/>
        </p:nvCxnSpPr>
        <p:spPr>
          <a:xfrm>
            <a:off x="1644965" y="8002332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文本框 417">
            <a:extLst>
              <a:ext uri="{FF2B5EF4-FFF2-40B4-BE49-F238E27FC236}">
                <a16:creationId xmlns:a16="http://schemas.microsoft.com/office/drawing/2014/main" id="{DF86C787-2CE5-BC40-CFC6-7DD4942832C0}"/>
              </a:ext>
            </a:extLst>
          </p:cNvPr>
          <p:cNvSpPr txBox="1"/>
          <p:nvPr/>
        </p:nvSpPr>
        <p:spPr>
          <a:xfrm>
            <a:off x="1648843" y="7960823"/>
            <a:ext cx="68480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Nadir increase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01B5ACC9-D814-B5B4-80AC-1A21828BD124}"/>
              </a:ext>
            </a:extLst>
          </p:cNvPr>
          <p:cNvSpPr txBox="1"/>
          <p:nvPr/>
        </p:nvSpPr>
        <p:spPr>
          <a:xfrm>
            <a:off x="1352136" y="8155669"/>
            <a:ext cx="77617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ROCOF increase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0" name="任意多边形: 形状 419">
            <a:extLst>
              <a:ext uri="{FF2B5EF4-FFF2-40B4-BE49-F238E27FC236}">
                <a16:creationId xmlns:a16="http://schemas.microsoft.com/office/drawing/2014/main" id="{1B9E2DC0-D014-3282-35F2-85F5253DEB47}"/>
              </a:ext>
            </a:extLst>
          </p:cNvPr>
          <p:cNvSpPr/>
          <p:nvPr/>
        </p:nvSpPr>
        <p:spPr>
          <a:xfrm>
            <a:off x="2869543" y="7594600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1" name="文本框 420">
            <a:extLst>
              <a:ext uri="{FF2B5EF4-FFF2-40B4-BE49-F238E27FC236}">
                <a16:creationId xmlns:a16="http://schemas.microsoft.com/office/drawing/2014/main" id="{6B9C63E3-EDE9-D9D3-C7FC-189A7078956E}"/>
              </a:ext>
            </a:extLst>
          </p:cNvPr>
          <p:cNvSpPr txBox="1"/>
          <p:nvPr/>
        </p:nvSpPr>
        <p:spPr>
          <a:xfrm>
            <a:off x="3689843" y="8274439"/>
            <a:ext cx="5693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Time (sec.)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2" name="文本框 421">
            <a:extLst>
              <a:ext uri="{FF2B5EF4-FFF2-40B4-BE49-F238E27FC236}">
                <a16:creationId xmlns:a16="http://schemas.microsoft.com/office/drawing/2014/main" id="{13B85B91-5B73-F187-A950-B51AFE992E97}"/>
              </a:ext>
            </a:extLst>
          </p:cNvPr>
          <p:cNvSpPr txBox="1"/>
          <p:nvPr/>
        </p:nvSpPr>
        <p:spPr>
          <a:xfrm rot="16200000">
            <a:off x="2450844" y="7867191"/>
            <a:ext cx="65274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Voltage (Volt)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3" name="直接连接符 422">
            <a:extLst>
              <a:ext uri="{FF2B5EF4-FFF2-40B4-BE49-F238E27FC236}">
                <a16:creationId xmlns:a16="http://schemas.microsoft.com/office/drawing/2014/main" id="{7E6548E3-67FC-74F2-8EC3-5B4A3AB215FC}"/>
              </a:ext>
            </a:extLst>
          </p:cNvPr>
          <p:cNvCxnSpPr>
            <a:cxnSpLocks/>
          </p:cNvCxnSpPr>
          <p:nvPr/>
        </p:nvCxnSpPr>
        <p:spPr>
          <a:xfrm>
            <a:off x="2869757" y="7810532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直接连接符 423">
            <a:extLst>
              <a:ext uri="{FF2B5EF4-FFF2-40B4-BE49-F238E27FC236}">
                <a16:creationId xmlns:a16="http://schemas.microsoft.com/office/drawing/2014/main" id="{16E6CAFA-D997-340F-0E8C-38963EDA083A}"/>
              </a:ext>
            </a:extLst>
          </p:cNvPr>
          <p:cNvCxnSpPr>
            <a:cxnSpLocks/>
          </p:cNvCxnSpPr>
          <p:nvPr/>
        </p:nvCxnSpPr>
        <p:spPr>
          <a:xfrm>
            <a:off x="2871717" y="8097312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文本框 424">
            <a:extLst>
              <a:ext uri="{FF2B5EF4-FFF2-40B4-BE49-F238E27FC236}">
                <a16:creationId xmlns:a16="http://schemas.microsoft.com/office/drawing/2014/main" id="{1A54FD92-B93C-1235-AD7C-95E16566A795}"/>
              </a:ext>
            </a:extLst>
          </p:cNvPr>
          <p:cNvSpPr txBox="1"/>
          <p:nvPr/>
        </p:nvSpPr>
        <p:spPr>
          <a:xfrm>
            <a:off x="3858629" y="7863726"/>
            <a:ext cx="43473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2644F6E8-D517-4EEC-46DF-B0FFB03AB11D}"/>
              </a:ext>
            </a:extLst>
          </p:cNvPr>
          <p:cNvSpPr txBox="1"/>
          <p:nvPr/>
        </p:nvSpPr>
        <p:spPr>
          <a:xfrm>
            <a:off x="2664098" y="7443846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2D7CE1C4-9F54-90FC-ABAD-EF7878B54E01}"/>
              </a:ext>
            </a:extLst>
          </p:cNvPr>
          <p:cNvCxnSpPr>
            <a:cxnSpLocks/>
          </p:cNvCxnSpPr>
          <p:nvPr/>
        </p:nvCxnSpPr>
        <p:spPr>
          <a:xfrm>
            <a:off x="2870966" y="7955529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文本框 427">
            <a:extLst>
              <a:ext uri="{FF2B5EF4-FFF2-40B4-BE49-F238E27FC236}">
                <a16:creationId xmlns:a16="http://schemas.microsoft.com/office/drawing/2014/main" id="{89BF134D-3EEC-5EC2-6CFD-DE045B34E68C}"/>
              </a:ext>
            </a:extLst>
          </p:cNvPr>
          <p:cNvSpPr txBox="1"/>
          <p:nvPr/>
        </p:nvSpPr>
        <p:spPr>
          <a:xfrm>
            <a:off x="3881630" y="7715736"/>
            <a:ext cx="385042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+15%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0803C42E-8E05-2AA8-450C-D0E9AEE3CC5D}"/>
              </a:ext>
            </a:extLst>
          </p:cNvPr>
          <p:cNvSpPr txBox="1"/>
          <p:nvPr/>
        </p:nvSpPr>
        <p:spPr>
          <a:xfrm>
            <a:off x="2807962" y="8132376"/>
            <a:ext cx="646331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Undervoltage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" name="文本框 429">
            <a:extLst>
              <a:ext uri="{FF2B5EF4-FFF2-40B4-BE49-F238E27FC236}">
                <a16:creationId xmlns:a16="http://schemas.microsoft.com/office/drawing/2014/main" id="{DC7744D8-615D-CA1A-208F-EC7A4810CCAB}"/>
              </a:ext>
            </a:extLst>
          </p:cNvPr>
          <p:cNvSpPr txBox="1"/>
          <p:nvPr/>
        </p:nvSpPr>
        <p:spPr>
          <a:xfrm>
            <a:off x="3673961" y="7527815"/>
            <a:ext cx="39946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Peaks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1" name="文本框 430">
            <a:extLst>
              <a:ext uri="{FF2B5EF4-FFF2-40B4-BE49-F238E27FC236}">
                <a16:creationId xmlns:a16="http://schemas.microsoft.com/office/drawing/2014/main" id="{779F671B-2F1C-A159-EF96-FDC3C8BB3587}"/>
              </a:ext>
            </a:extLst>
          </p:cNvPr>
          <p:cNvSpPr txBox="1"/>
          <p:nvPr/>
        </p:nvSpPr>
        <p:spPr>
          <a:xfrm>
            <a:off x="3891416" y="7996170"/>
            <a:ext cx="36580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-15%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2" name="任意多边形: 形状 431">
            <a:extLst>
              <a:ext uri="{FF2B5EF4-FFF2-40B4-BE49-F238E27FC236}">
                <a16:creationId xmlns:a16="http://schemas.microsoft.com/office/drawing/2014/main" id="{D5747041-2C8F-F412-7394-886FE485665C}"/>
              </a:ext>
            </a:extLst>
          </p:cNvPr>
          <p:cNvSpPr/>
          <p:nvPr/>
        </p:nvSpPr>
        <p:spPr>
          <a:xfrm>
            <a:off x="2870379" y="7636876"/>
            <a:ext cx="1062000" cy="520700"/>
          </a:xfrm>
          <a:custGeom>
            <a:avLst/>
            <a:gdLst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20725 w 1073150"/>
              <a:gd name="connsiteY8" fmla="*/ 323850 h 520700"/>
              <a:gd name="connsiteX9" fmla="*/ 806450 w 1073150"/>
              <a:gd name="connsiteY9" fmla="*/ 323850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06450 w 1073150"/>
              <a:gd name="connsiteY9" fmla="*/ 323850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08038 w 1073150"/>
              <a:gd name="connsiteY9" fmla="*/ 319088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12800 w 1073150"/>
              <a:gd name="connsiteY9" fmla="*/ 320676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12800 w 1073150"/>
              <a:gd name="connsiteY9" fmla="*/ 320676 h 520700"/>
              <a:gd name="connsiteX10" fmla="*/ 866775 w 1073150"/>
              <a:gd name="connsiteY10" fmla="*/ 0 h 520700"/>
              <a:gd name="connsiteX11" fmla="*/ 925512 w 1073150"/>
              <a:gd name="connsiteY11" fmla="*/ 319088 h 520700"/>
              <a:gd name="connsiteX12" fmla="*/ 1073150 w 1073150"/>
              <a:gd name="connsiteY12" fmla="*/ 323850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20676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15914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09563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09625 w 1074738"/>
              <a:gd name="connsiteY9" fmla="*/ 306390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1213 w 1074738"/>
              <a:gd name="connsiteY9" fmla="*/ 315915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1213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2265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74738" h="520700">
                <a:moveTo>
                  <a:pt x="0" y="320675"/>
                </a:moveTo>
                <a:lnTo>
                  <a:pt x="119062" y="320675"/>
                </a:lnTo>
                <a:lnTo>
                  <a:pt x="184150" y="520700"/>
                </a:lnTo>
                <a:lnTo>
                  <a:pt x="301625" y="520700"/>
                </a:lnTo>
                <a:lnTo>
                  <a:pt x="374650" y="319087"/>
                </a:lnTo>
                <a:lnTo>
                  <a:pt x="463550" y="319087"/>
                </a:lnTo>
                <a:lnTo>
                  <a:pt x="528637" y="119062"/>
                </a:lnTo>
                <a:lnTo>
                  <a:pt x="660400" y="119062"/>
                </a:lnTo>
                <a:lnTo>
                  <a:pt x="715962" y="319088"/>
                </a:lnTo>
                <a:cubicBezTo>
                  <a:pt x="748241" y="318560"/>
                  <a:pt x="812271" y="319618"/>
                  <a:pt x="812800" y="317503"/>
                </a:cubicBezTo>
                <a:lnTo>
                  <a:pt x="866775" y="0"/>
                </a:lnTo>
                <a:lnTo>
                  <a:pt x="925512" y="319088"/>
                </a:lnTo>
                <a:lnTo>
                  <a:pt x="1074738" y="319087"/>
                </a:lnTo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3" name="文本框 432">
            <a:extLst>
              <a:ext uri="{FF2B5EF4-FFF2-40B4-BE49-F238E27FC236}">
                <a16:creationId xmlns:a16="http://schemas.microsoft.com/office/drawing/2014/main" id="{87393EEA-7D55-A8C0-A3F0-064F3F63BC3C}"/>
              </a:ext>
            </a:extLst>
          </p:cNvPr>
          <p:cNvSpPr txBox="1"/>
          <p:nvPr/>
        </p:nvSpPr>
        <p:spPr>
          <a:xfrm>
            <a:off x="3137641" y="7591360"/>
            <a:ext cx="60144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Overvoltage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D78AA471-F678-7529-966E-89708E89AF2A}"/>
              </a:ext>
            </a:extLst>
          </p:cNvPr>
          <p:cNvSpPr/>
          <p:nvPr/>
        </p:nvSpPr>
        <p:spPr>
          <a:xfrm>
            <a:off x="4690022" y="7594600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5" name="文本框 434">
            <a:extLst>
              <a:ext uri="{FF2B5EF4-FFF2-40B4-BE49-F238E27FC236}">
                <a16:creationId xmlns:a16="http://schemas.microsoft.com/office/drawing/2014/main" id="{CDDBD51B-415B-A03F-0D72-A24A4C6EC73E}"/>
              </a:ext>
            </a:extLst>
          </p:cNvPr>
          <p:cNvSpPr txBox="1"/>
          <p:nvPr/>
        </p:nvSpPr>
        <p:spPr>
          <a:xfrm rot="16200000">
            <a:off x="4284149" y="7864019"/>
            <a:ext cx="62709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6" name="直接连接符 435">
            <a:extLst>
              <a:ext uri="{FF2B5EF4-FFF2-40B4-BE49-F238E27FC236}">
                <a16:creationId xmlns:a16="http://schemas.microsoft.com/office/drawing/2014/main" id="{7D9BAFF8-49BF-610A-BD24-41CCFF6923CB}"/>
              </a:ext>
            </a:extLst>
          </p:cNvPr>
          <p:cNvCxnSpPr>
            <a:cxnSpLocks/>
          </p:cNvCxnSpPr>
          <p:nvPr/>
        </p:nvCxnSpPr>
        <p:spPr>
          <a:xfrm rot="5400000">
            <a:off x="4563811" y="8039406"/>
            <a:ext cx="540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文本框 436">
            <a:extLst>
              <a:ext uri="{FF2B5EF4-FFF2-40B4-BE49-F238E27FC236}">
                <a16:creationId xmlns:a16="http://schemas.microsoft.com/office/drawing/2014/main" id="{12549080-8174-DFA4-FE52-51A2A9278383}"/>
              </a:ext>
            </a:extLst>
          </p:cNvPr>
          <p:cNvSpPr txBox="1"/>
          <p:nvPr/>
        </p:nvSpPr>
        <p:spPr>
          <a:xfrm>
            <a:off x="5666704" y="7491087"/>
            <a:ext cx="32252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8" name="直接连接符 437">
            <a:extLst>
              <a:ext uri="{FF2B5EF4-FFF2-40B4-BE49-F238E27FC236}">
                <a16:creationId xmlns:a16="http://schemas.microsoft.com/office/drawing/2014/main" id="{1DD3F0F1-8169-E749-7E39-88C786784720}"/>
              </a:ext>
            </a:extLst>
          </p:cNvPr>
          <p:cNvCxnSpPr>
            <a:cxnSpLocks/>
          </p:cNvCxnSpPr>
          <p:nvPr/>
        </p:nvCxnSpPr>
        <p:spPr>
          <a:xfrm>
            <a:off x="4690022" y="7769550"/>
            <a:ext cx="1440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9" name="文本框 438">
            <a:extLst>
              <a:ext uri="{FF2B5EF4-FFF2-40B4-BE49-F238E27FC236}">
                <a16:creationId xmlns:a16="http://schemas.microsoft.com/office/drawing/2014/main" id="{7AD9BB2B-1887-C07D-F604-3E7D8EC2B511}"/>
              </a:ext>
            </a:extLst>
          </p:cNvPr>
          <p:cNvSpPr txBox="1"/>
          <p:nvPr/>
        </p:nvSpPr>
        <p:spPr>
          <a:xfrm>
            <a:off x="4652612" y="7486354"/>
            <a:ext cx="58381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Occurrence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" name="文本框 439">
            <a:extLst>
              <a:ext uri="{FF2B5EF4-FFF2-40B4-BE49-F238E27FC236}">
                <a16:creationId xmlns:a16="http://schemas.microsoft.com/office/drawing/2014/main" id="{FAB1F018-5DA4-F5F3-4C8F-E37B4002A333}"/>
              </a:ext>
            </a:extLst>
          </p:cNvPr>
          <p:cNvSpPr txBox="1"/>
          <p:nvPr/>
        </p:nvSpPr>
        <p:spPr>
          <a:xfrm>
            <a:off x="4708813" y="8285896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8184E1BD-FD31-7C92-6FA8-880FA2A8BDB5}"/>
              </a:ext>
            </a:extLst>
          </p:cNvPr>
          <p:cNvSpPr txBox="1"/>
          <p:nvPr/>
        </p:nvSpPr>
        <p:spPr>
          <a:xfrm>
            <a:off x="4499871" y="7443097"/>
            <a:ext cx="2183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2" name="直接箭头连接符 101">
            <a:extLst>
              <a:ext uri="{FF2B5EF4-FFF2-40B4-BE49-F238E27FC236}">
                <a16:creationId xmlns:a16="http://schemas.microsoft.com/office/drawing/2014/main" id="{4516AF30-8D24-876D-EB40-694A57D9A087}"/>
              </a:ext>
            </a:extLst>
          </p:cNvPr>
          <p:cNvCxnSpPr>
            <a:cxnSpLocks/>
          </p:cNvCxnSpPr>
          <p:nvPr/>
        </p:nvCxnSpPr>
        <p:spPr>
          <a:xfrm>
            <a:off x="4835276" y="7640909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直接连接符 442">
            <a:extLst>
              <a:ext uri="{FF2B5EF4-FFF2-40B4-BE49-F238E27FC236}">
                <a16:creationId xmlns:a16="http://schemas.microsoft.com/office/drawing/2014/main" id="{9975C9C3-B8A1-2014-B71C-BFEB3656E73B}"/>
              </a:ext>
            </a:extLst>
          </p:cNvPr>
          <p:cNvCxnSpPr>
            <a:cxnSpLocks/>
          </p:cNvCxnSpPr>
          <p:nvPr/>
        </p:nvCxnSpPr>
        <p:spPr>
          <a:xfrm>
            <a:off x="5826688" y="7769406"/>
            <a:ext cx="1440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直接连接符 443">
            <a:extLst>
              <a:ext uri="{FF2B5EF4-FFF2-40B4-BE49-F238E27FC236}">
                <a16:creationId xmlns:a16="http://schemas.microsoft.com/office/drawing/2014/main" id="{990D1C33-0BB8-B9E8-57F2-A5CD19164DF6}"/>
              </a:ext>
            </a:extLst>
          </p:cNvPr>
          <p:cNvCxnSpPr>
            <a:cxnSpLocks/>
          </p:cNvCxnSpPr>
          <p:nvPr/>
        </p:nvCxnSpPr>
        <p:spPr>
          <a:xfrm>
            <a:off x="5135434" y="8084911"/>
            <a:ext cx="360000" cy="0"/>
          </a:xfrm>
          <a:prstGeom prst="line">
            <a:avLst/>
          </a:prstGeom>
          <a:ln w="6350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文本框 444">
            <a:extLst>
              <a:ext uri="{FF2B5EF4-FFF2-40B4-BE49-F238E27FC236}">
                <a16:creationId xmlns:a16="http://schemas.microsoft.com/office/drawing/2014/main" id="{9CAB67B7-92EF-1764-E912-455C62C9BA52}"/>
              </a:ext>
            </a:extLst>
          </p:cNvPr>
          <p:cNvSpPr txBox="1"/>
          <p:nvPr/>
        </p:nvSpPr>
        <p:spPr>
          <a:xfrm>
            <a:off x="5068140" y="8096241"/>
            <a:ext cx="47801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Derating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6" name="文本框 445">
            <a:extLst>
              <a:ext uri="{FF2B5EF4-FFF2-40B4-BE49-F238E27FC236}">
                <a16:creationId xmlns:a16="http://schemas.microsoft.com/office/drawing/2014/main" id="{8995D9CE-C005-A93B-6F9C-AEF8EEA6F23E}"/>
              </a:ext>
            </a:extLst>
          </p:cNvPr>
          <p:cNvSpPr txBox="1"/>
          <p:nvPr/>
        </p:nvSpPr>
        <p:spPr>
          <a:xfrm>
            <a:off x="5416253" y="7848866"/>
            <a:ext cx="634369" cy="1800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Grid restoration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" name="文本框 446">
            <a:extLst>
              <a:ext uri="{FF2B5EF4-FFF2-40B4-BE49-F238E27FC236}">
                <a16:creationId xmlns:a16="http://schemas.microsoft.com/office/drawing/2014/main" id="{858ADF17-1D06-E0CC-715D-AA7155F0D6B0}"/>
              </a:ext>
            </a:extLst>
          </p:cNvPr>
          <p:cNvSpPr txBox="1"/>
          <p:nvPr/>
        </p:nvSpPr>
        <p:spPr>
          <a:xfrm>
            <a:off x="4867086" y="7848870"/>
            <a:ext cx="417958" cy="18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Failure occurs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" name="弧形 447">
            <a:extLst>
              <a:ext uri="{FF2B5EF4-FFF2-40B4-BE49-F238E27FC236}">
                <a16:creationId xmlns:a16="http://schemas.microsoft.com/office/drawing/2014/main" id="{A8A547D6-CA28-96A5-6B2C-6628424EB22F}"/>
              </a:ext>
            </a:extLst>
          </p:cNvPr>
          <p:cNvSpPr/>
          <p:nvPr/>
        </p:nvSpPr>
        <p:spPr>
          <a:xfrm rot="10800000">
            <a:off x="4836287" y="7453720"/>
            <a:ext cx="612000" cy="630000"/>
          </a:xfrm>
          <a:prstGeom prst="arc">
            <a:avLst/>
          </a:prstGeom>
          <a:ln w="63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9" name="弧形 448">
            <a:extLst>
              <a:ext uri="{FF2B5EF4-FFF2-40B4-BE49-F238E27FC236}">
                <a16:creationId xmlns:a16="http://schemas.microsoft.com/office/drawing/2014/main" id="{7ACC25AE-1BAF-04E1-7E36-4780D33BD775}"/>
              </a:ext>
            </a:extLst>
          </p:cNvPr>
          <p:cNvSpPr/>
          <p:nvPr/>
        </p:nvSpPr>
        <p:spPr>
          <a:xfrm rot="16200000">
            <a:off x="5511874" y="7752570"/>
            <a:ext cx="630000" cy="666000"/>
          </a:xfrm>
          <a:prstGeom prst="arc">
            <a:avLst/>
          </a:prstGeom>
          <a:ln w="63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0" name="直接连接符 449">
            <a:extLst>
              <a:ext uri="{FF2B5EF4-FFF2-40B4-BE49-F238E27FC236}">
                <a16:creationId xmlns:a16="http://schemas.microsoft.com/office/drawing/2014/main" id="{C3DA6041-3458-2988-7ABC-58BFC80FFD86}"/>
              </a:ext>
            </a:extLst>
          </p:cNvPr>
          <p:cNvCxnSpPr>
            <a:cxnSpLocks/>
          </p:cNvCxnSpPr>
          <p:nvPr/>
        </p:nvCxnSpPr>
        <p:spPr>
          <a:xfrm rot="5400000">
            <a:off x="5002034" y="8206023"/>
            <a:ext cx="216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直接连接符 450">
            <a:extLst>
              <a:ext uri="{FF2B5EF4-FFF2-40B4-BE49-F238E27FC236}">
                <a16:creationId xmlns:a16="http://schemas.microsoft.com/office/drawing/2014/main" id="{640911D6-151E-F9B0-FB05-75FA2106C0F7}"/>
              </a:ext>
            </a:extLst>
          </p:cNvPr>
          <p:cNvCxnSpPr>
            <a:cxnSpLocks/>
          </p:cNvCxnSpPr>
          <p:nvPr/>
        </p:nvCxnSpPr>
        <p:spPr>
          <a:xfrm rot="5400000">
            <a:off x="5384617" y="8203724"/>
            <a:ext cx="216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文本框 451">
            <a:extLst>
              <a:ext uri="{FF2B5EF4-FFF2-40B4-BE49-F238E27FC236}">
                <a16:creationId xmlns:a16="http://schemas.microsoft.com/office/drawing/2014/main" id="{693EBEFB-0B36-0C9D-1088-D1953D4DD459}"/>
              </a:ext>
            </a:extLst>
          </p:cNvPr>
          <p:cNvSpPr txBox="1"/>
          <p:nvPr/>
        </p:nvSpPr>
        <p:spPr>
          <a:xfrm>
            <a:off x="4986647" y="8285896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B8D032B2-5B8F-2F9C-A520-E38A7CACD494}"/>
              </a:ext>
            </a:extLst>
          </p:cNvPr>
          <p:cNvSpPr txBox="1"/>
          <p:nvPr/>
        </p:nvSpPr>
        <p:spPr>
          <a:xfrm>
            <a:off x="5366985" y="8285896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4" name="文本框 453">
            <a:extLst>
              <a:ext uri="{FF2B5EF4-FFF2-40B4-BE49-F238E27FC236}">
                <a16:creationId xmlns:a16="http://schemas.microsoft.com/office/drawing/2014/main" id="{D3524376-694A-0796-D30D-3686295A7714}"/>
              </a:ext>
            </a:extLst>
          </p:cNvPr>
          <p:cNvSpPr txBox="1"/>
          <p:nvPr/>
        </p:nvSpPr>
        <p:spPr>
          <a:xfrm>
            <a:off x="5702107" y="8285896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5" name="直接箭头连接符 101">
            <a:extLst>
              <a:ext uri="{FF2B5EF4-FFF2-40B4-BE49-F238E27FC236}">
                <a16:creationId xmlns:a16="http://schemas.microsoft.com/office/drawing/2014/main" id="{6D390BAC-01A3-B7FA-B40C-655FA9C9CE74}"/>
              </a:ext>
            </a:extLst>
          </p:cNvPr>
          <p:cNvCxnSpPr>
            <a:cxnSpLocks/>
          </p:cNvCxnSpPr>
          <p:nvPr/>
        </p:nvCxnSpPr>
        <p:spPr>
          <a:xfrm flipV="1">
            <a:off x="5827971" y="7640909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58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AD78-E085-88FE-9F18-2745AA5C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7" name="图表 476">
            <a:extLst>
              <a:ext uri="{FF2B5EF4-FFF2-40B4-BE49-F238E27FC236}">
                <a16:creationId xmlns:a16="http://schemas.microsoft.com/office/drawing/2014/main" id="{4755A865-9FE3-5863-CEBD-EF24675A48B9}"/>
              </a:ext>
            </a:extLst>
          </p:cNvPr>
          <p:cNvGraphicFramePr>
            <a:graphicFrameLocks/>
          </p:cNvGraphicFramePr>
          <p:nvPr/>
        </p:nvGraphicFramePr>
        <p:xfrm>
          <a:off x="869830" y="608642"/>
          <a:ext cx="1573200" cy="95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45298B0-08B6-5A52-45E8-CB125360B07E}"/>
              </a:ext>
            </a:extLst>
          </p:cNvPr>
          <p:cNvCxnSpPr>
            <a:cxnSpLocks/>
          </p:cNvCxnSpPr>
          <p:nvPr/>
        </p:nvCxnSpPr>
        <p:spPr>
          <a:xfrm>
            <a:off x="6536749" y="-27602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直接连接符 460">
            <a:extLst>
              <a:ext uri="{FF2B5EF4-FFF2-40B4-BE49-F238E27FC236}">
                <a16:creationId xmlns:a16="http://schemas.microsoft.com/office/drawing/2014/main" id="{D95C3D39-CD79-C68C-34DA-3DD18B41702A}"/>
              </a:ext>
            </a:extLst>
          </p:cNvPr>
          <p:cNvCxnSpPr>
            <a:cxnSpLocks/>
          </p:cNvCxnSpPr>
          <p:nvPr/>
        </p:nvCxnSpPr>
        <p:spPr>
          <a:xfrm>
            <a:off x="290794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直接连接符 490">
            <a:extLst>
              <a:ext uri="{FF2B5EF4-FFF2-40B4-BE49-F238E27FC236}">
                <a16:creationId xmlns:a16="http://schemas.microsoft.com/office/drawing/2014/main" id="{28DED312-7A4E-94CB-96BD-C7E53D296FFE}"/>
              </a:ext>
            </a:extLst>
          </p:cNvPr>
          <p:cNvCxnSpPr>
            <a:cxnSpLocks/>
          </p:cNvCxnSpPr>
          <p:nvPr/>
        </p:nvCxnSpPr>
        <p:spPr>
          <a:xfrm>
            <a:off x="6775121" y="-27602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4" name="图表 123">
            <a:extLst>
              <a:ext uri="{FF2B5EF4-FFF2-40B4-BE49-F238E27FC236}">
                <a16:creationId xmlns:a16="http://schemas.microsoft.com/office/drawing/2014/main" id="{37DFE900-EC42-43A8-C072-E33B3DCD1BEC}"/>
              </a:ext>
            </a:extLst>
          </p:cNvPr>
          <p:cNvGraphicFramePr>
            <a:graphicFrameLocks/>
          </p:cNvGraphicFramePr>
          <p:nvPr/>
        </p:nvGraphicFramePr>
        <p:xfrm>
          <a:off x="3369391" y="5836785"/>
          <a:ext cx="828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10" name="图表 509">
            <a:extLst>
              <a:ext uri="{FF2B5EF4-FFF2-40B4-BE49-F238E27FC236}">
                <a16:creationId xmlns:a16="http://schemas.microsoft.com/office/drawing/2014/main" id="{11C6008F-8823-B9CA-4CB3-092740AF853B}"/>
              </a:ext>
            </a:extLst>
          </p:cNvPr>
          <p:cNvGraphicFramePr>
            <a:graphicFrameLocks/>
          </p:cNvGraphicFramePr>
          <p:nvPr/>
        </p:nvGraphicFramePr>
        <p:xfrm>
          <a:off x="2864205" y="776391"/>
          <a:ext cx="1296000" cy="6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06" name="图表 505">
            <a:extLst>
              <a:ext uri="{FF2B5EF4-FFF2-40B4-BE49-F238E27FC236}">
                <a16:creationId xmlns:a16="http://schemas.microsoft.com/office/drawing/2014/main" id="{98D7AAB9-2B91-B482-F47F-C6896636019D}"/>
              </a:ext>
            </a:extLst>
          </p:cNvPr>
          <p:cNvGraphicFramePr>
            <a:graphicFrameLocks/>
          </p:cNvGraphicFramePr>
          <p:nvPr/>
        </p:nvGraphicFramePr>
        <p:xfrm>
          <a:off x="854843" y="5632156"/>
          <a:ext cx="1594800" cy="104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0C8D25F1-9C80-870C-E1B7-CD666E6A6687}"/>
              </a:ext>
            </a:extLst>
          </p:cNvPr>
          <p:cNvSpPr/>
          <p:nvPr/>
        </p:nvSpPr>
        <p:spPr>
          <a:xfrm>
            <a:off x="861102" y="1592569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F9DA8AA5-6582-057C-597D-3992F040503D}"/>
              </a:ext>
            </a:extLst>
          </p:cNvPr>
          <p:cNvSpPr/>
          <p:nvPr/>
        </p:nvSpPr>
        <p:spPr>
          <a:xfrm>
            <a:off x="2727555" y="1592569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39B56CE3-3627-10BC-E4B3-25638BFF7FB8}"/>
              </a:ext>
            </a:extLst>
          </p:cNvPr>
          <p:cNvSpPr txBox="1"/>
          <p:nvPr/>
        </p:nvSpPr>
        <p:spPr>
          <a:xfrm rot="16200000">
            <a:off x="613756" y="959039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703B1F8D-FF5D-4571-848F-F9DB58971C31}"/>
              </a:ext>
            </a:extLst>
          </p:cNvPr>
          <p:cNvSpPr txBox="1"/>
          <p:nvPr/>
        </p:nvSpPr>
        <p:spPr>
          <a:xfrm>
            <a:off x="980004" y="1405613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Day1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" name="文本框 299">
            <a:extLst>
              <a:ext uri="{FF2B5EF4-FFF2-40B4-BE49-F238E27FC236}">
                <a16:creationId xmlns:a16="http://schemas.microsoft.com/office/drawing/2014/main" id="{E5E231DA-49F5-17EE-0D7C-2AD865C16C4D}"/>
              </a:ext>
            </a:extLst>
          </p:cNvPr>
          <p:cNvSpPr txBox="1"/>
          <p:nvPr/>
        </p:nvSpPr>
        <p:spPr>
          <a:xfrm>
            <a:off x="1316429" y="1405613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73AE5F55-4C49-BC94-D074-BF1B7FB8EB90}"/>
              </a:ext>
            </a:extLst>
          </p:cNvPr>
          <p:cNvSpPr txBox="1"/>
          <p:nvPr/>
        </p:nvSpPr>
        <p:spPr>
          <a:xfrm>
            <a:off x="1654977" y="1405613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Day3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E009811D-8165-DCE4-AC4C-5B03597EBB90}"/>
              </a:ext>
            </a:extLst>
          </p:cNvPr>
          <p:cNvSpPr/>
          <p:nvPr/>
        </p:nvSpPr>
        <p:spPr>
          <a:xfrm>
            <a:off x="2862809" y="706104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DCE3C138-07B1-4CC9-C38B-5253E8B01094}"/>
              </a:ext>
            </a:extLst>
          </p:cNvPr>
          <p:cNvSpPr txBox="1"/>
          <p:nvPr/>
        </p:nvSpPr>
        <p:spPr>
          <a:xfrm>
            <a:off x="3371015" y="140498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7229975A-2E85-0B91-E6FD-55F5486E17E2}"/>
              </a:ext>
            </a:extLst>
          </p:cNvPr>
          <p:cNvSpPr txBox="1"/>
          <p:nvPr/>
        </p:nvSpPr>
        <p:spPr>
          <a:xfrm>
            <a:off x="3965543" y="140498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D5052D12-7AC6-F2D2-65F0-0E770F238A45}"/>
              </a:ext>
            </a:extLst>
          </p:cNvPr>
          <p:cNvSpPr txBox="1"/>
          <p:nvPr/>
        </p:nvSpPr>
        <p:spPr>
          <a:xfrm>
            <a:off x="3672722" y="140498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76B36D3B-F301-482E-61B7-A696F3A93617}"/>
              </a:ext>
            </a:extLst>
          </p:cNvPr>
          <p:cNvSpPr txBox="1"/>
          <p:nvPr/>
        </p:nvSpPr>
        <p:spPr>
          <a:xfrm>
            <a:off x="2765680" y="1405923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46B33FD0-45D7-5139-E1AE-33068905376F}"/>
              </a:ext>
            </a:extLst>
          </p:cNvPr>
          <p:cNvSpPr txBox="1"/>
          <p:nvPr/>
        </p:nvSpPr>
        <p:spPr>
          <a:xfrm>
            <a:off x="3090757" y="1403257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3F17EC99-1AF9-F1F5-D608-BB90972DF670}"/>
              </a:ext>
            </a:extLst>
          </p:cNvPr>
          <p:cNvSpPr txBox="1"/>
          <p:nvPr/>
        </p:nvSpPr>
        <p:spPr>
          <a:xfrm rot="16200000">
            <a:off x="2469725" y="957170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39CF3038-A5CF-7DA6-2643-4C184DF80AA8}"/>
              </a:ext>
            </a:extLst>
          </p:cNvPr>
          <p:cNvSpPr txBox="1"/>
          <p:nvPr/>
        </p:nvSpPr>
        <p:spPr>
          <a:xfrm>
            <a:off x="766032" y="561572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文本框 331">
            <a:extLst>
              <a:ext uri="{FF2B5EF4-FFF2-40B4-BE49-F238E27FC236}">
                <a16:creationId xmlns:a16="http://schemas.microsoft.com/office/drawing/2014/main" id="{542447F9-F5A0-14FD-7B94-94B8D848BFCF}"/>
              </a:ext>
            </a:extLst>
          </p:cNvPr>
          <p:cNvSpPr txBox="1"/>
          <p:nvPr/>
        </p:nvSpPr>
        <p:spPr>
          <a:xfrm>
            <a:off x="2651993" y="563839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89DAF9C5-8712-68FC-5F9F-BFC56C04965C}"/>
              </a:ext>
            </a:extLst>
          </p:cNvPr>
          <p:cNvSpPr/>
          <p:nvPr/>
        </p:nvSpPr>
        <p:spPr>
          <a:xfrm flipV="1">
            <a:off x="861896" y="5657442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5BAF9124-E231-B6F0-B1D8-23A55B357F56}"/>
              </a:ext>
            </a:extLst>
          </p:cNvPr>
          <p:cNvSpPr/>
          <p:nvPr/>
        </p:nvSpPr>
        <p:spPr>
          <a:xfrm flipV="1">
            <a:off x="2726656" y="5655265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0B9A44EC-D10A-B612-10F7-1316B67CE2DC}"/>
              </a:ext>
            </a:extLst>
          </p:cNvPr>
          <p:cNvSpPr/>
          <p:nvPr/>
        </p:nvSpPr>
        <p:spPr>
          <a:xfrm flipV="1">
            <a:off x="4555049" y="5656597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8" name="任意多边形: 形状 397">
            <a:extLst>
              <a:ext uri="{FF2B5EF4-FFF2-40B4-BE49-F238E27FC236}">
                <a16:creationId xmlns:a16="http://schemas.microsoft.com/office/drawing/2014/main" id="{1F7727F6-FB80-DEF3-721A-F19DD84D1F7B}"/>
              </a:ext>
            </a:extLst>
          </p:cNvPr>
          <p:cNvSpPr/>
          <p:nvPr/>
        </p:nvSpPr>
        <p:spPr>
          <a:xfrm>
            <a:off x="1002987" y="5806548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29B318B2-A790-4FD7-A1F9-793D317C9FD9}"/>
              </a:ext>
            </a:extLst>
          </p:cNvPr>
          <p:cNvSpPr txBox="1"/>
          <p:nvPr/>
        </p:nvSpPr>
        <p:spPr>
          <a:xfrm>
            <a:off x="911714" y="6494601"/>
            <a:ext cx="40748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Winter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58FB190F-EE88-5D46-5B9B-456738D473B0}"/>
              </a:ext>
            </a:extLst>
          </p:cNvPr>
          <p:cNvSpPr txBox="1"/>
          <p:nvPr/>
        </p:nvSpPr>
        <p:spPr>
          <a:xfrm rot="16200000">
            <a:off x="606727" y="6056382"/>
            <a:ext cx="607860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AEFD50A9-B09E-67BA-6786-8B3FC2D6E37F}"/>
              </a:ext>
            </a:extLst>
          </p:cNvPr>
          <p:cNvSpPr txBox="1"/>
          <p:nvPr/>
        </p:nvSpPr>
        <p:spPr>
          <a:xfrm>
            <a:off x="1399649" y="6492223"/>
            <a:ext cx="47641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Summer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2" name="文本框 401">
            <a:extLst>
              <a:ext uri="{FF2B5EF4-FFF2-40B4-BE49-F238E27FC236}">
                <a16:creationId xmlns:a16="http://schemas.microsoft.com/office/drawing/2014/main" id="{AC16DE5A-33F4-157A-E26E-2852219071E6}"/>
              </a:ext>
            </a:extLst>
          </p:cNvPr>
          <p:cNvSpPr txBox="1"/>
          <p:nvPr/>
        </p:nvSpPr>
        <p:spPr>
          <a:xfrm>
            <a:off x="792501" y="5661845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E018D61C-3AB2-6456-E156-4C7300644C50}"/>
              </a:ext>
            </a:extLst>
          </p:cNvPr>
          <p:cNvSpPr txBox="1"/>
          <p:nvPr/>
        </p:nvSpPr>
        <p:spPr>
          <a:xfrm>
            <a:off x="2663037" y="5657382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3EAB976A-800F-9DAD-5E9E-B80A63848C82}"/>
              </a:ext>
            </a:extLst>
          </p:cNvPr>
          <p:cNvSpPr/>
          <p:nvPr/>
        </p:nvSpPr>
        <p:spPr>
          <a:xfrm>
            <a:off x="3323827" y="1628873"/>
            <a:ext cx="198000" cy="738000"/>
          </a:xfrm>
          <a:custGeom>
            <a:avLst/>
            <a:gdLst>
              <a:gd name="connsiteX0" fmla="*/ 0 w 215562"/>
              <a:gd name="connsiteY0" fmla="*/ 966552 h 966552"/>
              <a:gd name="connsiteX1" fmla="*/ 215562 w 215562"/>
              <a:gd name="connsiteY1" fmla="*/ 966552 h 966552"/>
              <a:gd name="connsiteX2" fmla="*/ 215562 w 215562"/>
              <a:gd name="connsiteY2" fmla="*/ 0 h 96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562" h="966552">
                <a:moveTo>
                  <a:pt x="0" y="966552"/>
                </a:moveTo>
                <a:lnTo>
                  <a:pt x="215562" y="966552"/>
                </a:lnTo>
                <a:lnTo>
                  <a:pt x="215562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99B58D06-D2F6-1932-4DF1-C24E24E1AD53}"/>
              </a:ext>
            </a:extLst>
          </p:cNvPr>
          <p:cNvSpPr txBox="1"/>
          <p:nvPr/>
        </p:nvSpPr>
        <p:spPr>
          <a:xfrm>
            <a:off x="3146495" y="1709725"/>
            <a:ext cx="756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Grid interconnector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AC8136B-5777-02A6-7AF3-0DD042F062A2}"/>
              </a:ext>
            </a:extLst>
          </p:cNvPr>
          <p:cNvGrpSpPr/>
          <p:nvPr/>
        </p:nvGrpSpPr>
        <p:grpSpPr>
          <a:xfrm>
            <a:off x="827015" y="1987744"/>
            <a:ext cx="5207158" cy="3181821"/>
            <a:chOff x="827015" y="3467294"/>
            <a:chExt cx="5207158" cy="3181821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7F735D0-6254-43C3-20D5-13A18BAC3D0E}"/>
                </a:ext>
              </a:extLst>
            </p:cNvPr>
            <p:cNvSpPr/>
            <p:nvPr/>
          </p:nvSpPr>
          <p:spPr>
            <a:xfrm>
              <a:off x="828334" y="4135304"/>
              <a:ext cx="5202000" cy="21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C6328D8F-A365-0530-5095-0D6FAA704F79}"/>
                </a:ext>
              </a:extLst>
            </p:cNvPr>
            <p:cNvSpPr txBox="1"/>
            <p:nvPr/>
          </p:nvSpPr>
          <p:spPr>
            <a:xfrm>
              <a:off x="1832119" y="3467294"/>
              <a:ext cx="53572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Wind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902137C-6B65-79DC-3FA2-819A7992D5BD}"/>
                </a:ext>
              </a:extLst>
            </p:cNvPr>
            <p:cNvSpPr txBox="1"/>
            <p:nvPr/>
          </p:nvSpPr>
          <p:spPr>
            <a:xfrm>
              <a:off x="1127548" y="3522265"/>
              <a:ext cx="32573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E53404CA-D929-A724-29E3-A1329BC3310B}"/>
                </a:ext>
              </a:extLst>
            </p:cNvPr>
            <p:cNvSpPr/>
            <p:nvPr/>
          </p:nvSpPr>
          <p:spPr>
            <a:xfrm>
              <a:off x="827015" y="6289115"/>
              <a:ext cx="52056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椭圆 345">
              <a:extLst>
                <a:ext uri="{FF2B5EF4-FFF2-40B4-BE49-F238E27FC236}">
                  <a16:creationId xmlns:a16="http://schemas.microsoft.com/office/drawing/2014/main" id="{F2F7F990-1601-19AA-9731-CB13F713A5B0}"/>
                </a:ext>
              </a:extLst>
            </p:cNvPr>
            <p:cNvSpPr/>
            <p:nvPr/>
          </p:nvSpPr>
          <p:spPr>
            <a:xfrm>
              <a:off x="5839450" y="5121356"/>
              <a:ext cx="0" cy="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4DA00E56-61C8-C77A-772A-454CED4EDD1A}"/>
                </a:ext>
              </a:extLst>
            </p:cNvPr>
            <p:cNvGrpSpPr/>
            <p:nvPr/>
          </p:nvGrpSpPr>
          <p:grpSpPr>
            <a:xfrm>
              <a:off x="827015" y="3873610"/>
              <a:ext cx="5207158" cy="360000"/>
              <a:chOff x="2128011" y="9358507"/>
              <a:chExt cx="7521451" cy="540000"/>
            </a:xfrm>
          </p:grpSpPr>
          <p:pic>
            <p:nvPicPr>
              <p:cNvPr id="7" name="图片 6" descr="矩形&#10;&#10;AI 生成的内容可能不正确。">
                <a:extLst>
                  <a:ext uri="{FF2B5EF4-FFF2-40B4-BE49-F238E27FC236}">
                    <a16:creationId xmlns:a16="http://schemas.microsoft.com/office/drawing/2014/main" id="{DC57F3E6-0CAA-68EF-7965-D235760302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8011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4" name="图片 13" descr="矩形&#10;&#10;AI 生成的内容可能不正确。">
                <a:extLst>
                  <a:ext uri="{FF2B5EF4-FFF2-40B4-BE49-F238E27FC236}">
                    <a16:creationId xmlns:a16="http://schemas.microsoft.com/office/drawing/2014/main" id="{91C7E717-789A-F940-A8F5-7A725026EE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6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5" name="图片 14" descr="矩形&#10;&#10;AI 生成的内容可能不正确。">
                <a:extLst>
                  <a:ext uri="{FF2B5EF4-FFF2-40B4-BE49-F238E27FC236}">
                    <a16:creationId xmlns:a16="http://schemas.microsoft.com/office/drawing/2014/main" id="{9160C638-A0F7-2C94-282A-7D87DED6BF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6" name="图片 15" descr="矩形&#10;&#10;AI 生成的内容可能不正确。">
                <a:extLst>
                  <a:ext uri="{FF2B5EF4-FFF2-40B4-BE49-F238E27FC236}">
                    <a16:creationId xmlns:a16="http://schemas.microsoft.com/office/drawing/2014/main" id="{CB835FCB-2A1A-05D8-09CC-1FCFBF2381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3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7" name="图片 16" descr="矩形&#10;&#10;AI 生成的内容可能不正确。">
                <a:extLst>
                  <a:ext uri="{FF2B5EF4-FFF2-40B4-BE49-F238E27FC236}">
                    <a16:creationId xmlns:a16="http://schemas.microsoft.com/office/drawing/2014/main" id="{255D1C46-085F-A252-BE2B-DC9D32E95F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7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8" name="图片 17" descr="矩形&#10;&#10;AI 生成的内容可能不正确。">
                <a:extLst>
                  <a:ext uri="{FF2B5EF4-FFF2-40B4-BE49-F238E27FC236}">
                    <a16:creationId xmlns:a16="http://schemas.microsoft.com/office/drawing/2014/main" id="{F12A9598-395A-1EF5-33D7-8DBB2D1613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1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9" name="图片 18" descr="矩形&#10;&#10;AI 生成的内容可能不正确。">
                <a:extLst>
                  <a:ext uri="{FF2B5EF4-FFF2-40B4-BE49-F238E27FC236}">
                    <a16:creationId xmlns:a16="http://schemas.microsoft.com/office/drawing/2014/main" id="{93DD87DD-E1E6-03F9-995F-638CFA367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5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0" name="图片 19" descr="矩形&#10;&#10;AI 生成的内容可能不正确。">
                <a:extLst>
                  <a:ext uri="{FF2B5EF4-FFF2-40B4-BE49-F238E27FC236}">
                    <a16:creationId xmlns:a16="http://schemas.microsoft.com/office/drawing/2014/main" id="{2B43837F-C35C-4966-20B4-06D886BEFA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1" name="图片 20" descr="矩形&#10;&#10;AI 生成的内容可能不正确。">
                <a:extLst>
                  <a:ext uri="{FF2B5EF4-FFF2-40B4-BE49-F238E27FC236}">
                    <a16:creationId xmlns:a16="http://schemas.microsoft.com/office/drawing/2014/main" id="{08CD21F9-B29E-CAD7-F60A-C14E1FA0E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2" name="图片 21" descr="矩形&#10;&#10;AI 生成的内容可能不正确。">
                <a:extLst>
                  <a:ext uri="{FF2B5EF4-FFF2-40B4-BE49-F238E27FC236}">
                    <a16:creationId xmlns:a16="http://schemas.microsoft.com/office/drawing/2014/main" id="{9E69EA6C-2118-55FF-83AF-6FC0CAD673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6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3" name="图片 22" descr="矩形&#10;&#10;AI 生成的内容可能不正确。">
                <a:extLst>
                  <a:ext uri="{FF2B5EF4-FFF2-40B4-BE49-F238E27FC236}">
                    <a16:creationId xmlns:a16="http://schemas.microsoft.com/office/drawing/2014/main" id="{4CCDFDC2-6194-652C-C76D-118BC99C43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0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4" name="图片 23" descr="矩形&#10;&#10;AI 生成的内容可能不正确。">
                <a:extLst>
                  <a:ext uri="{FF2B5EF4-FFF2-40B4-BE49-F238E27FC236}">
                    <a16:creationId xmlns:a16="http://schemas.microsoft.com/office/drawing/2014/main" id="{7853BEE8-4699-EC7A-8D81-AA34D145E3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3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5" name="图片 24" descr="矩形&#10;&#10;AI 生成的内容可能不正确。">
                <a:extLst>
                  <a:ext uri="{FF2B5EF4-FFF2-40B4-BE49-F238E27FC236}">
                    <a16:creationId xmlns:a16="http://schemas.microsoft.com/office/drawing/2014/main" id="{0DD1547B-4846-95CE-3912-52F0F4AD26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7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7" name="图片 26" descr="矩形&#10;&#10;AI 生成的内容可能不正确。">
                <a:extLst>
                  <a:ext uri="{FF2B5EF4-FFF2-40B4-BE49-F238E27FC236}">
                    <a16:creationId xmlns:a16="http://schemas.microsoft.com/office/drawing/2014/main" id="{98E9C657-AD3A-9DEA-A604-704682421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09462" y="9358507"/>
                <a:ext cx="540000" cy="540000"/>
              </a:xfrm>
              <a:prstGeom prst="rect">
                <a:avLst/>
              </a:prstGeom>
            </p:spPr>
          </p:pic>
        </p:grpSp>
        <p:pic>
          <p:nvPicPr>
            <p:cNvPr id="37" name="图片 36" descr="文本&#10;&#10;AI 生成的内容可能不正确。">
              <a:extLst>
                <a:ext uri="{FF2B5EF4-FFF2-40B4-BE49-F238E27FC236}">
                  <a16:creationId xmlns:a16="http://schemas.microsoft.com/office/drawing/2014/main" id="{4C18D5DD-4B1D-470E-5080-3539528A7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433" y="3667763"/>
              <a:ext cx="360000" cy="360000"/>
            </a:xfrm>
            <a:prstGeom prst="rect">
              <a:avLst/>
            </a:prstGeom>
          </p:spPr>
        </p:pic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DA8DE1D4-3B9D-F118-877D-CE4A140C6744}"/>
                </a:ext>
              </a:extLst>
            </p:cNvPr>
            <p:cNvCxnSpPr>
              <a:cxnSpLocks/>
              <a:stCxn id="37" idx="1"/>
              <a:endCxn id="162" idx="1"/>
            </p:cNvCxnSpPr>
            <p:nvPr/>
          </p:nvCxnSpPr>
          <p:spPr>
            <a:xfrm rot="10800000" flipH="1" flipV="1">
              <a:off x="1103432" y="3847762"/>
              <a:ext cx="74905" cy="2691445"/>
            </a:xfrm>
            <a:prstGeom prst="bentConnector3">
              <a:avLst>
                <a:gd name="adj1" fmla="val -251503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图片 44" descr="图标&#10;&#10;AI 生成的内容可能不正确。">
              <a:extLst>
                <a:ext uri="{FF2B5EF4-FFF2-40B4-BE49-F238E27FC236}">
                  <a16:creationId xmlns:a16="http://schemas.microsoft.com/office/drawing/2014/main" id="{B6AF1DC2-EDDF-243E-1284-6061B8E7F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124" y="4421440"/>
              <a:ext cx="360000" cy="360000"/>
            </a:xfrm>
            <a:prstGeom prst="rect">
              <a:avLst/>
            </a:prstGeom>
          </p:spPr>
        </p:pic>
        <p:pic>
          <p:nvPicPr>
            <p:cNvPr id="47" name="图片 46" descr="黑暗的风车&#10;&#10;AI 生成的内容可能不正确。">
              <a:extLst>
                <a:ext uri="{FF2B5EF4-FFF2-40B4-BE49-F238E27FC236}">
                  <a16:creationId xmlns:a16="http://schemas.microsoft.com/office/drawing/2014/main" id="{AE6714AA-1E4B-206F-40DE-ACC4538F1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1683705" y="3573736"/>
              <a:ext cx="432000" cy="452219"/>
            </a:xfrm>
            <a:prstGeom prst="rect">
              <a:avLst/>
            </a:prstGeom>
          </p:spPr>
        </p:pic>
        <p:pic>
          <p:nvPicPr>
            <p:cNvPr id="58" name="图片 57" descr="图标&#10;&#10;AI 生成的内容可能不正确。">
              <a:extLst>
                <a:ext uri="{FF2B5EF4-FFF2-40B4-BE49-F238E27FC236}">
                  <a16:creationId xmlns:a16="http://schemas.microsoft.com/office/drawing/2014/main" id="{48481E87-E57C-E6A0-C0F3-F6C2F738B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7617" b="91602" l="9961" r="89844">
                          <a14:foregroundMark x1="35547" y1="91602" x2="79688" y2="91016"/>
                          <a14:foregroundMark x1="34375" y1="8203" x2="41992" y2="76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3587391" y="4102033"/>
              <a:ext cx="448615" cy="448615"/>
            </a:xfrm>
            <a:prstGeom prst="rect">
              <a:avLst/>
            </a:prstGeom>
          </p:spPr>
        </p:pic>
        <p:pic>
          <p:nvPicPr>
            <p:cNvPr id="62" name="图片 61" descr="建筑的设计&#10;&#10;AI 生成的内容可能不正确。">
              <a:extLst>
                <a:ext uri="{FF2B5EF4-FFF2-40B4-BE49-F238E27FC236}">
                  <a16:creationId xmlns:a16="http://schemas.microsoft.com/office/drawing/2014/main" id="{EE3E904E-68A4-1E51-12D1-5C043E18E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6380" y="4959120"/>
              <a:ext cx="360000" cy="360000"/>
            </a:xfrm>
            <a:prstGeom prst="rect">
              <a:avLst/>
            </a:prstGeom>
          </p:spPr>
        </p:pic>
        <p:pic>
          <p:nvPicPr>
            <p:cNvPr id="67" name="图片 66" descr="图标&#10;&#10;AI 生成的内容可能不正确。">
              <a:extLst>
                <a:ext uri="{FF2B5EF4-FFF2-40B4-BE49-F238E27FC236}">
                  <a16:creationId xmlns:a16="http://schemas.microsoft.com/office/drawing/2014/main" id="{F738798F-8C14-E0B6-C184-F5A8FF281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2913" y="4997265"/>
              <a:ext cx="288000" cy="288000"/>
            </a:xfrm>
            <a:prstGeom prst="rect">
              <a:avLst/>
            </a:prstGeom>
          </p:spPr>
        </p:pic>
        <p:pic>
          <p:nvPicPr>
            <p:cNvPr id="77" name="图片 76" descr="图标&#10;&#10;AI 生成的内容可能不正确。">
              <a:extLst>
                <a:ext uri="{FF2B5EF4-FFF2-40B4-BE49-F238E27FC236}">
                  <a16:creationId xmlns:a16="http://schemas.microsoft.com/office/drawing/2014/main" id="{C2A3E1D7-EF7A-15C4-F83D-902244A79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17" t="19121" r="7765" b="19638"/>
            <a:stretch>
              <a:fillRect/>
            </a:stretch>
          </p:blipFill>
          <p:spPr>
            <a:xfrm>
              <a:off x="3575187" y="4220166"/>
              <a:ext cx="448615" cy="335789"/>
            </a:xfrm>
            <a:prstGeom prst="rect">
              <a:avLst/>
            </a:prstGeom>
          </p:spPr>
        </p:pic>
        <p:pic>
          <p:nvPicPr>
            <p:cNvPr id="79" name="图片 78" descr="图标&#10;&#10;AI 生成的内容可能不正确。">
              <a:extLst>
                <a:ext uri="{FF2B5EF4-FFF2-40B4-BE49-F238E27FC236}">
                  <a16:creationId xmlns:a16="http://schemas.microsoft.com/office/drawing/2014/main" id="{A0892538-2F80-27A9-8E6C-09A7B86AB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8098" y="5340917"/>
              <a:ext cx="180000" cy="180000"/>
            </a:xfrm>
            <a:prstGeom prst="rect">
              <a:avLst/>
            </a:prstGeom>
          </p:spPr>
        </p:pic>
        <p:pic>
          <p:nvPicPr>
            <p:cNvPr id="101" name="图片 100" descr="图标&#10;&#10;AI 生成的内容可能不正确。">
              <a:extLst>
                <a:ext uri="{FF2B5EF4-FFF2-40B4-BE49-F238E27FC236}">
                  <a16:creationId xmlns:a16="http://schemas.microsoft.com/office/drawing/2014/main" id="{2B5ACB4D-DB40-74B8-7ED4-2C3C91ADF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0903" y="5727046"/>
              <a:ext cx="252000" cy="252000"/>
            </a:xfrm>
            <a:prstGeom prst="rect">
              <a:avLst/>
            </a:prstGeom>
          </p:spPr>
        </p:pic>
        <p:pic>
          <p:nvPicPr>
            <p:cNvPr id="104" name="图片 103" descr="图标&#10;&#10;AI 生成的内容可能不正确。">
              <a:extLst>
                <a:ext uri="{FF2B5EF4-FFF2-40B4-BE49-F238E27FC236}">
                  <a16:creationId xmlns:a16="http://schemas.microsoft.com/office/drawing/2014/main" id="{4565D988-52DA-AE2D-03D1-C5A4928FD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3570" y="6027223"/>
              <a:ext cx="216000" cy="216000"/>
            </a:xfrm>
            <a:prstGeom prst="rect">
              <a:avLst/>
            </a:prstGeom>
          </p:spPr>
        </p:pic>
        <p:pic>
          <p:nvPicPr>
            <p:cNvPr id="108" name="图片 107" descr="图标&#10;&#10;AI 生成的内容可能不正确。">
              <a:extLst>
                <a:ext uri="{FF2B5EF4-FFF2-40B4-BE49-F238E27FC236}">
                  <a16:creationId xmlns:a16="http://schemas.microsoft.com/office/drawing/2014/main" id="{8216BE35-2EBF-8293-3A9C-07824FD51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8110" y="5710098"/>
              <a:ext cx="288000" cy="288000"/>
            </a:xfrm>
            <a:prstGeom prst="rect">
              <a:avLst/>
            </a:prstGeom>
          </p:spPr>
        </p:pic>
        <p:pic>
          <p:nvPicPr>
            <p:cNvPr id="129" name="图片 128" descr="徽标&#10;&#10;AI 生成的内容可能不正确。">
              <a:extLst>
                <a:ext uri="{FF2B5EF4-FFF2-40B4-BE49-F238E27FC236}">
                  <a16:creationId xmlns:a16="http://schemas.microsoft.com/office/drawing/2014/main" id="{D3C85994-8337-E7B6-6EE7-A19FD8171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4056" y="5709027"/>
              <a:ext cx="288000" cy="288000"/>
            </a:xfrm>
            <a:prstGeom prst="rect">
              <a:avLst/>
            </a:prstGeom>
          </p:spPr>
        </p:pic>
        <p:pic>
          <p:nvPicPr>
            <p:cNvPr id="138" name="图片 137" descr="图标&#10;&#10;AI 生成的内容可能不正确。">
              <a:extLst>
                <a:ext uri="{FF2B5EF4-FFF2-40B4-BE49-F238E27FC236}">
                  <a16:creationId xmlns:a16="http://schemas.microsoft.com/office/drawing/2014/main" id="{ECA849D7-5F6E-86FB-477E-943BD8779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0941" y="5323247"/>
              <a:ext cx="216000" cy="216000"/>
            </a:xfrm>
            <a:prstGeom prst="rect">
              <a:avLst/>
            </a:prstGeom>
          </p:spPr>
        </p:pic>
        <p:pic>
          <p:nvPicPr>
            <p:cNvPr id="141" name="图片 140" descr="图标&#10;&#10;AI 生成的内容可能不正确。">
              <a:extLst>
                <a:ext uri="{FF2B5EF4-FFF2-40B4-BE49-F238E27FC236}">
                  <a16:creationId xmlns:a16="http://schemas.microsoft.com/office/drawing/2014/main" id="{B023F8B6-661F-13B3-8B70-47764A525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2877" y="4227479"/>
              <a:ext cx="324000" cy="324000"/>
            </a:xfrm>
            <a:prstGeom prst="rect">
              <a:avLst/>
            </a:prstGeom>
          </p:spPr>
        </p:pic>
        <p:sp>
          <p:nvSpPr>
            <p:cNvPr id="156" name="圆柱体 155">
              <a:extLst>
                <a:ext uri="{FF2B5EF4-FFF2-40B4-BE49-F238E27FC236}">
                  <a16:creationId xmlns:a16="http://schemas.microsoft.com/office/drawing/2014/main" id="{7C346F7B-C0C8-5341-D2BF-F6D6FA6EAB8E}"/>
                </a:ext>
              </a:extLst>
            </p:cNvPr>
            <p:cNvSpPr/>
            <p:nvPr/>
          </p:nvSpPr>
          <p:spPr>
            <a:xfrm rot="16200000">
              <a:off x="3387458" y="4361499"/>
              <a:ext cx="36000" cy="4356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9787C3DE-62B6-C816-88C3-77DCE7379D1F}"/>
                </a:ext>
              </a:extLst>
            </p:cNvPr>
            <p:cNvSpPr txBox="1"/>
            <p:nvPr/>
          </p:nvSpPr>
          <p:spPr>
            <a:xfrm>
              <a:off x="2292507" y="6320857"/>
              <a:ext cx="61747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Gas network</a:t>
              </a:r>
              <a:endParaRPr lang="en-GB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圆柱体 157">
              <a:extLst>
                <a:ext uri="{FF2B5EF4-FFF2-40B4-BE49-F238E27FC236}">
                  <a16:creationId xmlns:a16="http://schemas.microsoft.com/office/drawing/2014/main" id="{2587D286-4747-B9CC-CB2B-B105E2C81969}"/>
                </a:ext>
              </a:extLst>
            </p:cNvPr>
            <p:cNvSpPr/>
            <p:nvPr/>
          </p:nvSpPr>
          <p:spPr>
            <a:xfrm>
              <a:off x="1197457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C74458AC-65C2-3288-F2CE-B9EAD9C0C9E5}"/>
                </a:ext>
              </a:extLst>
            </p:cNvPr>
            <p:cNvSpPr/>
            <p:nvPr/>
          </p:nvSpPr>
          <p:spPr>
            <a:xfrm>
              <a:off x="1178338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176" name="直接箭头连接符 101">
              <a:extLst>
                <a:ext uri="{FF2B5EF4-FFF2-40B4-BE49-F238E27FC236}">
                  <a16:creationId xmlns:a16="http://schemas.microsoft.com/office/drawing/2014/main" id="{E1FF5C4B-D3AF-B471-FE4F-40F876042129}"/>
                </a:ext>
              </a:extLst>
            </p:cNvPr>
            <p:cNvCxnSpPr>
              <a:cxnSpLocks/>
            </p:cNvCxnSpPr>
            <p:nvPr/>
          </p:nvCxnSpPr>
          <p:spPr>
            <a:xfrm>
              <a:off x="914487" y="4601440"/>
              <a:ext cx="162000" cy="0"/>
            </a:xfrm>
            <a:prstGeom prst="straightConnector1">
              <a:avLst/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16">
              <a:extLst>
                <a:ext uri="{FF2B5EF4-FFF2-40B4-BE49-F238E27FC236}">
                  <a16:creationId xmlns:a16="http://schemas.microsoft.com/office/drawing/2014/main" id="{52D9D257-4F8B-C087-897F-79522DBB7E77}"/>
                </a:ext>
              </a:extLst>
            </p:cNvPr>
            <p:cNvCxnSpPr>
              <a:cxnSpLocks/>
              <a:stCxn id="141" idx="1"/>
              <a:endCxn id="77" idx="3"/>
            </p:cNvCxnSpPr>
            <p:nvPr/>
          </p:nvCxnSpPr>
          <p:spPr>
            <a:xfrm flipH="1" flipV="1">
              <a:off x="4023802" y="4388061"/>
              <a:ext cx="289075" cy="1418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5A284652-BBDC-CC8F-D587-654F16177A9A}"/>
                </a:ext>
              </a:extLst>
            </p:cNvPr>
            <p:cNvCxnSpPr>
              <a:cxnSpLocks/>
              <a:stCxn id="5" idx="3"/>
              <a:endCxn id="62" idx="1"/>
            </p:cNvCxnSpPr>
            <p:nvPr/>
          </p:nvCxnSpPr>
          <p:spPr>
            <a:xfrm>
              <a:off x="1436124" y="5139120"/>
              <a:ext cx="1430256" cy="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0" name="图片 229" descr="图标&#10;&#10;AI 生成的内容可能不正确。">
              <a:extLst>
                <a:ext uri="{FF2B5EF4-FFF2-40B4-BE49-F238E27FC236}">
                  <a16:creationId xmlns:a16="http://schemas.microsoft.com/office/drawing/2014/main" id="{ABAFE67C-EC3D-2372-D88A-470D4E841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0759" y="5340917"/>
              <a:ext cx="180000" cy="180000"/>
            </a:xfrm>
            <a:prstGeom prst="rect">
              <a:avLst/>
            </a:prstGeom>
          </p:spPr>
        </p:pic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42E88DC6-9567-2C4A-68F5-696B639AF662}"/>
                </a:ext>
              </a:extLst>
            </p:cNvPr>
            <p:cNvSpPr txBox="1"/>
            <p:nvPr/>
          </p:nvSpPr>
          <p:spPr>
            <a:xfrm>
              <a:off x="2984745" y="5284946"/>
              <a:ext cx="69602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Power network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770CABE1-41D5-9F2E-8B9C-3AFBD9856715}"/>
                </a:ext>
              </a:extLst>
            </p:cNvPr>
            <p:cNvCxnSpPr>
              <a:cxnSpLocks/>
              <a:stCxn id="62" idx="3"/>
              <a:endCxn id="67" idx="1"/>
            </p:cNvCxnSpPr>
            <p:nvPr/>
          </p:nvCxnSpPr>
          <p:spPr>
            <a:xfrm>
              <a:off x="3226380" y="5139120"/>
              <a:ext cx="206533" cy="214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C657A1BA-7371-E07D-6A6E-EB6F25873943}"/>
                </a:ext>
              </a:extLst>
            </p:cNvPr>
            <p:cNvSpPr txBox="1"/>
            <p:nvPr/>
          </p:nvSpPr>
          <p:spPr>
            <a:xfrm>
              <a:off x="2660486" y="5760694"/>
              <a:ext cx="59432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sz="500">
                  <a:latin typeface="Arial" panose="020B0604020202020204" pitchFamily="34" charset="0"/>
                  <a:cs typeface="Arial" panose="020B0604020202020204" pitchFamily="34" charset="0"/>
                </a:rPr>
                <a:t>2 </a:t>
              </a:r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Storage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78F47755-11B1-9B94-6C55-DC433928544B}"/>
                </a:ext>
              </a:extLst>
            </p:cNvPr>
            <p:cNvCxnSpPr>
              <a:cxnSpLocks/>
              <a:stCxn id="45" idx="3"/>
              <a:endCxn id="10" idx="3"/>
            </p:cNvCxnSpPr>
            <p:nvPr/>
          </p:nvCxnSpPr>
          <p:spPr>
            <a:xfrm flipH="1">
              <a:off x="1434367" y="4601440"/>
              <a:ext cx="1757" cy="1093657"/>
            </a:xfrm>
            <a:prstGeom prst="bentConnector3">
              <a:avLst>
                <a:gd name="adj1" fmla="val -10636255"/>
              </a:avLst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标&#10;&#10;AI 生成的内容可能不正确。">
              <a:extLst>
                <a:ext uri="{FF2B5EF4-FFF2-40B4-BE49-F238E27FC236}">
                  <a16:creationId xmlns:a16="http://schemas.microsoft.com/office/drawing/2014/main" id="{EEF3F24D-1FD8-E052-7ED5-951C95306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126830" y="4561767"/>
              <a:ext cx="360000" cy="198582"/>
            </a:xfrm>
            <a:prstGeom prst="rect">
              <a:avLst/>
            </a:prstGeom>
          </p:spPr>
        </p:pic>
        <p:pic>
          <p:nvPicPr>
            <p:cNvPr id="59" name="图片 58" descr="图标&#10;&#10;AI 生成的内容可能不正确。">
              <a:extLst>
                <a:ext uri="{FF2B5EF4-FFF2-40B4-BE49-F238E27FC236}">
                  <a16:creationId xmlns:a16="http://schemas.microsoft.com/office/drawing/2014/main" id="{F4E2686B-6F70-EF1B-B46C-7653768EF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0759" y="5341031"/>
              <a:ext cx="180000" cy="180000"/>
            </a:xfrm>
            <a:prstGeom prst="rect">
              <a:avLst/>
            </a:prstGeom>
          </p:spPr>
        </p:pic>
        <p:pic>
          <p:nvPicPr>
            <p:cNvPr id="85" name="图片 84" descr="图片包含 形状&#10;&#10;AI 生成的内容可能不正确。">
              <a:extLst>
                <a:ext uri="{FF2B5EF4-FFF2-40B4-BE49-F238E27FC236}">
                  <a16:creationId xmlns:a16="http://schemas.microsoft.com/office/drawing/2014/main" id="{019E9F7D-7AF7-2737-F010-B3F8B0843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7440" y="5797366"/>
              <a:ext cx="288000" cy="288000"/>
            </a:xfrm>
            <a:prstGeom prst="rect">
              <a:avLst/>
            </a:prstGeom>
          </p:spPr>
        </p:pic>
        <p:cxnSp>
          <p:nvCxnSpPr>
            <p:cNvPr id="86" name="直接箭头连接符 49">
              <a:extLst>
                <a:ext uri="{FF2B5EF4-FFF2-40B4-BE49-F238E27FC236}">
                  <a16:creationId xmlns:a16="http://schemas.microsoft.com/office/drawing/2014/main" id="{8AA46EE2-72F8-953D-30DA-F348C5059927}"/>
                </a:ext>
              </a:extLst>
            </p:cNvPr>
            <p:cNvCxnSpPr>
              <a:cxnSpLocks/>
              <a:stCxn id="47" idx="2"/>
              <a:endCxn id="85" idx="0"/>
            </p:cNvCxnSpPr>
            <p:nvPr/>
          </p:nvCxnSpPr>
          <p:spPr>
            <a:xfrm>
              <a:off x="1899705" y="4025955"/>
              <a:ext cx="1735" cy="177141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6" name="图片 95" descr="图标&#10;&#10;AI 生成的内容可能不正确。">
              <a:extLst>
                <a:ext uri="{FF2B5EF4-FFF2-40B4-BE49-F238E27FC236}">
                  <a16:creationId xmlns:a16="http://schemas.microsoft.com/office/drawing/2014/main" id="{896457FA-0649-6E44-45F7-5C136E2DA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481825" y="4561767"/>
              <a:ext cx="360000" cy="198582"/>
            </a:xfrm>
            <a:prstGeom prst="rect">
              <a:avLst/>
            </a:prstGeom>
          </p:spPr>
        </p:pic>
        <p:cxnSp>
          <p:nvCxnSpPr>
            <p:cNvPr id="98" name="直接箭头连接符 49">
              <a:extLst>
                <a:ext uri="{FF2B5EF4-FFF2-40B4-BE49-F238E27FC236}">
                  <a16:creationId xmlns:a16="http://schemas.microsoft.com/office/drawing/2014/main" id="{756B4084-B2FE-8AA8-1782-8290260C573A}"/>
                </a:ext>
              </a:extLst>
            </p:cNvPr>
            <p:cNvCxnSpPr>
              <a:cxnSpLocks/>
              <a:stCxn id="77" idx="1"/>
            </p:cNvCxnSpPr>
            <p:nvPr/>
          </p:nvCxnSpPr>
          <p:spPr>
            <a:xfrm flipH="1" flipV="1">
              <a:off x="1904055" y="4381756"/>
              <a:ext cx="1671132" cy="630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6">
              <a:extLst>
                <a:ext uri="{FF2B5EF4-FFF2-40B4-BE49-F238E27FC236}">
                  <a16:creationId xmlns:a16="http://schemas.microsoft.com/office/drawing/2014/main" id="{176F68C1-416B-453F-47C0-4A8300F73950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>
              <a:off x="2450759" y="5139120"/>
              <a:ext cx="0" cy="20191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圆柱体 139">
              <a:extLst>
                <a:ext uri="{FF2B5EF4-FFF2-40B4-BE49-F238E27FC236}">
                  <a16:creationId xmlns:a16="http://schemas.microsoft.com/office/drawing/2014/main" id="{2A659804-B720-97A0-FE42-E4C7EC90A1AC}"/>
                </a:ext>
              </a:extLst>
            </p:cNvPr>
            <p:cNvSpPr/>
            <p:nvPr/>
          </p:nvSpPr>
          <p:spPr>
            <a:xfrm>
              <a:off x="2226885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14FD0F4F-BAD2-FD1B-37CC-0A84AEEA57E0}"/>
                </a:ext>
              </a:extLst>
            </p:cNvPr>
            <p:cNvSpPr/>
            <p:nvPr/>
          </p:nvSpPr>
          <p:spPr>
            <a:xfrm>
              <a:off x="2207766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43" name="圆柱体 142">
              <a:extLst>
                <a:ext uri="{FF2B5EF4-FFF2-40B4-BE49-F238E27FC236}">
                  <a16:creationId xmlns:a16="http://schemas.microsoft.com/office/drawing/2014/main" id="{665DEAF3-232A-307D-1188-B6797FAAE495}"/>
                </a:ext>
              </a:extLst>
            </p:cNvPr>
            <p:cNvSpPr/>
            <p:nvPr/>
          </p:nvSpPr>
          <p:spPr>
            <a:xfrm>
              <a:off x="2954243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DA993787-EE05-4D22-8F74-F1DA53A53409}"/>
                </a:ext>
              </a:extLst>
            </p:cNvPr>
            <p:cNvSpPr/>
            <p:nvPr/>
          </p:nvSpPr>
          <p:spPr>
            <a:xfrm>
              <a:off x="2935124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68FC1D53-95A6-5308-167A-743DD0431C8B}"/>
                </a:ext>
              </a:extLst>
            </p:cNvPr>
            <p:cNvCxnSpPr>
              <a:cxnSpLocks/>
              <a:stCxn id="171" idx="0"/>
              <a:endCxn id="101" idx="2"/>
            </p:cNvCxnSpPr>
            <p:nvPr/>
          </p:nvCxnSpPr>
          <p:spPr>
            <a:xfrm flipV="1">
              <a:off x="3286422" y="5979046"/>
              <a:ext cx="481" cy="293418"/>
            </a:xfrm>
            <a:prstGeom prst="straightConnector1">
              <a:avLst/>
            </a:prstGeom>
            <a:ln w="6350" cap="rnd">
              <a:solidFill>
                <a:schemeClr val="accent3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D5A463B6-2910-47B5-0DE2-D3A2B58D78A2}"/>
                </a:ext>
              </a:extLst>
            </p:cNvPr>
            <p:cNvCxnSpPr>
              <a:cxnSpLocks/>
              <a:stCxn id="101" idx="3"/>
              <a:endCxn id="108" idx="1"/>
            </p:cNvCxnSpPr>
            <p:nvPr/>
          </p:nvCxnSpPr>
          <p:spPr>
            <a:xfrm>
              <a:off x="3412903" y="5853046"/>
              <a:ext cx="415207" cy="1052"/>
            </a:xfrm>
            <a:prstGeom prst="straightConnector1">
              <a:avLst/>
            </a:prstGeom>
            <a:ln w="6350" cap="rnd">
              <a:solidFill>
                <a:schemeClr val="accent3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9" name="图片 168" descr="图标&#10;&#10;AI 生成的内容可能不正确。">
              <a:extLst>
                <a:ext uri="{FF2B5EF4-FFF2-40B4-BE49-F238E27FC236}">
                  <a16:creationId xmlns:a16="http://schemas.microsoft.com/office/drawing/2014/main" id="{33C6DE20-2214-31C6-8390-B03C08252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440" y="6275521"/>
              <a:ext cx="324000" cy="324000"/>
            </a:xfrm>
            <a:prstGeom prst="rect">
              <a:avLst/>
            </a:prstGeom>
          </p:spPr>
        </p:pic>
        <p:pic>
          <p:nvPicPr>
            <p:cNvPr id="171" name="图片 170" descr="图标&#10;&#10;AI 生成的内容可能不正确。">
              <a:extLst>
                <a:ext uri="{FF2B5EF4-FFF2-40B4-BE49-F238E27FC236}">
                  <a16:creationId xmlns:a16="http://schemas.microsoft.com/office/drawing/2014/main" id="{74F53406-B2E5-7CBB-719E-DA9302E4E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4422" y="6272464"/>
              <a:ext cx="324000" cy="324000"/>
            </a:xfrm>
            <a:prstGeom prst="rect">
              <a:avLst/>
            </a:prstGeom>
          </p:spPr>
        </p:pic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CB0D14D5-0081-49BC-6665-0831A6D65C44}"/>
                </a:ext>
              </a:extLst>
            </p:cNvPr>
            <p:cNvCxnSpPr>
              <a:cxnSpLocks/>
              <a:stCxn id="108" idx="3"/>
              <a:endCxn id="129" idx="1"/>
            </p:cNvCxnSpPr>
            <p:nvPr/>
          </p:nvCxnSpPr>
          <p:spPr>
            <a:xfrm flipV="1">
              <a:off x="4116110" y="5853027"/>
              <a:ext cx="407946" cy="1071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0B1CBE09-C4E6-28D7-F078-3A0F063BAC00}"/>
                </a:ext>
              </a:extLst>
            </p:cNvPr>
            <p:cNvSpPr txBox="1"/>
            <p:nvPr/>
          </p:nvSpPr>
          <p:spPr>
            <a:xfrm>
              <a:off x="2224854" y="4405454"/>
              <a:ext cx="54053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Solar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B35B6F21-8E0B-320E-D6CB-006C7F27F039}"/>
                </a:ext>
              </a:extLst>
            </p:cNvPr>
            <p:cNvCxnSpPr>
              <a:cxnSpLocks/>
              <a:stCxn id="138" idx="2"/>
              <a:endCxn id="129" idx="0"/>
            </p:cNvCxnSpPr>
            <p:nvPr/>
          </p:nvCxnSpPr>
          <p:spPr>
            <a:xfrm flipH="1">
              <a:off x="4668056" y="5539247"/>
              <a:ext cx="885" cy="169780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671F179C-4A4E-ACFE-3DF2-51729E0A31CC}"/>
                </a:ext>
              </a:extLst>
            </p:cNvPr>
            <p:cNvCxnSpPr>
              <a:cxnSpLocks/>
              <a:endCxn id="138" idx="0"/>
            </p:cNvCxnSpPr>
            <p:nvPr/>
          </p:nvCxnSpPr>
          <p:spPr>
            <a:xfrm>
              <a:off x="4668941" y="5139120"/>
              <a:ext cx="0" cy="184127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箭头连接符 116">
              <a:extLst>
                <a:ext uri="{FF2B5EF4-FFF2-40B4-BE49-F238E27FC236}">
                  <a16:creationId xmlns:a16="http://schemas.microsoft.com/office/drawing/2014/main" id="{D1685EB4-2B91-F4D8-9B48-4DE014EAE9D5}"/>
                </a:ext>
              </a:extLst>
            </p:cNvPr>
            <p:cNvCxnSpPr>
              <a:cxnSpLocks/>
              <a:endCxn id="104" idx="0"/>
            </p:cNvCxnSpPr>
            <p:nvPr/>
          </p:nvCxnSpPr>
          <p:spPr>
            <a:xfrm>
              <a:off x="5231570" y="5853027"/>
              <a:ext cx="0" cy="174196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圆柱体 245">
              <a:extLst>
                <a:ext uri="{FF2B5EF4-FFF2-40B4-BE49-F238E27FC236}">
                  <a16:creationId xmlns:a16="http://schemas.microsoft.com/office/drawing/2014/main" id="{849EF84D-0F27-06F6-72CD-28A89CD0A5BC}"/>
                </a:ext>
              </a:extLst>
            </p:cNvPr>
            <p:cNvSpPr/>
            <p:nvPr/>
          </p:nvSpPr>
          <p:spPr>
            <a:xfrm>
              <a:off x="5254000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7" name="矩形: 圆角 246">
              <a:extLst>
                <a:ext uri="{FF2B5EF4-FFF2-40B4-BE49-F238E27FC236}">
                  <a16:creationId xmlns:a16="http://schemas.microsoft.com/office/drawing/2014/main" id="{A01FDF1A-D735-C05A-9464-23FA43A0E2D0}"/>
                </a:ext>
              </a:extLst>
            </p:cNvPr>
            <p:cNvSpPr/>
            <p:nvPr/>
          </p:nvSpPr>
          <p:spPr>
            <a:xfrm>
              <a:off x="5234881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8" name="圆柱体 247">
              <a:extLst>
                <a:ext uri="{FF2B5EF4-FFF2-40B4-BE49-F238E27FC236}">
                  <a16:creationId xmlns:a16="http://schemas.microsoft.com/office/drawing/2014/main" id="{C300840E-EF3B-31A0-4D60-5D587D06CC18}"/>
                </a:ext>
              </a:extLst>
            </p:cNvPr>
            <p:cNvSpPr/>
            <p:nvPr/>
          </p:nvSpPr>
          <p:spPr>
            <a:xfrm>
              <a:off x="5570204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9" name="矩形: 圆角 248">
              <a:extLst>
                <a:ext uri="{FF2B5EF4-FFF2-40B4-BE49-F238E27FC236}">
                  <a16:creationId xmlns:a16="http://schemas.microsoft.com/office/drawing/2014/main" id="{17A21967-1410-27F9-9DA5-9A5C1CB0E7F4}"/>
                </a:ext>
              </a:extLst>
            </p:cNvPr>
            <p:cNvSpPr/>
            <p:nvPr/>
          </p:nvSpPr>
          <p:spPr>
            <a:xfrm>
              <a:off x="5551085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14C7F7F-56D6-5A2C-2A28-434A79396055}"/>
                </a:ext>
              </a:extLst>
            </p:cNvPr>
            <p:cNvSpPr txBox="1"/>
            <p:nvPr/>
          </p:nvSpPr>
          <p:spPr>
            <a:xfrm>
              <a:off x="2905565" y="3542127"/>
              <a:ext cx="576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Interconnector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图片 5" descr="图标&#10;&#10;AI 生成的内容可能不正确。">
              <a:extLst>
                <a:ext uri="{FF2B5EF4-FFF2-40B4-BE49-F238E27FC236}">
                  <a16:creationId xmlns:a16="http://schemas.microsoft.com/office/drawing/2014/main" id="{51DF882D-C6C9-FCB0-F67C-57345F66D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1292" y="3697508"/>
              <a:ext cx="288000" cy="28800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F83D7AA-A097-AEA5-CC67-DF6116D0D30B}"/>
                </a:ext>
              </a:extLst>
            </p:cNvPr>
            <p:cNvSpPr txBox="1"/>
            <p:nvPr/>
          </p:nvSpPr>
          <p:spPr>
            <a:xfrm>
              <a:off x="910722" y="4765637"/>
              <a:ext cx="684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Clean natural 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F419584-AEAE-5EE7-D712-F9A2AC72FFC1}"/>
                </a:ext>
              </a:extLst>
            </p:cNvPr>
            <p:cNvSpPr txBox="1"/>
            <p:nvPr/>
          </p:nvSpPr>
          <p:spPr>
            <a:xfrm>
              <a:off x="3577752" y="4534708"/>
              <a:ext cx="504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Hydropower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7327C381-6045-B4C8-5234-990CFE675423}"/>
                </a:ext>
              </a:extLst>
            </p:cNvPr>
            <p:cNvSpPr txBox="1"/>
            <p:nvPr/>
          </p:nvSpPr>
          <p:spPr>
            <a:xfrm>
              <a:off x="2148981" y="5503751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Battery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96630BB6-A0FB-6B1D-85C9-661930E8AB77}"/>
                </a:ext>
              </a:extLst>
            </p:cNvPr>
            <p:cNvSpPr txBox="1"/>
            <p:nvPr/>
          </p:nvSpPr>
          <p:spPr>
            <a:xfrm>
              <a:off x="2079118" y="5873081"/>
              <a:ext cx="468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Power-to-X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F726FF1-B966-CD36-9811-CEB6BE31F9A7}"/>
                </a:ext>
              </a:extLst>
            </p:cNvPr>
            <p:cNvSpPr txBox="1"/>
            <p:nvPr/>
          </p:nvSpPr>
          <p:spPr>
            <a:xfrm>
              <a:off x="4189016" y="4548057"/>
              <a:ext cx="576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Pumped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hydro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A802FF6-A216-8449-0591-A9220A4925CB}"/>
                </a:ext>
              </a:extLst>
            </p:cNvPr>
            <p:cNvSpPr txBox="1"/>
            <p:nvPr/>
          </p:nvSpPr>
          <p:spPr>
            <a:xfrm>
              <a:off x="3663508" y="5998541"/>
              <a:ext cx="612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Combined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heat and power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6625085F-C8E7-7F57-23E1-2DDB5DE0C360}"/>
                </a:ext>
              </a:extLst>
            </p:cNvPr>
            <p:cNvSpPr txBox="1"/>
            <p:nvPr/>
          </p:nvSpPr>
          <p:spPr>
            <a:xfrm>
              <a:off x="4364414" y="5979808"/>
              <a:ext cx="596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District heat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5713D35-D4A1-5EA7-9833-06564F4EC957}"/>
                </a:ext>
              </a:extLst>
            </p:cNvPr>
            <p:cNvSpPr txBox="1"/>
            <p:nvPr/>
          </p:nvSpPr>
          <p:spPr>
            <a:xfrm>
              <a:off x="4092312" y="5324570"/>
              <a:ext cx="58372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Heat pump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A2DD5060-D4E0-954B-7346-8480111C2D83}"/>
                </a:ext>
              </a:extLst>
            </p:cNvPr>
            <p:cNvCxnSpPr>
              <a:cxnSpLocks/>
              <a:stCxn id="108" idx="0"/>
            </p:cNvCxnSpPr>
            <p:nvPr/>
          </p:nvCxnSpPr>
          <p:spPr>
            <a:xfrm flipV="1">
              <a:off x="3972110" y="5141229"/>
              <a:ext cx="0" cy="568869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8E59C86-A689-568E-B2E2-11E07C436639}"/>
                </a:ext>
              </a:extLst>
            </p:cNvPr>
            <p:cNvSpPr/>
            <p:nvPr/>
          </p:nvSpPr>
          <p:spPr>
            <a:xfrm>
              <a:off x="5092435" y="4491593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6E8E5717-1E02-D14A-A12B-AE9D3EC93992}"/>
                </a:ext>
              </a:extLst>
            </p:cNvPr>
            <p:cNvCxnSpPr>
              <a:cxnSpLocks/>
              <a:stCxn id="52" idx="1"/>
              <a:endCxn id="52" idx="3"/>
            </p:cNvCxnSpPr>
            <p:nvPr/>
          </p:nvCxnSpPr>
          <p:spPr>
            <a:xfrm>
              <a:off x="5092435" y="4527593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图片 55" descr="图标&#10;&#10;AI 生成的内容可能不正确。">
              <a:extLst>
                <a:ext uri="{FF2B5EF4-FFF2-40B4-BE49-F238E27FC236}">
                  <a16:creationId xmlns:a16="http://schemas.microsoft.com/office/drawing/2014/main" id="{CEF74715-85A4-DD3C-634A-44B919647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699583" y="4351417"/>
              <a:ext cx="216000" cy="145046"/>
            </a:xfrm>
            <a:prstGeom prst="rect">
              <a:avLst/>
            </a:prstGeom>
          </p:spPr>
        </p:pic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62CE36C-B297-398E-A43B-B2CE65D98D18}"/>
                </a:ext>
              </a:extLst>
            </p:cNvPr>
            <p:cNvSpPr txBox="1"/>
            <p:nvPr/>
          </p:nvSpPr>
          <p:spPr>
            <a:xfrm>
              <a:off x="5280265" y="4205995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Smart charging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8" name="图片 67" descr="图标&#10;&#10;AI 生成的内容可能不正确。">
              <a:extLst>
                <a:ext uri="{FF2B5EF4-FFF2-40B4-BE49-F238E27FC236}">
                  <a16:creationId xmlns:a16="http://schemas.microsoft.com/office/drawing/2014/main" id="{7828F544-2EF0-1879-A118-D05E364A0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BEBA8EAE-BF5A-486C-A8C5-ECC9F3942E4B}">
                  <a14:imgProps xmlns:a14="http://schemas.microsoft.com/office/drawing/2010/main">
                    <a14:imgLayer r:embed="rId32">
                      <a14:imgEffect>
                        <a14:backgroundRemoval t="9961" b="89844" l="7422" r="91992">
                          <a14:foregroundMark x1="8203" y1="42188" x2="7422" y2="52148"/>
                          <a14:foregroundMark x1="7422" y1="52148" x2="7813" y2="53711"/>
                          <a14:foregroundMark x1="91602" y1="33789" x2="91992" y2="51953"/>
                          <a14:backgroundMark x1="13281" y1="74609" x2="67773" y2="75977"/>
                          <a14:backgroundMark x1="67773" y1="75977" x2="89844" y2="75195"/>
                          <a14:backgroundMark x1="8398" y1="69336" x2="34570" y2="70508"/>
                          <a14:backgroundMark x1="34570" y1="70508" x2="42773" y2="66992"/>
                          <a14:backgroundMark x1="50000" y1="69141" x2="66406" y2="69336"/>
                          <a14:backgroundMark x1="66406" y1="69336" x2="79297" y2="68555"/>
                          <a14:backgroundMark x1="79297" y1="68555" x2="88867" y2="687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661" b="29092"/>
            <a:stretch>
              <a:fillRect/>
            </a:stretch>
          </p:blipFill>
          <p:spPr>
            <a:xfrm>
              <a:off x="5030754" y="4413773"/>
              <a:ext cx="216000" cy="110693"/>
            </a:xfrm>
            <a:prstGeom prst="rect">
              <a:avLst/>
            </a:prstGeom>
          </p:spPr>
        </p:pic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E0BDAFB-5FCD-1467-6FED-14D53AECF112}"/>
                </a:ext>
              </a:extLst>
            </p:cNvPr>
            <p:cNvSpPr/>
            <p:nvPr/>
          </p:nvSpPr>
          <p:spPr>
            <a:xfrm>
              <a:off x="5092435" y="5643470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2928FB68-0ACE-511D-3810-56658FE51412}"/>
                </a:ext>
              </a:extLst>
            </p:cNvPr>
            <p:cNvCxnSpPr>
              <a:cxnSpLocks/>
              <a:stCxn id="69" idx="1"/>
              <a:endCxn id="69" idx="3"/>
            </p:cNvCxnSpPr>
            <p:nvPr/>
          </p:nvCxnSpPr>
          <p:spPr>
            <a:xfrm>
              <a:off x="5092435" y="5679470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3DFCA38C-288E-A87D-2A17-3798053C1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1" t="4449" r="4023" b="3329"/>
            <a:stretch>
              <a:fillRect/>
            </a:stretch>
          </p:blipFill>
          <p:spPr>
            <a:xfrm>
              <a:off x="5647124" y="5437773"/>
              <a:ext cx="218584" cy="216000"/>
            </a:xfrm>
            <a:prstGeom prst="rect">
              <a:avLst/>
            </a:prstGeom>
          </p:spPr>
        </p:pic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5AF935E4-91C0-6AFC-D9E3-E342331B273F}"/>
                </a:ext>
              </a:extLst>
            </p:cNvPr>
            <p:cNvSpPr/>
            <p:nvPr/>
          </p:nvSpPr>
          <p:spPr>
            <a:xfrm rot="5400000">
              <a:off x="4445364" y="5067535"/>
              <a:ext cx="1224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B77F2EE9-E668-4A45-17A9-5F1DE83FA7FA}"/>
                </a:ext>
              </a:extLst>
            </p:cNvPr>
            <p:cNvSpPr/>
            <p:nvPr/>
          </p:nvSpPr>
          <p:spPr>
            <a:xfrm>
              <a:off x="5091782" y="5122095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62A9378F-6652-0A31-D3C5-36DB533B01C9}"/>
                </a:ext>
              </a:extLst>
            </p:cNvPr>
            <p:cNvCxnSpPr>
              <a:cxnSpLocks/>
              <a:stCxn id="94" idx="1"/>
              <a:endCxn id="94" idx="3"/>
            </p:cNvCxnSpPr>
            <p:nvPr/>
          </p:nvCxnSpPr>
          <p:spPr>
            <a:xfrm>
              <a:off x="5091782" y="5158095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7" name="图片 96" descr="黑暗的风车&#10;&#10;AI 生成的内容可能不正确。">
              <a:extLst>
                <a:ext uri="{FF2B5EF4-FFF2-40B4-BE49-F238E27FC236}">
                  <a16:creationId xmlns:a16="http://schemas.microsoft.com/office/drawing/2014/main" id="{CC214FAA-D10F-F39A-9214-F7C024DAF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2119977" y="3578553"/>
              <a:ext cx="432000" cy="452219"/>
            </a:xfrm>
            <a:prstGeom prst="rect">
              <a:avLst/>
            </a:prstGeom>
          </p:spPr>
        </p:pic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7F1ADB26-BB7B-540F-9792-F8F29FAB5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7364" y="4524877"/>
              <a:ext cx="0" cy="115200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图片 99" descr="图标&#10;&#10;AI 生成的内容可能不正确。">
              <a:extLst>
                <a:ext uri="{FF2B5EF4-FFF2-40B4-BE49-F238E27FC236}">
                  <a16:creationId xmlns:a16="http://schemas.microsoft.com/office/drawing/2014/main" id="{4726ECE3-B8C3-C9FA-29D3-C6D9ACCC9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6974" y="4920319"/>
              <a:ext cx="216000" cy="216000"/>
            </a:xfrm>
            <a:prstGeom prst="rect">
              <a:avLst/>
            </a:prstGeom>
          </p:spPr>
        </p:pic>
        <p:cxnSp>
          <p:nvCxnSpPr>
            <p:cNvPr id="244" name="直接箭头连接符 101">
              <a:extLst>
                <a:ext uri="{FF2B5EF4-FFF2-40B4-BE49-F238E27FC236}">
                  <a16:creationId xmlns:a16="http://schemas.microsoft.com/office/drawing/2014/main" id="{D5E96704-18B0-6D19-A65C-A779175A98B0}"/>
                </a:ext>
              </a:extLst>
            </p:cNvPr>
            <p:cNvCxnSpPr>
              <a:cxnSpLocks/>
              <a:stCxn id="249" idx="3"/>
              <a:endCxn id="78" idx="3"/>
            </p:cNvCxnSpPr>
            <p:nvPr/>
          </p:nvCxnSpPr>
          <p:spPr>
            <a:xfrm flipV="1">
              <a:off x="5623085" y="5545773"/>
              <a:ext cx="242623" cy="993435"/>
            </a:xfrm>
            <a:prstGeom prst="bentConnector3">
              <a:avLst>
                <a:gd name="adj1" fmla="val 138604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DC8047D-3670-2159-67C3-5BACEA9F6F30}"/>
                </a:ext>
              </a:extLst>
            </p:cNvPr>
            <p:cNvSpPr txBox="1"/>
            <p:nvPr/>
          </p:nvSpPr>
          <p:spPr>
            <a:xfrm>
              <a:off x="5306108" y="6025006"/>
              <a:ext cx="612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Thermal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energy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9" name="直接箭头连接符 101">
              <a:extLst>
                <a:ext uri="{FF2B5EF4-FFF2-40B4-BE49-F238E27FC236}">
                  <a16:creationId xmlns:a16="http://schemas.microsoft.com/office/drawing/2014/main" id="{30DA46DB-2261-F43C-0C42-AE963FD5B6E8}"/>
                </a:ext>
              </a:extLst>
            </p:cNvPr>
            <p:cNvCxnSpPr>
              <a:cxnSpLocks/>
              <a:stCxn id="85" idx="2"/>
              <a:endCxn id="169" idx="0"/>
            </p:cNvCxnSpPr>
            <p:nvPr/>
          </p:nvCxnSpPr>
          <p:spPr>
            <a:xfrm>
              <a:off x="1901440" y="6085366"/>
              <a:ext cx="0" cy="190155"/>
            </a:xfrm>
            <a:prstGeom prst="straightConnector1">
              <a:avLst/>
            </a:prstGeom>
            <a:ln w="6350">
              <a:solidFill>
                <a:schemeClr val="accent3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B9001D74-5A1F-E7CA-D3E1-35E8424662F3}"/>
                </a:ext>
              </a:extLst>
            </p:cNvPr>
            <p:cNvCxnSpPr>
              <a:cxnSpLocks/>
              <a:stCxn id="57" idx="1"/>
            </p:cNvCxnSpPr>
            <p:nvPr/>
          </p:nvCxnSpPr>
          <p:spPr>
            <a:xfrm flipH="1">
              <a:off x="1902759" y="4661058"/>
              <a:ext cx="224071" cy="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8C6BB30A-19D5-341E-3BF6-8E40830C926D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3185292" y="3985508"/>
              <a:ext cx="2371" cy="39836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箭头连接符 49">
              <a:extLst>
                <a:ext uri="{FF2B5EF4-FFF2-40B4-BE49-F238E27FC236}">
                  <a16:creationId xmlns:a16="http://schemas.microsoft.com/office/drawing/2014/main" id="{1CAF3078-713C-2FBF-F709-7425185BDC69}"/>
                </a:ext>
              </a:extLst>
            </p:cNvPr>
            <p:cNvCxnSpPr>
              <a:cxnSpLocks/>
              <a:stCxn id="47" idx="2"/>
              <a:endCxn id="97" idx="2"/>
            </p:cNvCxnSpPr>
            <p:nvPr/>
          </p:nvCxnSpPr>
          <p:spPr>
            <a:xfrm rot="16200000" flipH="1">
              <a:off x="2115433" y="3810227"/>
              <a:ext cx="4817" cy="436272"/>
            </a:xfrm>
            <a:prstGeom prst="bentConnector3">
              <a:avLst>
                <a:gd name="adj1" fmla="val 879967"/>
              </a:avLst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9" name="图片 178" descr="图标&#10;&#10;AI 生成的内容可能不正确。">
              <a:extLst>
                <a:ext uri="{FF2B5EF4-FFF2-40B4-BE49-F238E27FC236}">
                  <a16:creationId xmlns:a16="http://schemas.microsoft.com/office/drawing/2014/main" id="{D8A64948-AFD9-34D1-05D5-C17A22944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478416" y="4351697"/>
              <a:ext cx="216000" cy="145046"/>
            </a:xfrm>
            <a:prstGeom prst="rect">
              <a:avLst/>
            </a:prstGeom>
          </p:spPr>
        </p:pic>
        <p:pic>
          <p:nvPicPr>
            <p:cNvPr id="180" name="图片 179" descr="图标&#10;&#10;AI 生成的内容可能不正确。">
              <a:extLst>
                <a:ext uri="{FF2B5EF4-FFF2-40B4-BE49-F238E27FC236}">
                  <a16:creationId xmlns:a16="http://schemas.microsoft.com/office/drawing/2014/main" id="{2B20746D-FD9E-0DDF-5F3B-FC350A2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256472" y="4351417"/>
              <a:ext cx="216000" cy="145046"/>
            </a:xfrm>
            <a:prstGeom prst="rect">
              <a:avLst/>
            </a:prstGeom>
          </p:spPr>
        </p:pic>
        <p:cxnSp>
          <p:nvCxnSpPr>
            <p:cNvPr id="181" name="直接箭头连接符 49">
              <a:extLst>
                <a:ext uri="{FF2B5EF4-FFF2-40B4-BE49-F238E27FC236}">
                  <a16:creationId xmlns:a16="http://schemas.microsoft.com/office/drawing/2014/main" id="{E7C8D530-F838-87E0-FFE8-13C32615E27C}"/>
                </a:ext>
              </a:extLst>
            </p:cNvPr>
            <p:cNvCxnSpPr>
              <a:cxnSpLocks/>
              <a:stCxn id="180" idx="2"/>
              <a:endCxn id="179" idx="2"/>
            </p:cNvCxnSpPr>
            <p:nvPr/>
          </p:nvCxnSpPr>
          <p:spPr>
            <a:xfrm rot="16200000" flipH="1">
              <a:off x="5486732" y="4374203"/>
              <a:ext cx="280" cy="244800"/>
            </a:xfrm>
            <a:prstGeom prst="bentConnector3">
              <a:avLst>
                <a:gd name="adj1" fmla="val 44323214"/>
              </a:avLst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254CDE6B-91E4-1592-6A9D-AC2927760F0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7256" y="4513627"/>
              <a:ext cx="0" cy="21600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14" name="图片 213" descr="图标&#10;&#10;AI 生成的内容可能不正确。">
              <a:extLst>
                <a:ext uri="{FF2B5EF4-FFF2-40B4-BE49-F238E27FC236}">
                  <a16:creationId xmlns:a16="http://schemas.microsoft.com/office/drawing/2014/main" id="{24AD8643-4CE1-A6BC-10A9-48F33D4B4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9992" y="4918977"/>
              <a:ext cx="216000" cy="216000"/>
            </a:xfrm>
            <a:prstGeom prst="rect">
              <a:avLst/>
            </a:prstGeom>
          </p:spPr>
        </p:pic>
        <p:pic>
          <p:nvPicPr>
            <p:cNvPr id="222" name="图片 221" descr="图标&#10;&#10;AI 生成的内容可能不正确。">
              <a:extLst>
                <a:ext uri="{FF2B5EF4-FFF2-40B4-BE49-F238E27FC236}">
                  <a16:creationId xmlns:a16="http://schemas.microsoft.com/office/drawing/2014/main" id="{146E1FEB-B494-CF21-2C34-AE77919F8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6583" y="5428044"/>
              <a:ext cx="216000" cy="216000"/>
            </a:xfrm>
            <a:prstGeom prst="rect">
              <a:avLst/>
            </a:prstGeom>
          </p:spPr>
        </p:pic>
        <p:pic>
          <p:nvPicPr>
            <p:cNvPr id="228" name="图片 227" descr="图标&#10;&#10;AI 生成的内容可能不正确。">
              <a:extLst>
                <a:ext uri="{FF2B5EF4-FFF2-40B4-BE49-F238E27FC236}">
                  <a16:creationId xmlns:a16="http://schemas.microsoft.com/office/drawing/2014/main" id="{EB04A9F0-44CF-2D7C-E2ED-DD8DB0422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6714" y="5428071"/>
              <a:ext cx="216000" cy="216000"/>
            </a:xfrm>
            <a:prstGeom prst="rect">
              <a:avLst/>
            </a:prstGeom>
          </p:spPr>
        </p:pic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B26062FD-3CBD-77BA-AF5A-30C146CFCDF8}"/>
                </a:ext>
              </a:extLst>
            </p:cNvPr>
            <p:cNvSpPr txBox="1"/>
            <p:nvPr/>
          </p:nvSpPr>
          <p:spPr>
            <a:xfrm>
              <a:off x="5260648" y="4652053"/>
              <a:ext cx="53287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Demand response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A8898DCB-5D0F-AE11-81FE-8879167E003C}"/>
                </a:ext>
              </a:extLst>
            </p:cNvPr>
            <p:cNvCxnSpPr>
              <a:cxnSpLocks/>
              <a:stCxn id="129" idx="3"/>
              <a:endCxn id="78" idx="2"/>
            </p:cNvCxnSpPr>
            <p:nvPr/>
          </p:nvCxnSpPr>
          <p:spPr>
            <a:xfrm flipV="1">
              <a:off x="4812056" y="5653773"/>
              <a:ext cx="944360" cy="199254"/>
            </a:xfrm>
            <a:prstGeom prst="bentConnector2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7E365D4F-5CD0-3A59-9638-92F0D9EB0D51}"/>
                </a:ext>
              </a:extLst>
            </p:cNvPr>
            <p:cNvCxnSpPr>
              <a:cxnSpLocks/>
              <a:endCxn id="222" idx="2"/>
            </p:cNvCxnSpPr>
            <p:nvPr/>
          </p:nvCxnSpPr>
          <p:spPr>
            <a:xfrm flipV="1">
              <a:off x="5524583" y="5644044"/>
              <a:ext cx="0" cy="206224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9DC48CFF-EC03-F04D-4D48-E06DC1136829}"/>
                </a:ext>
              </a:extLst>
            </p:cNvPr>
            <p:cNvCxnSpPr>
              <a:cxnSpLocks/>
              <a:endCxn id="228" idx="2"/>
            </p:cNvCxnSpPr>
            <p:nvPr/>
          </p:nvCxnSpPr>
          <p:spPr>
            <a:xfrm flipV="1">
              <a:off x="5284714" y="5644071"/>
              <a:ext cx="0" cy="205780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文本框 275">
              <a:extLst>
                <a:ext uri="{FF2B5EF4-FFF2-40B4-BE49-F238E27FC236}">
                  <a16:creationId xmlns:a16="http://schemas.microsoft.com/office/drawing/2014/main" id="{222AFAA5-EE13-923F-4873-086A2ED8C2C3}"/>
                </a:ext>
              </a:extLst>
            </p:cNvPr>
            <p:cNvSpPr txBox="1"/>
            <p:nvPr/>
          </p:nvSpPr>
          <p:spPr>
            <a:xfrm>
              <a:off x="4018012" y="6337018"/>
              <a:ext cx="774571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Linepack</a:t>
              </a:r>
              <a:r>
                <a:rPr lang="en-US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storage</a:t>
              </a:r>
            </a:p>
          </p:txBody>
        </p:sp>
        <p:pic>
          <p:nvPicPr>
            <p:cNvPr id="282" name="图片 281" descr="图标&#10;&#10;AI 生成的内容可能不正确。">
              <a:extLst>
                <a:ext uri="{FF2B5EF4-FFF2-40B4-BE49-F238E27FC236}">
                  <a16:creationId xmlns:a16="http://schemas.microsoft.com/office/drawing/2014/main" id="{BA069245-EAC6-86AE-0B10-969F705AF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0030" y="6413190"/>
              <a:ext cx="180000" cy="180000"/>
            </a:xfrm>
            <a:prstGeom prst="rect">
              <a:avLst/>
            </a:prstGeom>
          </p:spPr>
        </p:pic>
        <p:pic>
          <p:nvPicPr>
            <p:cNvPr id="283" name="图片 282" descr="图标&#10;&#10;AI 生成的内容可能不正确。">
              <a:extLst>
                <a:ext uri="{FF2B5EF4-FFF2-40B4-BE49-F238E27FC236}">
                  <a16:creationId xmlns:a16="http://schemas.microsoft.com/office/drawing/2014/main" id="{E0DAF67C-23E5-A507-8202-2AF075CFA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1025" y="6416464"/>
              <a:ext cx="180000" cy="180000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905C3FF-C224-143C-8CA2-F0A701F11AFB}"/>
                </a:ext>
              </a:extLst>
            </p:cNvPr>
            <p:cNvSpPr txBox="1"/>
            <p:nvPr/>
          </p:nvSpPr>
          <p:spPr>
            <a:xfrm>
              <a:off x="874039" y="4155105"/>
              <a:ext cx="4650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arbon capture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" name="图片 4" descr="图标&#10;&#10;AI 生成的内容可能不正确。">
              <a:extLst>
                <a:ext uri="{FF2B5EF4-FFF2-40B4-BE49-F238E27FC236}">
                  <a16:creationId xmlns:a16="http://schemas.microsoft.com/office/drawing/2014/main" id="{ECE8200D-6C07-1C85-0B0F-E97A86841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124" y="4959120"/>
              <a:ext cx="360000" cy="3600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78D7FAD-9414-91AE-1466-732B8614BE85}"/>
                </a:ext>
              </a:extLst>
            </p:cNvPr>
            <p:cNvSpPr txBox="1"/>
            <p:nvPr/>
          </p:nvSpPr>
          <p:spPr>
            <a:xfrm>
              <a:off x="943978" y="5328608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Flexible nuclear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A1A81DB-3D26-8883-A216-F625FC6489AA}"/>
                </a:ext>
              </a:extLst>
            </p:cNvPr>
            <p:cNvSpPr txBox="1"/>
            <p:nvPr/>
          </p:nvSpPr>
          <p:spPr>
            <a:xfrm>
              <a:off x="1060020" y="5862861"/>
              <a:ext cx="360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Biomass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图片 9" descr="卡通人物&#10;&#10;AI 生成的内容可能不正确。">
              <a:extLst>
                <a:ext uri="{FF2B5EF4-FFF2-40B4-BE49-F238E27FC236}">
                  <a16:creationId xmlns:a16="http://schemas.microsoft.com/office/drawing/2014/main" id="{2E292352-C3D5-16DC-E70D-D7076EF49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367" y="5515097"/>
              <a:ext cx="360000" cy="360000"/>
            </a:xfrm>
            <a:prstGeom prst="rect">
              <a:avLst/>
            </a:prstGeom>
          </p:spPr>
        </p:pic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8271FD8E-CD6B-1B27-EE33-5C24A30AD5D9}"/>
                </a:ext>
              </a:extLst>
            </p:cNvPr>
            <p:cNvSpPr/>
            <p:nvPr/>
          </p:nvSpPr>
          <p:spPr>
            <a:xfrm>
              <a:off x="3736974" y="4495274"/>
              <a:ext cx="2088000" cy="808038"/>
            </a:xfrm>
            <a:custGeom>
              <a:avLst/>
              <a:gdLst>
                <a:gd name="connsiteX0" fmla="*/ 0 w 2182812"/>
                <a:gd name="connsiteY0" fmla="*/ 642938 h 808038"/>
                <a:gd name="connsiteX1" fmla="*/ 1116012 w 2182812"/>
                <a:gd name="connsiteY1" fmla="*/ 642938 h 808038"/>
                <a:gd name="connsiteX2" fmla="*/ 1116012 w 2182812"/>
                <a:gd name="connsiteY2" fmla="*/ 808038 h 808038"/>
                <a:gd name="connsiteX3" fmla="*/ 2182812 w 2182812"/>
                <a:gd name="connsiteY3" fmla="*/ 808038 h 808038"/>
                <a:gd name="connsiteX4" fmla="*/ 2182812 w 2182812"/>
                <a:gd name="connsiteY4" fmla="*/ 0 h 808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2812" h="808038">
                  <a:moveTo>
                    <a:pt x="0" y="642938"/>
                  </a:moveTo>
                  <a:lnTo>
                    <a:pt x="1116012" y="642938"/>
                  </a:lnTo>
                  <a:lnTo>
                    <a:pt x="1116012" y="808038"/>
                  </a:lnTo>
                  <a:lnTo>
                    <a:pt x="2182812" y="808038"/>
                  </a:lnTo>
                  <a:lnTo>
                    <a:pt x="2182812" y="0"/>
                  </a:lnTo>
                </a:path>
              </a:pathLst>
            </a:cu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D7E7DE66-B46F-46D5-2299-6D03B5E05D2B}"/>
                </a:ext>
              </a:extLst>
            </p:cNvPr>
            <p:cNvCxnSpPr>
              <a:cxnSpLocks/>
              <a:endCxn id="228" idx="0"/>
            </p:cNvCxnSpPr>
            <p:nvPr/>
          </p:nvCxnSpPr>
          <p:spPr>
            <a:xfrm>
              <a:off x="5284714" y="5301971"/>
              <a:ext cx="0" cy="12610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089C3010-A2C3-96D1-A9B7-FF047C64AFA8}"/>
                </a:ext>
              </a:extLst>
            </p:cNvPr>
            <p:cNvCxnSpPr>
              <a:cxnSpLocks/>
              <a:endCxn id="222" idx="0"/>
            </p:cNvCxnSpPr>
            <p:nvPr/>
          </p:nvCxnSpPr>
          <p:spPr>
            <a:xfrm>
              <a:off x="5524583" y="5304898"/>
              <a:ext cx="0" cy="123146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1B1B301D-3674-1450-FB80-828F78DA941A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5756416" y="5303838"/>
              <a:ext cx="0" cy="13393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4CEA70B1-D45E-FA34-013F-D2E3423D0C5B}"/>
                </a:ext>
              </a:extLst>
            </p:cNvPr>
            <p:cNvCxnSpPr>
              <a:cxnSpLocks/>
              <a:endCxn id="100" idx="2"/>
            </p:cNvCxnSpPr>
            <p:nvPr/>
          </p:nvCxnSpPr>
          <p:spPr>
            <a:xfrm flipV="1">
              <a:off x="5644974" y="5136319"/>
              <a:ext cx="0" cy="16674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直接箭头连接符 456">
              <a:extLst>
                <a:ext uri="{FF2B5EF4-FFF2-40B4-BE49-F238E27FC236}">
                  <a16:creationId xmlns:a16="http://schemas.microsoft.com/office/drawing/2014/main" id="{A5810287-F046-2578-0125-3CCA2E5D9641}"/>
                </a:ext>
              </a:extLst>
            </p:cNvPr>
            <p:cNvCxnSpPr>
              <a:cxnSpLocks/>
              <a:endCxn id="214" idx="2"/>
            </p:cNvCxnSpPr>
            <p:nvPr/>
          </p:nvCxnSpPr>
          <p:spPr>
            <a:xfrm flipV="1">
              <a:off x="5407992" y="5134977"/>
              <a:ext cx="0" cy="164859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B93EDC32-DD36-31EE-E565-B0FEC265B0E7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flipV="1">
              <a:off x="1372021" y="4373192"/>
              <a:ext cx="0" cy="72000"/>
            </a:xfrm>
            <a:prstGeom prst="straightConnector1">
              <a:avLst/>
            </a:prstGeom>
            <a:ln w="6350" cap="rnd">
              <a:solidFill>
                <a:schemeClr val="bg1">
                  <a:lumMod val="50000"/>
                </a:schemeClr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图片 12" descr="图片包含 徽标&#10;&#10;AI 生成的内容可能不正确。">
              <a:extLst>
                <a:ext uri="{FF2B5EF4-FFF2-40B4-BE49-F238E27FC236}">
                  <a16:creationId xmlns:a16="http://schemas.microsoft.com/office/drawing/2014/main" id="{919886AB-6623-BAFC-658D-DCA71F9BF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4021" y="4157192"/>
              <a:ext cx="216000" cy="216000"/>
            </a:xfrm>
            <a:prstGeom prst="rect">
              <a:avLst/>
            </a:prstGeom>
          </p:spPr>
        </p:pic>
      </p:grp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2966DAC8-4F74-FCC7-3641-F2984F81AB49}"/>
              </a:ext>
            </a:extLst>
          </p:cNvPr>
          <p:cNvSpPr/>
          <p:nvPr/>
        </p:nvSpPr>
        <p:spPr>
          <a:xfrm>
            <a:off x="1510432" y="4470601"/>
            <a:ext cx="252000" cy="1188000"/>
          </a:xfrm>
          <a:custGeom>
            <a:avLst/>
            <a:gdLst>
              <a:gd name="connsiteX0" fmla="*/ 152979 w 152979"/>
              <a:gd name="connsiteY0" fmla="*/ 0 h 1223835"/>
              <a:gd name="connsiteX1" fmla="*/ 0 w 152979"/>
              <a:gd name="connsiteY1" fmla="*/ 0 h 1223835"/>
              <a:gd name="connsiteX2" fmla="*/ 0 w 152979"/>
              <a:gd name="connsiteY2" fmla="*/ 1223835 h 122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979" h="1223835">
                <a:moveTo>
                  <a:pt x="152979" y="0"/>
                </a:moveTo>
                <a:lnTo>
                  <a:pt x="0" y="0"/>
                </a:lnTo>
                <a:lnTo>
                  <a:pt x="0" y="1223835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5" name="文本框 484">
            <a:extLst>
              <a:ext uri="{FF2B5EF4-FFF2-40B4-BE49-F238E27FC236}">
                <a16:creationId xmlns:a16="http://schemas.microsoft.com/office/drawing/2014/main" id="{0AFAC966-8A57-3744-E39A-E9A11E119909}"/>
              </a:ext>
            </a:extLst>
          </p:cNvPr>
          <p:cNvSpPr txBox="1"/>
          <p:nvPr/>
        </p:nvSpPr>
        <p:spPr>
          <a:xfrm>
            <a:off x="3405940" y="1130910"/>
            <a:ext cx="56297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flow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6" name="直接连接符 485">
            <a:extLst>
              <a:ext uri="{FF2B5EF4-FFF2-40B4-BE49-F238E27FC236}">
                <a16:creationId xmlns:a16="http://schemas.microsoft.com/office/drawing/2014/main" id="{79D9E919-9793-01F8-DA47-C271B1917A86}"/>
              </a:ext>
            </a:extLst>
          </p:cNvPr>
          <p:cNvCxnSpPr/>
          <p:nvPr/>
        </p:nvCxnSpPr>
        <p:spPr>
          <a:xfrm>
            <a:off x="2864698" y="773991"/>
            <a:ext cx="12924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文本框 486">
            <a:extLst>
              <a:ext uri="{FF2B5EF4-FFF2-40B4-BE49-F238E27FC236}">
                <a16:creationId xmlns:a16="http://schemas.microsoft.com/office/drawing/2014/main" id="{F1E067AB-CE28-47ED-B68D-E13A49CCC9D6}"/>
              </a:ext>
            </a:extLst>
          </p:cNvPr>
          <p:cNvSpPr txBox="1"/>
          <p:nvPr/>
        </p:nvSpPr>
        <p:spPr>
          <a:xfrm>
            <a:off x="3589467" y="596467"/>
            <a:ext cx="63671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Line capacity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8" name="文本框 487">
            <a:extLst>
              <a:ext uri="{FF2B5EF4-FFF2-40B4-BE49-F238E27FC236}">
                <a16:creationId xmlns:a16="http://schemas.microsoft.com/office/drawing/2014/main" id="{51EF6247-A549-CD5C-DF66-A08183E5A26C}"/>
              </a:ext>
            </a:extLst>
          </p:cNvPr>
          <p:cNvSpPr txBox="1"/>
          <p:nvPr/>
        </p:nvSpPr>
        <p:spPr>
          <a:xfrm>
            <a:off x="2845317" y="814247"/>
            <a:ext cx="88357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Flexibility availability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2" name="文本框 491">
            <a:extLst>
              <a:ext uri="{FF2B5EF4-FFF2-40B4-BE49-F238E27FC236}">
                <a16:creationId xmlns:a16="http://schemas.microsoft.com/office/drawing/2014/main" id="{8D624FF3-D4A6-A3F8-3251-61BB67184529}"/>
              </a:ext>
            </a:extLst>
          </p:cNvPr>
          <p:cNvSpPr txBox="1"/>
          <p:nvPr/>
        </p:nvSpPr>
        <p:spPr>
          <a:xfrm>
            <a:off x="1977850" y="6492223"/>
            <a:ext cx="40748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Winter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5" name="文本框 494">
            <a:extLst>
              <a:ext uri="{FF2B5EF4-FFF2-40B4-BE49-F238E27FC236}">
                <a16:creationId xmlns:a16="http://schemas.microsoft.com/office/drawing/2014/main" id="{DBD23C35-2D38-A419-CC03-444299DFF9D2}"/>
              </a:ext>
            </a:extLst>
          </p:cNvPr>
          <p:cNvSpPr txBox="1"/>
          <p:nvPr/>
        </p:nvSpPr>
        <p:spPr>
          <a:xfrm>
            <a:off x="1339482" y="5931686"/>
            <a:ext cx="433132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Excess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6" name="文本框 495">
            <a:extLst>
              <a:ext uri="{FF2B5EF4-FFF2-40B4-BE49-F238E27FC236}">
                <a16:creationId xmlns:a16="http://schemas.microsoft.com/office/drawing/2014/main" id="{B12065C9-7D06-03E4-2C45-BB30427DE402}"/>
              </a:ext>
            </a:extLst>
          </p:cNvPr>
          <p:cNvSpPr txBox="1"/>
          <p:nvPr/>
        </p:nvSpPr>
        <p:spPr>
          <a:xfrm>
            <a:off x="1870182" y="6109699"/>
            <a:ext cx="49885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Shortage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7" name="文本框 496">
            <a:extLst>
              <a:ext uri="{FF2B5EF4-FFF2-40B4-BE49-F238E27FC236}">
                <a16:creationId xmlns:a16="http://schemas.microsoft.com/office/drawing/2014/main" id="{B38C467D-8C65-FDB0-1F83-49C1D6A98275}"/>
              </a:ext>
            </a:extLst>
          </p:cNvPr>
          <p:cNvSpPr txBox="1"/>
          <p:nvPr/>
        </p:nvSpPr>
        <p:spPr>
          <a:xfrm>
            <a:off x="1374163" y="6314049"/>
            <a:ext cx="598241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Solar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3" name="文本框 502">
            <a:extLst>
              <a:ext uri="{FF2B5EF4-FFF2-40B4-BE49-F238E27FC236}">
                <a16:creationId xmlns:a16="http://schemas.microsoft.com/office/drawing/2014/main" id="{3303C493-49D9-E67C-4E4C-FA6100B011E1}"/>
              </a:ext>
            </a:extLst>
          </p:cNvPr>
          <p:cNvSpPr txBox="1"/>
          <p:nvPr/>
        </p:nvSpPr>
        <p:spPr>
          <a:xfrm>
            <a:off x="1373355" y="6204025"/>
            <a:ext cx="47801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51199C4A-4FE4-3EA7-A5BC-5EB6CDE889B3}"/>
              </a:ext>
            </a:extLst>
          </p:cNvPr>
          <p:cNvCxnSpPr/>
          <p:nvPr/>
        </p:nvCxnSpPr>
        <p:spPr>
          <a:xfrm>
            <a:off x="1304212" y="6296021"/>
            <a:ext cx="1080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直接连接符 508">
            <a:extLst>
              <a:ext uri="{FF2B5EF4-FFF2-40B4-BE49-F238E27FC236}">
                <a16:creationId xmlns:a16="http://schemas.microsoft.com/office/drawing/2014/main" id="{1256EBF4-AF16-325C-1251-BA8E914413A0}"/>
              </a:ext>
            </a:extLst>
          </p:cNvPr>
          <p:cNvCxnSpPr/>
          <p:nvPr/>
        </p:nvCxnSpPr>
        <p:spPr>
          <a:xfrm>
            <a:off x="1304212" y="6410319"/>
            <a:ext cx="108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弧形 510">
            <a:extLst>
              <a:ext uri="{FF2B5EF4-FFF2-40B4-BE49-F238E27FC236}">
                <a16:creationId xmlns:a16="http://schemas.microsoft.com/office/drawing/2014/main" id="{DA2DE092-6A0A-1555-8891-95987E99F264}"/>
              </a:ext>
            </a:extLst>
          </p:cNvPr>
          <p:cNvSpPr/>
          <p:nvPr/>
        </p:nvSpPr>
        <p:spPr>
          <a:xfrm>
            <a:off x="1067759" y="5987264"/>
            <a:ext cx="1279959" cy="953041"/>
          </a:xfrm>
          <a:prstGeom prst="arc">
            <a:avLst>
              <a:gd name="adj1" fmla="val 16200000"/>
              <a:gd name="adj2" fmla="val 19400847"/>
            </a:avLst>
          </a:prstGeom>
          <a:ln w="9525">
            <a:gradFill flip="none" rotWithShape="1">
              <a:gsLst>
                <a:gs pos="0">
                  <a:schemeClr val="tx2">
                    <a:lumMod val="25000"/>
                    <a:lumOff val="7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1"/>
              <a:tileRect/>
            </a:gra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2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7FF51F5-50CA-8A1E-00ED-D49666083EB7}"/>
              </a:ext>
            </a:extLst>
          </p:cNvPr>
          <p:cNvSpPr txBox="1"/>
          <p:nvPr/>
        </p:nvSpPr>
        <p:spPr>
          <a:xfrm>
            <a:off x="1784044" y="5840835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" name="文本框 449">
            <a:extLst>
              <a:ext uri="{FF2B5EF4-FFF2-40B4-BE49-F238E27FC236}">
                <a16:creationId xmlns:a16="http://schemas.microsoft.com/office/drawing/2014/main" id="{2BF9FF87-23F4-CD87-2C0B-CA0110D23F1D}"/>
              </a:ext>
            </a:extLst>
          </p:cNvPr>
          <p:cNvSpPr txBox="1"/>
          <p:nvPr/>
        </p:nvSpPr>
        <p:spPr>
          <a:xfrm rot="16200000">
            <a:off x="3073236" y="6124645"/>
            <a:ext cx="49885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Load (%)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9" name="直接连接符 488">
            <a:extLst>
              <a:ext uri="{FF2B5EF4-FFF2-40B4-BE49-F238E27FC236}">
                <a16:creationId xmlns:a16="http://schemas.microsoft.com/office/drawing/2014/main" id="{407EA75A-9DA2-8F2D-F3C0-DD752EE6C099}"/>
              </a:ext>
            </a:extLst>
          </p:cNvPr>
          <p:cNvCxnSpPr>
            <a:cxnSpLocks/>
          </p:cNvCxnSpPr>
          <p:nvPr/>
        </p:nvCxnSpPr>
        <p:spPr>
          <a:xfrm>
            <a:off x="3410975" y="6311326"/>
            <a:ext cx="748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DEEE4F22-8383-8B32-1D89-8616C395048C}"/>
              </a:ext>
            </a:extLst>
          </p:cNvPr>
          <p:cNvCxnSpPr>
            <a:cxnSpLocks/>
          </p:cNvCxnSpPr>
          <p:nvPr/>
        </p:nvCxnSpPr>
        <p:spPr>
          <a:xfrm rot="5400000">
            <a:off x="3049658" y="6197200"/>
            <a:ext cx="7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文本框 501">
            <a:extLst>
              <a:ext uri="{FF2B5EF4-FFF2-40B4-BE49-F238E27FC236}">
                <a16:creationId xmlns:a16="http://schemas.microsoft.com/office/drawing/2014/main" id="{62AE9506-1767-6CFA-CD68-FF006F8D7BC0}"/>
              </a:ext>
            </a:extLst>
          </p:cNvPr>
          <p:cNvSpPr txBox="1"/>
          <p:nvPr/>
        </p:nvSpPr>
        <p:spPr>
          <a:xfrm>
            <a:off x="3872424" y="6278807"/>
            <a:ext cx="39145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</a:p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(year)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6EFDF771-1B13-D798-4C03-B7B27860FEC6}"/>
              </a:ext>
            </a:extLst>
          </p:cNvPr>
          <p:cNvSpPr txBox="1"/>
          <p:nvPr/>
        </p:nvSpPr>
        <p:spPr>
          <a:xfrm>
            <a:off x="2822370" y="6461814"/>
            <a:ext cx="36396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AFD8C63E-5701-8E35-2866-B75503EF3668}"/>
              </a:ext>
            </a:extLst>
          </p:cNvPr>
          <p:cNvGrpSpPr/>
          <p:nvPr/>
        </p:nvGrpSpPr>
        <p:grpSpPr>
          <a:xfrm>
            <a:off x="2856349" y="5948767"/>
            <a:ext cx="396954" cy="540000"/>
            <a:chOff x="2745684" y="7180666"/>
            <a:chExt cx="379728" cy="540194"/>
          </a:xfrm>
        </p:grpSpPr>
        <p:sp>
          <p:nvSpPr>
            <p:cNvPr id="105" name="Arrow: Bent 6">
              <a:extLst>
                <a:ext uri="{FF2B5EF4-FFF2-40B4-BE49-F238E27FC236}">
                  <a16:creationId xmlns:a16="http://schemas.microsoft.com/office/drawing/2014/main" id="{CABC9870-A82C-37DE-FF36-9374E3A31BD1}"/>
                </a:ext>
              </a:extLst>
            </p:cNvPr>
            <p:cNvSpPr/>
            <p:nvPr/>
          </p:nvSpPr>
          <p:spPr>
            <a:xfrm rot="5400000">
              <a:off x="2729176" y="7522860"/>
              <a:ext cx="216000" cy="180000"/>
            </a:xfrm>
            <a:prstGeom prst="bentArrow">
              <a:avLst>
                <a:gd name="adj1" fmla="val 14125"/>
                <a:gd name="adj2" fmla="val 21464"/>
                <a:gd name="adj3" fmla="val 22354"/>
                <a:gd name="adj4" fmla="val 6277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7" name="Arrow: Bent 8">
              <a:extLst>
                <a:ext uri="{FF2B5EF4-FFF2-40B4-BE49-F238E27FC236}">
                  <a16:creationId xmlns:a16="http://schemas.microsoft.com/office/drawing/2014/main" id="{9D7571FF-DB6B-32FA-8163-DC525CE4B2BB}"/>
                </a:ext>
              </a:extLst>
            </p:cNvPr>
            <p:cNvSpPr/>
            <p:nvPr/>
          </p:nvSpPr>
          <p:spPr>
            <a:xfrm rot="10800000">
              <a:off x="2747410" y="7324252"/>
              <a:ext cx="216000" cy="144000"/>
            </a:xfrm>
            <a:prstGeom prst="bentArrow">
              <a:avLst>
                <a:gd name="adj1" fmla="val 62218"/>
                <a:gd name="adj2" fmla="val 38980"/>
                <a:gd name="adj3" fmla="val 0"/>
                <a:gd name="adj4" fmla="val 8125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9" name="Arrow: Bent 10">
              <a:extLst>
                <a:ext uri="{FF2B5EF4-FFF2-40B4-BE49-F238E27FC236}">
                  <a16:creationId xmlns:a16="http://schemas.microsoft.com/office/drawing/2014/main" id="{2FB7E28F-9DD5-FD58-0C09-8FCA2B1A6AF2}"/>
                </a:ext>
              </a:extLst>
            </p:cNvPr>
            <p:cNvSpPr/>
            <p:nvPr/>
          </p:nvSpPr>
          <p:spPr>
            <a:xfrm>
              <a:off x="2878229" y="7180666"/>
              <a:ext cx="247183" cy="144000"/>
            </a:xfrm>
            <a:prstGeom prst="bentArrow">
              <a:avLst>
                <a:gd name="adj1" fmla="val 60565"/>
                <a:gd name="adj2" fmla="val 50000"/>
                <a:gd name="adj3" fmla="val 50000"/>
                <a:gd name="adj4" fmla="val 8125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4" name="Arrow: Bent 10">
              <a:extLst>
                <a:ext uri="{FF2B5EF4-FFF2-40B4-BE49-F238E27FC236}">
                  <a16:creationId xmlns:a16="http://schemas.microsoft.com/office/drawing/2014/main" id="{116579CE-A39A-6B82-843E-F662D5784B01}"/>
                </a:ext>
              </a:extLst>
            </p:cNvPr>
            <p:cNvSpPr/>
            <p:nvPr/>
          </p:nvSpPr>
          <p:spPr>
            <a:xfrm flipV="1">
              <a:off x="2913065" y="7569282"/>
              <a:ext cx="208054" cy="144000"/>
            </a:xfrm>
            <a:prstGeom prst="bentArrow">
              <a:avLst>
                <a:gd name="adj1" fmla="val 37414"/>
                <a:gd name="adj2" fmla="val 50000"/>
                <a:gd name="adj3" fmla="val 50000"/>
                <a:gd name="adj4" fmla="val 8125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5" name="Arrow: Bent 8">
              <a:extLst>
                <a:ext uri="{FF2B5EF4-FFF2-40B4-BE49-F238E27FC236}">
                  <a16:creationId xmlns:a16="http://schemas.microsoft.com/office/drawing/2014/main" id="{C429449D-FBE6-79FF-53F2-0892668F6BD3}"/>
                </a:ext>
              </a:extLst>
            </p:cNvPr>
            <p:cNvSpPr/>
            <p:nvPr/>
          </p:nvSpPr>
          <p:spPr>
            <a:xfrm rot="10800000" flipV="1">
              <a:off x="2747564" y="7424874"/>
              <a:ext cx="216000" cy="144000"/>
            </a:xfrm>
            <a:prstGeom prst="bentArrow">
              <a:avLst>
                <a:gd name="adj1" fmla="val 35760"/>
                <a:gd name="adj2" fmla="val 38980"/>
                <a:gd name="adj3" fmla="val 0"/>
                <a:gd name="adj4" fmla="val 8125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C39D463D-9925-A3FD-D3B1-D0E8B41C13EE}"/>
                </a:ext>
              </a:extLst>
            </p:cNvPr>
            <p:cNvSpPr/>
            <p:nvPr/>
          </p:nvSpPr>
          <p:spPr>
            <a:xfrm>
              <a:off x="2745684" y="7367587"/>
              <a:ext cx="72000" cy="16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F497DB74-E80A-1F4A-195F-F9D2786426DA}"/>
              </a:ext>
            </a:extLst>
          </p:cNvPr>
          <p:cNvSpPr txBox="1"/>
          <p:nvPr/>
        </p:nvSpPr>
        <p:spPr>
          <a:xfrm>
            <a:off x="3071430" y="6461812"/>
            <a:ext cx="37234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Elec.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B5A63241-4826-AA64-0DA6-E4ADA19A9746}"/>
              </a:ext>
            </a:extLst>
          </p:cNvPr>
          <p:cNvSpPr txBox="1"/>
          <p:nvPr/>
        </p:nvSpPr>
        <p:spPr>
          <a:xfrm>
            <a:off x="3076975" y="5785657"/>
            <a:ext cx="36396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Heat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EB9FF5B-943A-E7E1-33CB-47FCBB19B8AC}"/>
              </a:ext>
            </a:extLst>
          </p:cNvPr>
          <p:cNvSpPr txBox="1"/>
          <p:nvPr/>
        </p:nvSpPr>
        <p:spPr>
          <a:xfrm>
            <a:off x="2642532" y="6126051"/>
            <a:ext cx="290529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4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3183107-9D07-A8E5-AD42-229A70D184FF}"/>
              </a:ext>
            </a:extLst>
          </p:cNvPr>
          <p:cNvSpPr txBox="1"/>
          <p:nvPr/>
        </p:nvSpPr>
        <p:spPr>
          <a:xfrm>
            <a:off x="3584709" y="5866882"/>
            <a:ext cx="65915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Load duration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A244DB9C-815A-C96A-9008-F891F057B7B7}"/>
              </a:ext>
            </a:extLst>
          </p:cNvPr>
          <p:cNvSpPr txBox="1"/>
          <p:nvPr/>
        </p:nvSpPr>
        <p:spPr>
          <a:xfrm>
            <a:off x="3422307" y="6084962"/>
            <a:ext cx="50847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Baseload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7" name="图表 126">
            <a:extLst>
              <a:ext uri="{FF2B5EF4-FFF2-40B4-BE49-F238E27FC236}">
                <a16:creationId xmlns:a16="http://schemas.microsoft.com/office/drawing/2014/main" id="{87C2BA62-309C-C4C8-00D4-23D74028BFD4}"/>
              </a:ext>
            </a:extLst>
          </p:cNvPr>
          <p:cNvGraphicFramePr>
            <a:graphicFrameLocks/>
          </p:cNvGraphicFramePr>
          <p:nvPr/>
        </p:nvGraphicFramePr>
        <p:xfrm>
          <a:off x="4543885" y="5652254"/>
          <a:ext cx="1576800" cy="100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0"/>
          </a:graphicData>
        </a:graphic>
      </p:graphicFrame>
      <p:sp>
        <p:nvSpPr>
          <p:cNvPr id="134" name="文本框 133">
            <a:extLst>
              <a:ext uri="{FF2B5EF4-FFF2-40B4-BE49-F238E27FC236}">
                <a16:creationId xmlns:a16="http://schemas.microsoft.com/office/drawing/2014/main" id="{A851FA29-174F-F118-C8E2-AEF2BE41C08E}"/>
              </a:ext>
            </a:extLst>
          </p:cNvPr>
          <p:cNvSpPr txBox="1"/>
          <p:nvPr/>
        </p:nvSpPr>
        <p:spPr>
          <a:xfrm>
            <a:off x="4571486" y="6494356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CB03E559-AF3C-4C77-F89B-352C7623A32F}"/>
              </a:ext>
            </a:extLst>
          </p:cNvPr>
          <p:cNvSpPr txBox="1"/>
          <p:nvPr/>
        </p:nvSpPr>
        <p:spPr>
          <a:xfrm>
            <a:off x="4828317" y="6494374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91687AFE-28B4-F62E-5542-A97DD9DE0AF2}"/>
              </a:ext>
            </a:extLst>
          </p:cNvPr>
          <p:cNvSpPr txBox="1"/>
          <p:nvPr/>
        </p:nvSpPr>
        <p:spPr>
          <a:xfrm>
            <a:off x="5114861" y="6493346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17E652FB-0671-AB66-FF98-452AAE1A89EE}"/>
              </a:ext>
            </a:extLst>
          </p:cNvPr>
          <p:cNvSpPr txBox="1"/>
          <p:nvPr/>
        </p:nvSpPr>
        <p:spPr>
          <a:xfrm>
            <a:off x="5419294" y="6493346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234E330E-21A2-4126-EC9D-F9FAEA3A5515}"/>
              </a:ext>
            </a:extLst>
          </p:cNvPr>
          <p:cNvSpPr txBox="1"/>
          <p:nvPr/>
        </p:nvSpPr>
        <p:spPr>
          <a:xfrm>
            <a:off x="4769652" y="6257923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Solar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2ED95BA8-9187-7136-7099-11AE943EC107}"/>
              </a:ext>
            </a:extLst>
          </p:cNvPr>
          <p:cNvSpPr txBox="1"/>
          <p:nvPr/>
        </p:nvSpPr>
        <p:spPr>
          <a:xfrm>
            <a:off x="5394774" y="5722853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V2G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F33836E9-6D95-AE87-D348-A6073590945A}"/>
              </a:ext>
            </a:extLst>
          </p:cNvPr>
          <p:cNvSpPr txBox="1"/>
          <p:nvPr/>
        </p:nvSpPr>
        <p:spPr>
          <a:xfrm>
            <a:off x="5512418" y="5981123"/>
            <a:ext cx="5229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Charging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90630FB9-62BD-680F-48F8-EE5B04259C1A}"/>
              </a:ext>
            </a:extLst>
          </p:cNvPr>
          <p:cNvSpPr txBox="1"/>
          <p:nvPr/>
        </p:nvSpPr>
        <p:spPr>
          <a:xfrm>
            <a:off x="5710978" y="6493295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7CE92E49-25A7-126A-7B9E-02997A0A56DD}"/>
              </a:ext>
            </a:extLst>
          </p:cNvPr>
          <p:cNvSpPr txBox="1"/>
          <p:nvPr/>
        </p:nvSpPr>
        <p:spPr>
          <a:xfrm>
            <a:off x="4688004" y="5958916"/>
            <a:ext cx="570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8C1C11EB-B054-AB29-151D-F99FECBD4F05}"/>
              </a:ext>
            </a:extLst>
          </p:cNvPr>
          <p:cNvCxnSpPr>
            <a:cxnSpLocks/>
          </p:cNvCxnSpPr>
          <p:nvPr/>
        </p:nvCxnSpPr>
        <p:spPr>
          <a:xfrm>
            <a:off x="5250319" y="5961803"/>
            <a:ext cx="0" cy="55800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4" name="文本框 153">
            <a:extLst>
              <a:ext uri="{FF2B5EF4-FFF2-40B4-BE49-F238E27FC236}">
                <a16:creationId xmlns:a16="http://schemas.microsoft.com/office/drawing/2014/main" id="{A02F090F-42B6-ED27-DF60-3FF06DD10D08}"/>
              </a:ext>
            </a:extLst>
          </p:cNvPr>
          <p:cNvSpPr txBox="1"/>
          <p:nvPr/>
        </p:nvSpPr>
        <p:spPr>
          <a:xfrm>
            <a:off x="5178334" y="6290620"/>
            <a:ext cx="6317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Arrive home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55" name="图表 154">
            <a:extLst>
              <a:ext uri="{FF2B5EF4-FFF2-40B4-BE49-F238E27FC236}">
                <a16:creationId xmlns:a16="http://schemas.microsoft.com/office/drawing/2014/main" id="{23131973-8FFB-E0F3-3615-03C7F8D7155D}"/>
              </a:ext>
            </a:extLst>
          </p:cNvPr>
          <p:cNvGraphicFramePr>
            <a:graphicFrameLocks/>
          </p:cNvGraphicFramePr>
          <p:nvPr/>
        </p:nvGraphicFramePr>
        <p:xfrm>
          <a:off x="4554641" y="608340"/>
          <a:ext cx="1573200" cy="9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9FA41C90-E678-6EA8-4F01-85EEC693FFB6}"/>
              </a:ext>
            </a:extLst>
          </p:cNvPr>
          <p:cNvSpPr/>
          <p:nvPr/>
        </p:nvSpPr>
        <p:spPr>
          <a:xfrm>
            <a:off x="4555147" y="1594243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5E94A586-6D2C-0B8F-4B99-8D1FEB380DEF}"/>
              </a:ext>
            </a:extLst>
          </p:cNvPr>
          <p:cNvSpPr txBox="1"/>
          <p:nvPr/>
        </p:nvSpPr>
        <p:spPr>
          <a:xfrm rot="16200000">
            <a:off x="4296012" y="957538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51280E31-2A22-5673-0A04-CFD75FD7F4B5}"/>
              </a:ext>
            </a:extLst>
          </p:cNvPr>
          <p:cNvSpPr txBox="1"/>
          <p:nvPr/>
        </p:nvSpPr>
        <p:spPr>
          <a:xfrm>
            <a:off x="4724713" y="1407287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Day1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B62ED916-05A9-E5B7-6362-28651399D7F0}"/>
              </a:ext>
            </a:extLst>
          </p:cNvPr>
          <p:cNvSpPr txBox="1"/>
          <p:nvPr/>
        </p:nvSpPr>
        <p:spPr>
          <a:xfrm>
            <a:off x="5188144" y="1407287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57770647-6148-45F8-EB62-D8154106D40A}"/>
              </a:ext>
            </a:extLst>
          </p:cNvPr>
          <p:cNvSpPr txBox="1"/>
          <p:nvPr/>
        </p:nvSpPr>
        <p:spPr>
          <a:xfrm>
            <a:off x="5620351" y="1407287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Day3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89C67635-B4E9-07DA-D1E5-710617EABDA0}"/>
              </a:ext>
            </a:extLst>
          </p:cNvPr>
          <p:cNvSpPr txBox="1"/>
          <p:nvPr/>
        </p:nvSpPr>
        <p:spPr>
          <a:xfrm>
            <a:off x="4481401" y="563246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1734E0CC-9EAC-12FC-64FB-341940E50008}"/>
              </a:ext>
            </a:extLst>
          </p:cNvPr>
          <p:cNvCxnSpPr>
            <a:cxnSpLocks/>
          </p:cNvCxnSpPr>
          <p:nvPr/>
        </p:nvCxnSpPr>
        <p:spPr>
          <a:xfrm>
            <a:off x="4691441" y="1393693"/>
            <a:ext cx="129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98C66BD1-4950-0FA2-8221-9AEE32DCFCCD}"/>
              </a:ext>
            </a:extLst>
          </p:cNvPr>
          <p:cNvCxnSpPr>
            <a:cxnSpLocks/>
          </p:cNvCxnSpPr>
          <p:nvPr/>
        </p:nvCxnSpPr>
        <p:spPr>
          <a:xfrm rot="5400000">
            <a:off x="4322443" y="1077383"/>
            <a:ext cx="73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04A1EC89-6DB3-19E3-18BB-ACF0DDC14466}"/>
              </a:ext>
            </a:extLst>
          </p:cNvPr>
          <p:cNvSpPr txBox="1"/>
          <p:nvPr/>
        </p:nvSpPr>
        <p:spPr>
          <a:xfrm>
            <a:off x="4834739" y="1197645"/>
            <a:ext cx="570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5A83F6F5-5A31-2756-81E5-A2F83D9BFF35}"/>
              </a:ext>
            </a:extLst>
          </p:cNvPr>
          <p:cNvSpPr/>
          <p:nvPr/>
        </p:nvSpPr>
        <p:spPr>
          <a:xfrm>
            <a:off x="4794919" y="674681"/>
            <a:ext cx="36000" cy="36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266DE6FE-DBD8-0A47-59F0-CAF5A951091C}"/>
              </a:ext>
            </a:extLst>
          </p:cNvPr>
          <p:cNvSpPr txBox="1"/>
          <p:nvPr/>
        </p:nvSpPr>
        <p:spPr>
          <a:xfrm>
            <a:off x="4766037" y="597455"/>
            <a:ext cx="5004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Storage+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C945C1A8-6D65-625D-33C5-CB7851D6C9B9}"/>
              </a:ext>
            </a:extLst>
          </p:cNvPr>
          <p:cNvSpPr/>
          <p:nvPr/>
        </p:nvSpPr>
        <p:spPr>
          <a:xfrm>
            <a:off x="5230698" y="675034"/>
            <a:ext cx="36000" cy="3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5B60852E-1DA4-7562-B866-9AE25C391C3E}"/>
              </a:ext>
            </a:extLst>
          </p:cNvPr>
          <p:cNvSpPr txBox="1"/>
          <p:nvPr/>
        </p:nvSpPr>
        <p:spPr>
          <a:xfrm>
            <a:off x="5211434" y="597808"/>
            <a:ext cx="4812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Storage-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5" name="任意多边形: 形状 1024">
            <a:extLst>
              <a:ext uri="{FF2B5EF4-FFF2-40B4-BE49-F238E27FC236}">
                <a16:creationId xmlns:a16="http://schemas.microsoft.com/office/drawing/2014/main" id="{478BEFEB-6C72-E4CB-45EE-2995721C3FE1}"/>
              </a:ext>
            </a:extLst>
          </p:cNvPr>
          <p:cNvSpPr/>
          <p:nvPr/>
        </p:nvSpPr>
        <p:spPr>
          <a:xfrm>
            <a:off x="4616450" y="2911475"/>
            <a:ext cx="266400" cy="0"/>
          </a:xfrm>
          <a:custGeom>
            <a:avLst/>
            <a:gdLst>
              <a:gd name="connsiteX0" fmla="*/ 0 w 273050"/>
              <a:gd name="connsiteY0" fmla="*/ 0 h 0"/>
              <a:gd name="connsiteX1" fmla="*/ 273050 w 273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3050">
                <a:moveTo>
                  <a:pt x="0" y="0"/>
                </a:moveTo>
                <a:lnTo>
                  <a:pt x="27305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9" name="任意多边形: 形状 1028">
            <a:extLst>
              <a:ext uri="{FF2B5EF4-FFF2-40B4-BE49-F238E27FC236}">
                <a16:creationId xmlns:a16="http://schemas.microsoft.com/office/drawing/2014/main" id="{5EFA8D6E-6448-900E-C3CD-F32EA8093DFE}"/>
              </a:ext>
            </a:extLst>
          </p:cNvPr>
          <p:cNvSpPr/>
          <p:nvPr/>
        </p:nvSpPr>
        <p:spPr>
          <a:xfrm>
            <a:off x="866775" y="1627188"/>
            <a:ext cx="720000" cy="2660650"/>
          </a:xfrm>
          <a:custGeom>
            <a:avLst/>
            <a:gdLst>
              <a:gd name="connsiteX0" fmla="*/ 236538 w 860425"/>
              <a:gd name="connsiteY0" fmla="*/ 2660650 h 2660650"/>
              <a:gd name="connsiteX1" fmla="*/ 0 w 860425"/>
              <a:gd name="connsiteY1" fmla="*/ 2660650 h 2660650"/>
              <a:gd name="connsiteX2" fmla="*/ 0 w 860425"/>
              <a:gd name="connsiteY2" fmla="*/ 400050 h 2660650"/>
              <a:gd name="connsiteX3" fmla="*/ 860425 w 860425"/>
              <a:gd name="connsiteY3" fmla="*/ 400050 h 2660650"/>
              <a:gd name="connsiteX4" fmla="*/ 860425 w 860425"/>
              <a:gd name="connsiteY4" fmla="*/ 0 h 266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0425" h="2660650">
                <a:moveTo>
                  <a:pt x="236538" y="2660650"/>
                </a:moveTo>
                <a:lnTo>
                  <a:pt x="0" y="2660650"/>
                </a:lnTo>
                <a:lnTo>
                  <a:pt x="0" y="400050"/>
                </a:lnTo>
                <a:lnTo>
                  <a:pt x="860425" y="400050"/>
                </a:lnTo>
                <a:lnTo>
                  <a:pt x="860425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0" name="任意多边形: 形状 1029">
            <a:extLst>
              <a:ext uri="{FF2B5EF4-FFF2-40B4-BE49-F238E27FC236}">
                <a16:creationId xmlns:a16="http://schemas.microsoft.com/office/drawing/2014/main" id="{DBE0E918-3BBA-3591-D7F1-A7461382C5D6}"/>
              </a:ext>
            </a:extLst>
          </p:cNvPr>
          <p:cNvSpPr/>
          <p:nvPr/>
        </p:nvSpPr>
        <p:spPr>
          <a:xfrm>
            <a:off x="868491" y="3244854"/>
            <a:ext cx="216000" cy="0"/>
          </a:xfrm>
          <a:custGeom>
            <a:avLst/>
            <a:gdLst>
              <a:gd name="connsiteX0" fmla="*/ 0 w 273050"/>
              <a:gd name="connsiteY0" fmla="*/ 0 h 0"/>
              <a:gd name="connsiteX1" fmla="*/ 273050 w 273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3050">
                <a:moveTo>
                  <a:pt x="0" y="0"/>
                </a:moveTo>
                <a:lnTo>
                  <a:pt x="27305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1" name="任意多边形: 形状 1030">
            <a:extLst>
              <a:ext uri="{FF2B5EF4-FFF2-40B4-BE49-F238E27FC236}">
                <a16:creationId xmlns:a16="http://schemas.microsoft.com/office/drawing/2014/main" id="{C2C20C3E-51AE-F679-4BB1-1059A3B6957D}"/>
              </a:ext>
            </a:extLst>
          </p:cNvPr>
          <p:cNvSpPr/>
          <p:nvPr/>
        </p:nvSpPr>
        <p:spPr>
          <a:xfrm>
            <a:off x="873229" y="3732217"/>
            <a:ext cx="234000" cy="0"/>
          </a:xfrm>
          <a:custGeom>
            <a:avLst/>
            <a:gdLst>
              <a:gd name="connsiteX0" fmla="*/ 0 w 273050"/>
              <a:gd name="connsiteY0" fmla="*/ 0 h 0"/>
              <a:gd name="connsiteX1" fmla="*/ 273050 w 273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3050">
                <a:moveTo>
                  <a:pt x="0" y="0"/>
                </a:moveTo>
                <a:lnTo>
                  <a:pt x="27305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55B81192-7EC8-EA93-B584-C2FD8273AD84}"/>
              </a:ext>
            </a:extLst>
          </p:cNvPr>
          <p:cNvSpPr txBox="1"/>
          <p:nvPr/>
        </p:nvSpPr>
        <p:spPr>
          <a:xfrm>
            <a:off x="1011977" y="1709725"/>
            <a:ext cx="1152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Clean dispatchable generation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5E491D50-6811-383B-974D-0B631E827452}"/>
              </a:ext>
            </a:extLst>
          </p:cNvPr>
          <p:cNvCxnSpPr>
            <a:cxnSpLocks/>
          </p:cNvCxnSpPr>
          <p:nvPr/>
        </p:nvCxnSpPr>
        <p:spPr>
          <a:xfrm rot="5400000">
            <a:off x="3458801" y="3879756"/>
            <a:ext cx="0" cy="64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任意多边形: 形状 1035">
            <a:extLst>
              <a:ext uri="{FF2B5EF4-FFF2-40B4-BE49-F238E27FC236}">
                <a16:creationId xmlns:a16="http://schemas.microsoft.com/office/drawing/2014/main" id="{7D121D55-2EF6-1463-8DC7-E70E655C8EBB}"/>
              </a:ext>
            </a:extLst>
          </p:cNvPr>
          <p:cNvSpPr/>
          <p:nvPr/>
        </p:nvSpPr>
        <p:spPr>
          <a:xfrm>
            <a:off x="4687169" y="5802269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7" name="文本框 1036">
            <a:extLst>
              <a:ext uri="{FF2B5EF4-FFF2-40B4-BE49-F238E27FC236}">
                <a16:creationId xmlns:a16="http://schemas.microsoft.com/office/drawing/2014/main" id="{AC5DE1CD-BBE5-1459-E214-B9415A90A8A0}"/>
              </a:ext>
            </a:extLst>
          </p:cNvPr>
          <p:cNvSpPr txBox="1"/>
          <p:nvPr/>
        </p:nvSpPr>
        <p:spPr>
          <a:xfrm rot="16200000">
            <a:off x="4304504" y="6069210"/>
            <a:ext cx="587020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(kW)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6106BA0B-BD98-CDE3-361B-2A261B09CA26}"/>
              </a:ext>
            </a:extLst>
          </p:cNvPr>
          <p:cNvSpPr txBox="1"/>
          <p:nvPr/>
        </p:nvSpPr>
        <p:spPr>
          <a:xfrm>
            <a:off x="4490780" y="5660004"/>
            <a:ext cx="2183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3" name="任意多边形: 形状 1042">
            <a:extLst>
              <a:ext uri="{FF2B5EF4-FFF2-40B4-BE49-F238E27FC236}">
                <a16:creationId xmlns:a16="http://schemas.microsoft.com/office/drawing/2014/main" id="{09B7FA5C-EB0F-BCCF-5996-BCA336AE5BDD}"/>
              </a:ext>
            </a:extLst>
          </p:cNvPr>
          <p:cNvSpPr/>
          <p:nvPr/>
        </p:nvSpPr>
        <p:spPr>
          <a:xfrm>
            <a:off x="3508363" y="4459287"/>
            <a:ext cx="324000" cy="1188000"/>
          </a:xfrm>
          <a:custGeom>
            <a:avLst/>
            <a:gdLst>
              <a:gd name="connsiteX0" fmla="*/ 0 w 212725"/>
              <a:gd name="connsiteY0" fmla="*/ 1165225 h 1165225"/>
              <a:gd name="connsiteX1" fmla="*/ 0 w 212725"/>
              <a:gd name="connsiteY1" fmla="*/ 0 h 1165225"/>
              <a:gd name="connsiteX2" fmla="*/ 212725 w 212725"/>
              <a:gd name="connsiteY2" fmla="*/ 0 h 116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25" h="1165225">
                <a:moveTo>
                  <a:pt x="0" y="1165225"/>
                </a:moveTo>
                <a:lnTo>
                  <a:pt x="0" y="0"/>
                </a:lnTo>
                <a:lnTo>
                  <a:pt x="212725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4" name="任意多边形: 形状 1043">
            <a:extLst>
              <a:ext uri="{FF2B5EF4-FFF2-40B4-BE49-F238E27FC236}">
                <a16:creationId xmlns:a16="http://schemas.microsoft.com/office/drawing/2014/main" id="{125F019E-A7F2-1D65-8D79-85E679F859A3}"/>
              </a:ext>
            </a:extLst>
          </p:cNvPr>
          <p:cNvSpPr/>
          <p:nvPr/>
        </p:nvSpPr>
        <p:spPr>
          <a:xfrm>
            <a:off x="5289550" y="2949575"/>
            <a:ext cx="720000" cy="2700000"/>
          </a:xfrm>
          <a:custGeom>
            <a:avLst/>
            <a:gdLst>
              <a:gd name="connsiteX0" fmla="*/ 0 w 693738"/>
              <a:gd name="connsiteY0" fmla="*/ 2674938 h 2674938"/>
              <a:gd name="connsiteX1" fmla="*/ 0 w 693738"/>
              <a:gd name="connsiteY1" fmla="*/ 2317750 h 2674938"/>
              <a:gd name="connsiteX2" fmla="*/ 693738 w 693738"/>
              <a:gd name="connsiteY2" fmla="*/ 2317750 h 2674938"/>
              <a:gd name="connsiteX3" fmla="*/ 693738 w 693738"/>
              <a:gd name="connsiteY3" fmla="*/ 0 h 2674938"/>
              <a:gd name="connsiteX4" fmla="*/ 573088 w 693738"/>
              <a:gd name="connsiteY4" fmla="*/ 0 h 2674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3738" h="2674938">
                <a:moveTo>
                  <a:pt x="0" y="2674938"/>
                </a:moveTo>
                <a:lnTo>
                  <a:pt x="0" y="2317750"/>
                </a:lnTo>
                <a:lnTo>
                  <a:pt x="693738" y="2317750"/>
                </a:lnTo>
                <a:lnTo>
                  <a:pt x="693738" y="0"/>
                </a:lnTo>
                <a:lnTo>
                  <a:pt x="573088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5" name="任意多边形: 形状 1044">
            <a:extLst>
              <a:ext uri="{FF2B5EF4-FFF2-40B4-BE49-F238E27FC236}">
                <a16:creationId xmlns:a16="http://schemas.microsoft.com/office/drawing/2014/main" id="{786DC72F-CAC9-CFEF-FE9B-E2FC1AAC63BA}"/>
              </a:ext>
            </a:extLst>
          </p:cNvPr>
          <p:cNvSpPr/>
          <p:nvPr/>
        </p:nvSpPr>
        <p:spPr>
          <a:xfrm>
            <a:off x="5724395" y="3571876"/>
            <a:ext cx="288000" cy="0"/>
          </a:xfrm>
          <a:custGeom>
            <a:avLst/>
            <a:gdLst>
              <a:gd name="connsiteX0" fmla="*/ 0 w 273050"/>
              <a:gd name="connsiteY0" fmla="*/ 0 h 0"/>
              <a:gd name="connsiteX1" fmla="*/ 273050 w 273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3050">
                <a:moveTo>
                  <a:pt x="0" y="0"/>
                </a:moveTo>
                <a:lnTo>
                  <a:pt x="27305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FC45388F-94D4-82B0-2AA4-BEC8BAE3B11B}"/>
              </a:ext>
            </a:extLst>
          </p:cNvPr>
          <p:cNvSpPr txBox="1"/>
          <p:nvPr/>
        </p:nvSpPr>
        <p:spPr>
          <a:xfrm>
            <a:off x="4839654" y="5392038"/>
            <a:ext cx="900000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emand-side response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F231E252-60C6-3F90-AFEF-0270DA74618B}"/>
              </a:ext>
            </a:extLst>
          </p:cNvPr>
          <p:cNvSpPr txBox="1"/>
          <p:nvPr/>
        </p:nvSpPr>
        <p:spPr>
          <a:xfrm>
            <a:off x="2959864" y="5387725"/>
            <a:ext cx="972000" cy="18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Combine heat and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3" name="任意多边形: 形状 1052">
            <a:extLst>
              <a:ext uri="{FF2B5EF4-FFF2-40B4-BE49-F238E27FC236}">
                <a16:creationId xmlns:a16="http://schemas.microsoft.com/office/drawing/2014/main" id="{4D421129-797C-2235-E966-C039475306FC}"/>
              </a:ext>
            </a:extLst>
          </p:cNvPr>
          <p:cNvSpPr/>
          <p:nvPr/>
        </p:nvSpPr>
        <p:spPr>
          <a:xfrm>
            <a:off x="3471882" y="5193640"/>
            <a:ext cx="72000" cy="36000"/>
          </a:xfrm>
          <a:custGeom>
            <a:avLst/>
            <a:gdLst>
              <a:gd name="connsiteX0" fmla="*/ 0 w 1230313"/>
              <a:gd name="connsiteY0" fmla="*/ 80975 h 80975"/>
              <a:gd name="connsiteX1" fmla="*/ 612775 w 1230313"/>
              <a:gd name="connsiteY1" fmla="*/ 12 h 80975"/>
              <a:gd name="connsiteX2" fmla="*/ 1230313 w 1230313"/>
              <a:gd name="connsiteY2" fmla="*/ 76212 h 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0313" h="80975">
                <a:moveTo>
                  <a:pt x="0" y="80975"/>
                </a:moveTo>
                <a:cubicBezTo>
                  <a:pt x="203861" y="40890"/>
                  <a:pt x="407723" y="806"/>
                  <a:pt x="612775" y="12"/>
                </a:cubicBezTo>
                <a:cubicBezTo>
                  <a:pt x="817827" y="-782"/>
                  <a:pt x="1024070" y="37715"/>
                  <a:pt x="1230313" y="76212"/>
                </a:cubicBez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4" name="任意多边形: 形状 1053">
            <a:extLst>
              <a:ext uri="{FF2B5EF4-FFF2-40B4-BE49-F238E27FC236}">
                <a16:creationId xmlns:a16="http://schemas.microsoft.com/office/drawing/2014/main" id="{DDE87221-76ED-278D-16BE-2B1A73195375}"/>
              </a:ext>
            </a:extLst>
          </p:cNvPr>
          <p:cNvSpPr/>
          <p:nvPr/>
        </p:nvSpPr>
        <p:spPr>
          <a:xfrm rot="16200000">
            <a:off x="2575698" y="3643575"/>
            <a:ext cx="72000" cy="36000"/>
          </a:xfrm>
          <a:custGeom>
            <a:avLst/>
            <a:gdLst>
              <a:gd name="connsiteX0" fmla="*/ 0 w 1230313"/>
              <a:gd name="connsiteY0" fmla="*/ 80975 h 80975"/>
              <a:gd name="connsiteX1" fmla="*/ 612775 w 1230313"/>
              <a:gd name="connsiteY1" fmla="*/ 12 h 80975"/>
              <a:gd name="connsiteX2" fmla="*/ 1230313 w 1230313"/>
              <a:gd name="connsiteY2" fmla="*/ 76212 h 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0313" h="80975">
                <a:moveTo>
                  <a:pt x="0" y="80975"/>
                </a:moveTo>
                <a:cubicBezTo>
                  <a:pt x="203861" y="40890"/>
                  <a:pt x="407723" y="806"/>
                  <a:pt x="612775" y="12"/>
                </a:cubicBezTo>
                <a:cubicBezTo>
                  <a:pt x="817827" y="-782"/>
                  <a:pt x="1024070" y="37715"/>
                  <a:pt x="1230313" y="76212"/>
                </a:cubicBez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5" name="任意多边形: 形状 1054">
            <a:extLst>
              <a:ext uri="{FF2B5EF4-FFF2-40B4-BE49-F238E27FC236}">
                <a16:creationId xmlns:a16="http://schemas.microsoft.com/office/drawing/2014/main" id="{785B7630-D9E0-478D-9597-F7956D09709C}"/>
              </a:ext>
            </a:extLst>
          </p:cNvPr>
          <p:cNvSpPr/>
          <p:nvPr/>
        </p:nvSpPr>
        <p:spPr>
          <a:xfrm>
            <a:off x="2628900" y="3698875"/>
            <a:ext cx="0" cy="177800"/>
          </a:xfrm>
          <a:custGeom>
            <a:avLst/>
            <a:gdLst>
              <a:gd name="connsiteX0" fmla="*/ 0 w 0"/>
              <a:gd name="connsiteY0" fmla="*/ 0 h 177800"/>
              <a:gd name="connsiteX1" fmla="*/ 0 w 0"/>
              <a:gd name="connsiteY1" fmla="*/ 17780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77800">
                <a:moveTo>
                  <a:pt x="0" y="0"/>
                </a:moveTo>
                <a:lnTo>
                  <a:pt x="0" y="17780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6" name="任意多边形: 形状 1055">
            <a:extLst>
              <a:ext uri="{FF2B5EF4-FFF2-40B4-BE49-F238E27FC236}">
                <a16:creationId xmlns:a16="http://schemas.microsoft.com/office/drawing/2014/main" id="{0C3B7116-1B5F-F164-9FF7-9E280835C0B0}"/>
              </a:ext>
            </a:extLst>
          </p:cNvPr>
          <p:cNvSpPr/>
          <p:nvPr/>
        </p:nvSpPr>
        <p:spPr>
          <a:xfrm>
            <a:off x="2627313" y="1630363"/>
            <a:ext cx="2674800" cy="1987550"/>
          </a:xfrm>
          <a:custGeom>
            <a:avLst/>
            <a:gdLst>
              <a:gd name="connsiteX0" fmla="*/ 0 w 2709862"/>
              <a:gd name="connsiteY0" fmla="*/ 1987550 h 1987550"/>
              <a:gd name="connsiteX1" fmla="*/ 0 w 2709862"/>
              <a:gd name="connsiteY1" fmla="*/ 1749425 h 1987550"/>
              <a:gd name="connsiteX2" fmla="*/ 2249487 w 2709862"/>
              <a:gd name="connsiteY2" fmla="*/ 1749425 h 1987550"/>
              <a:gd name="connsiteX3" fmla="*/ 2249487 w 2709862"/>
              <a:gd name="connsiteY3" fmla="*/ 539750 h 1987550"/>
              <a:gd name="connsiteX4" fmla="*/ 2709862 w 2709862"/>
              <a:gd name="connsiteY4" fmla="*/ 539750 h 1987550"/>
              <a:gd name="connsiteX5" fmla="*/ 2709862 w 2709862"/>
              <a:gd name="connsiteY5" fmla="*/ 0 h 1987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09862" h="1987550">
                <a:moveTo>
                  <a:pt x="0" y="1987550"/>
                </a:moveTo>
                <a:lnTo>
                  <a:pt x="0" y="1749425"/>
                </a:lnTo>
                <a:lnTo>
                  <a:pt x="2249487" y="1749425"/>
                </a:lnTo>
                <a:lnTo>
                  <a:pt x="2249487" y="539750"/>
                </a:lnTo>
                <a:lnTo>
                  <a:pt x="2709862" y="539750"/>
                </a:lnTo>
                <a:lnTo>
                  <a:pt x="2709862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7" name="任意多边形: 形状 1056">
            <a:extLst>
              <a:ext uri="{FF2B5EF4-FFF2-40B4-BE49-F238E27FC236}">
                <a16:creationId xmlns:a16="http://schemas.microsoft.com/office/drawing/2014/main" id="{4D612FE0-0220-BBC2-6E7A-7C4226DBE615}"/>
              </a:ext>
            </a:extLst>
          </p:cNvPr>
          <p:cNvSpPr/>
          <p:nvPr/>
        </p:nvSpPr>
        <p:spPr>
          <a:xfrm>
            <a:off x="3472633" y="5280901"/>
            <a:ext cx="72000" cy="36000"/>
          </a:xfrm>
          <a:custGeom>
            <a:avLst/>
            <a:gdLst>
              <a:gd name="connsiteX0" fmla="*/ 0 w 1230313"/>
              <a:gd name="connsiteY0" fmla="*/ 80975 h 80975"/>
              <a:gd name="connsiteX1" fmla="*/ 612775 w 1230313"/>
              <a:gd name="connsiteY1" fmla="*/ 12 h 80975"/>
              <a:gd name="connsiteX2" fmla="*/ 1230313 w 1230313"/>
              <a:gd name="connsiteY2" fmla="*/ 76212 h 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0313" h="80975">
                <a:moveTo>
                  <a:pt x="0" y="80975"/>
                </a:moveTo>
                <a:cubicBezTo>
                  <a:pt x="203861" y="40890"/>
                  <a:pt x="407723" y="806"/>
                  <a:pt x="612775" y="12"/>
                </a:cubicBezTo>
                <a:cubicBezTo>
                  <a:pt x="817827" y="-782"/>
                  <a:pt x="1024070" y="37715"/>
                  <a:pt x="1230313" y="76212"/>
                </a:cubicBez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8" name="任意多边形: 形状 1057">
            <a:extLst>
              <a:ext uri="{FF2B5EF4-FFF2-40B4-BE49-F238E27FC236}">
                <a16:creationId xmlns:a16="http://schemas.microsoft.com/office/drawing/2014/main" id="{02218932-1417-0253-7E02-EC37B578939C}"/>
              </a:ext>
            </a:extLst>
          </p:cNvPr>
          <p:cNvSpPr/>
          <p:nvPr/>
        </p:nvSpPr>
        <p:spPr>
          <a:xfrm>
            <a:off x="1671638" y="5229227"/>
            <a:ext cx="1785600" cy="428400"/>
          </a:xfrm>
          <a:custGeom>
            <a:avLst/>
            <a:gdLst>
              <a:gd name="connsiteX0" fmla="*/ 0 w 1862137"/>
              <a:gd name="connsiteY0" fmla="*/ 434975 h 434975"/>
              <a:gd name="connsiteX1" fmla="*/ 0 w 1862137"/>
              <a:gd name="connsiteY1" fmla="*/ 0 h 434975"/>
              <a:gd name="connsiteX2" fmla="*/ 1862137 w 1862137"/>
              <a:gd name="connsiteY2" fmla="*/ 0 h 43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2137" h="434975">
                <a:moveTo>
                  <a:pt x="0" y="434975"/>
                </a:moveTo>
                <a:lnTo>
                  <a:pt x="0" y="0"/>
                </a:lnTo>
                <a:lnTo>
                  <a:pt x="1862137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9" name="任意多边形: 形状 1058">
            <a:extLst>
              <a:ext uri="{FF2B5EF4-FFF2-40B4-BE49-F238E27FC236}">
                <a16:creationId xmlns:a16="http://schemas.microsoft.com/office/drawing/2014/main" id="{94C222BC-58D9-31D0-14A6-EBF5270D12D9}"/>
              </a:ext>
            </a:extLst>
          </p:cNvPr>
          <p:cNvSpPr/>
          <p:nvPr/>
        </p:nvSpPr>
        <p:spPr>
          <a:xfrm>
            <a:off x="1852613" y="5314952"/>
            <a:ext cx="1605600" cy="342000"/>
          </a:xfrm>
          <a:custGeom>
            <a:avLst/>
            <a:gdLst>
              <a:gd name="connsiteX0" fmla="*/ 0 w 1731962"/>
              <a:gd name="connsiteY0" fmla="*/ 346075 h 346075"/>
              <a:gd name="connsiteX1" fmla="*/ 0 w 1731962"/>
              <a:gd name="connsiteY1" fmla="*/ 0 h 346075"/>
              <a:gd name="connsiteX2" fmla="*/ 1731962 w 1731962"/>
              <a:gd name="connsiteY2" fmla="*/ 0 h 34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1962" h="346075">
                <a:moveTo>
                  <a:pt x="0" y="346075"/>
                </a:moveTo>
                <a:lnTo>
                  <a:pt x="0" y="0"/>
                </a:lnTo>
                <a:lnTo>
                  <a:pt x="1731962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0" name="任意多边形: 形状 1059">
            <a:extLst>
              <a:ext uri="{FF2B5EF4-FFF2-40B4-BE49-F238E27FC236}">
                <a16:creationId xmlns:a16="http://schemas.microsoft.com/office/drawing/2014/main" id="{8CEC509B-D4B7-EC6F-43F6-0153F545F490}"/>
              </a:ext>
            </a:extLst>
          </p:cNvPr>
          <p:cNvSpPr/>
          <p:nvPr/>
        </p:nvSpPr>
        <p:spPr>
          <a:xfrm>
            <a:off x="3567112" y="5084234"/>
            <a:ext cx="828000" cy="144000"/>
          </a:xfrm>
          <a:custGeom>
            <a:avLst/>
            <a:gdLst>
              <a:gd name="connsiteX0" fmla="*/ 0 w 801687"/>
              <a:gd name="connsiteY0" fmla="*/ 152400 h 152400"/>
              <a:gd name="connsiteX1" fmla="*/ 801687 w 801687"/>
              <a:gd name="connsiteY1" fmla="*/ 152400 h 152400"/>
              <a:gd name="connsiteX2" fmla="*/ 801687 w 801687"/>
              <a:gd name="connsiteY2" fmla="*/ 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1687" h="152400">
                <a:moveTo>
                  <a:pt x="0" y="152400"/>
                </a:moveTo>
                <a:lnTo>
                  <a:pt x="801687" y="152400"/>
                </a:lnTo>
                <a:lnTo>
                  <a:pt x="801687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2D87586D-5C65-A2DD-3C26-5E969CF92477}"/>
              </a:ext>
            </a:extLst>
          </p:cNvPr>
          <p:cNvSpPr txBox="1"/>
          <p:nvPr/>
        </p:nvSpPr>
        <p:spPr>
          <a:xfrm>
            <a:off x="1020953" y="5382708"/>
            <a:ext cx="1116000" cy="18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Long duration energy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CE603760-3726-CEE4-7F4E-FC73F8F4CA22}"/>
              </a:ext>
            </a:extLst>
          </p:cNvPr>
          <p:cNvSpPr txBox="1"/>
          <p:nvPr/>
        </p:nvSpPr>
        <p:spPr>
          <a:xfrm>
            <a:off x="4744953" y="1709725"/>
            <a:ext cx="1116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Large-scale electricity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A906F5E1-4F54-D47D-3561-456C1B3241D6}"/>
              </a:ext>
            </a:extLst>
          </p:cNvPr>
          <p:cNvCxnSpPr>
            <a:cxnSpLocks/>
          </p:cNvCxnSpPr>
          <p:nvPr/>
        </p:nvCxnSpPr>
        <p:spPr>
          <a:xfrm rot="5400000">
            <a:off x="3405940" y="-3056943"/>
            <a:ext cx="0" cy="64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任意多边形: 形状 451">
            <a:extLst>
              <a:ext uri="{FF2B5EF4-FFF2-40B4-BE49-F238E27FC236}">
                <a16:creationId xmlns:a16="http://schemas.microsoft.com/office/drawing/2014/main" id="{9BEB2C83-299F-316C-4B3D-52EE13A65C02}"/>
              </a:ext>
            </a:extLst>
          </p:cNvPr>
          <p:cNvSpPr/>
          <p:nvPr/>
        </p:nvSpPr>
        <p:spPr>
          <a:xfrm>
            <a:off x="3565525" y="4657725"/>
            <a:ext cx="1598613" cy="657225"/>
          </a:xfrm>
          <a:custGeom>
            <a:avLst/>
            <a:gdLst>
              <a:gd name="connsiteX0" fmla="*/ 0 w 1598613"/>
              <a:gd name="connsiteY0" fmla="*/ 657225 h 657225"/>
              <a:gd name="connsiteX1" fmla="*/ 1514475 w 1598613"/>
              <a:gd name="connsiteY1" fmla="*/ 657225 h 657225"/>
              <a:gd name="connsiteX2" fmla="*/ 1514475 w 1598613"/>
              <a:gd name="connsiteY2" fmla="*/ 0 h 657225"/>
              <a:gd name="connsiteX3" fmla="*/ 1598613 w 1598613"/>
              <a:gd name="connsiteY3" fmla="*/ 0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8613" h="657225">
                <a:moveTo>
                  <a:pt x="0" y="657225"/>
                </a:moveTo>
                <a:lnTo>
                  <a:pt x="1514475" y="657225"/>
                </a:lnTo>
                <a:lnTo>
                  <a:pt x="1514475" y="0"/>
                </a:lnTo>
                <a:lnTo>
                  <a:pt x="1598613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4" name="任意多边形: 形状 453">
            <a:extLst>
              <a:ext uri="{FF2B5EF4-FFF2-40B4-BE49-F238E27FC236}">
                <a16:creationId xmlns:a16="http://schemas.microsoft.com/office/drawing/2014/main" id="{669C3124-C5CE-4700-8A53-551D394D9933}"/>
              </a:ext>
            </a:extLst>
          </p:cNvPr>
          <p:cNvSpPr/>
          <p:nvPr/>
        </p:nvSpPr>
        <p:spPr>
          <a:xfrm>
            <a:off x="1007652" y="704391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0" name="文本框 469">
            <a:extLst>
              <a:ext uri="{FF2B5EF4-FFF2-40B4-BE49-F238E27FC236}">
                <a16:creationId xmlns:a16="http://schemas.microsoft.com/office/drawing/2014/main" id="{53FBAFA1-13E9-1D8F-39BF-F067DF1D4B2D}"/>
              </a:ext>
            </a:extLst>
          </p:cNvPr>
          <p:cNvSpPr txBox="1"/>
          <p:nvPr/>
        </p:nvSpPr>
        <p:spPr>
          <a:xfrm>
            <a:off x="1968222" y="1404813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" name="椭圆 470">
            <a:extLst>
              <a:ext uri="{FF2B5EF4-FFF2-40B4-BE49-F238E27FC236}">
                <a16:creationId xmlns:a16="http://schemas.microsoft.com/office/drawing/2014/main" id="{0FBD9BB6-DC19-8A06-BE4E-871EFB872829}"/>
              </a:ext>
            </a:extLst>
          </p:cNvPr>
          <p:cNvSpPr/>
          <p:nvPr/>
        </p:nvSpPr>
        <p:spPr>
          <a:xfrm>
            <a:off x="1132132" y="677365"/>
            <a:ext cx="36000" cy="36000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2" name="文本框 471">
            <a:extLst>
              <a:ext uri="{FF2B5EF4-FFF2-40B4-BE49-F238E27FC236}">
                <a16:creationId xmlns:a16="http://schemas.microsoft.com/office/drawing/2014/main" id="{3E440FA9-F266-2576-A636-E5407226D873}"/>
              </a:ext>
            </a:extLst>
          </p:cNvPr>
          <p:cNvSpPr txBox="1"/>
          <p:nvPr/>
        </p:nvSpPr>
        <p:spPr>
          <a:xfrm>
            <a:off x="1117590" y="600139"/>
            <a:ext cx="3257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3" name="椭圆 472">
            <a:extLst>
              <a:ext uri="{FF2B5EF4-FFF2-40B4-BE49-F238E27FC236}">
                <a16:creationId xmlns:a16="http://schemas.microsoft.com/office/drawing/2014/main" id="{44A60B25-4D64-2484-F701-3210AC04B08B}"/>
              </a:ext>
            </a:extLst>
          </p:cNvPr>
          <p:cNvSpPr/>
          <p:nvPr/>
        </p:nvSpPr>
        <p:spPr>
          <a:xfrm>
            <a:off x="1431386" y="677718"/>
            <a:ext cx="36000" cy="36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4" name="文本框 473">
            <a:extLst>
              <a:ext uri="{FF2B5EF4-FFF2-40B4-BE49-F238E27FC236}">
                <a16:creationId xmlns:a16="http://schemas.microsoft.com/office/drawing/2014/main" id="{5655C511-178C-0B74-E9B4-CC897D621A19}"/>
              </a:ext>
            </a:extLst>
          </p:cNvPr>
          <p:cNvSpPr txBox="1"/>
          <p:nvPr/>
        </p:nvSpPr>
        <p:spPr>
          <a:xfrm>
            <a:off x="1412123" y="600492"/>
            <a:ext cx="4812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Biomass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5" name="椭圆 474">
            <a:extLst>
              <a:ext uri="{FF2B5EF4-FFF2-40B4-BE49-F238E27FC236}">
                <a16:creationId xmlns:a16="http://schemas.microsoft.com/office/drawing/2014/main" id="{42689069-4069-0A08-9CB7-C6FC2034A9EA}"/>
              </a:ext>
            </a:extLst>
          </p:cNvPr>
          <p:cNvSpPr/>
          <p:nvPr/>
        </p:nvSpPr>
        <p:spPr>
          <a:xfrm>
            <a:off x="1889099" y="679250"/>
            <a:ext cx="36000" cy="36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6" name="文本框 475">
            <a:extLst>
              <a:ext uri="{FF2B5EF4-FFF2-40B4-BE49-F238E27FC236}">
                <a16:creationId xmlns:a16="http://schemas.microsoft.com/office/drawing/2014/main" id="{95D37AE1-6BE9-F1BD-8756-9FF8181F8428}"/>
              </a:ext>
            </a:extLst>
          </p:cNvPr>
          <p:cNvSpPr txBox="1"/>
          <p:nvPr/>
        </p:nvSpPr>
        <p:spPr>
          <a:xfrm>
            <a:off x="1874736" y="602024"/>
            <a:ext cx="45236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Nuclear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8" name="文本框 477">
            <a:extLst>
              <a:ext uri="{FF2B5EF4-FFF2-40B4-BE49-F238E27FC236}">
                <a16:creationId xmlns:a16="http://schemas.microsoft.com/office/drawing/2014/main" id="{5AA8169B-193A-8799-6E0A-6C663DFB88B4}"/>
              </a:ext>
            </a:extLst>
          </p:cNvPr>
          <p:cNvSpPr txBox="1"/>
          <p:nvPr/>
        </p:nvSpPr>
        <p:spPr>
          <a:xfrm>
            <a:off x="975731" y="1153107"/>
            <a:ext cx="63511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Solar &amp; Wind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545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EC4E0-3129-D973-F8F5-C3D4F3F73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F4FF1AAD-93DD-2A05-4658-3FBD8E635F48}"/>
              </a:ext>
            </a:extLst>
          </p:cNvPr>
          <p:cNvSpPr/>
          <p:nvPr/>
        </p:nvSpPr>
        <p:spPr>
          <a:xfrm>
            <a:off x="828334" y="4410469"/>
            <a:ext cx="5202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1012AA1-8123-5FD8-2163-C2EA70A06BC1}"/>
              </a:ext>
            </a:extLst>
          </p:cNvPr>
          <p:cNvSpPr txBox="1"/>
          <p:nvPr/>
        </p:nvSpPr>
        <p:spPr>
          <a:xfrm>
            <a:off x="1811257" y="3728551"/>
            <a:ext cx="53572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Wind farm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B6113C3-54CA-82A0-4D68-528D4005DD68}"/>
              </a:ext>
            </a:extLst>
          </p:cNvPr>
          <p:cNvSpPr txBox="1"/>
          <p:nvPr/>
        </p:nvSpPr>
        <p:spPr>
          <a:xfrm>
            <a:off x="1127548" y="3797430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DA5B3B69-48B4-F931-F72A-BFD4AB49F17A}"/>
              </a:ext>
            </a:extLst>
          </p:cNvPr>
          <p:cNvSpPr/>
          <p:nvPr/>
        </p:nvSpPr>
        <p:spPr>
          <a:xfrm>
            <a:off x="827015" y="6564280"/>
            <a:ext cx="5205600" cy="3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7F31C881-0728-6CB9-2EB3-75572C546645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240020" y="4642578"/>
            <a:ext cx="0" cy="97805"/>
          </a:xfrm>
          <a:prstGeom prst="straightConnector1">
            <a:avLst/>
          </a:prstGeom>
          <a:ln w="6350" cap="rnd">
            <a:solidFill>
              <a:schemeClr val="bg1">
                <a:lumMod val="50000"/>
              </a:schemeClr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椭圆 345">
            <a:extLst>
              <a:ext uri="{FF2B5EF4-FFF2-40B4-BE49-F238E27FC236}">
                <a16:creationId xmlns:a16="http://schemas.microsoft.com/office/drawing/2014/main" id="{CD80D613-7DA9-F55C-E15F-6438C41587F5}"/>
              </a:ext>
            </a:extLst>
          </p:cNvPr>
          <p:cNvSpPr/>
          <p:nvPr/>
        </p:nvSpPr>
        <p:spPr>
          <a:xfrm>
            <a:off x="5839450" y="5277976"/>
            <a:ext cx="0" cy="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B3EDEFE-CA01-336D-39A1-7BA5E2DC9B60}"/>
              </a:ext>
            </a:extLst>
          </p:cNvPr>
          <p:cNvGrpSpPr/>
          <p:nvPr/>
        </p:nvGrpSpPr>
        <p:grpSpPr>
          <a:xfrm>
            <a:off x="827015" y="4148775"/>
            <a:ext cx="5207158" cy="360000"/>
            <a:chOff x="2128011" y="9358507"/>
            <a:chExt cx="7521451" cy="540000"/>
          </a:xfrm>
        </p:grpSpPr>
        <p:pic>
          <p:nvPicPr>
            <p:cNvPr id="7" name="图片 6" descr="矩形&#10;&#10;AI 生成的内容可能不正确。">
              <a:extLst>
                <a:ext uri="{FF2B5EF4-FFF2-40B4-BE49-F238E27FC236}">
                  <a16:creationId xmlns:a16="http://schemas.microsoft.com/office/drawing/2014/main" id="{6F1C65E8-DEDC-8E67-E0D5-85570070B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8011" y="9358507"/>
              <a:ext cx="540000" cy="540000"/>
            </a:xfrm>
            <a:prstGeom prst="rect">
              <a:avLst/>
            </a:prstGeom>
          </p:spPr>
        </p:pic>
        <p:pic>
          <p:nvPicPr>
            <p:cNvPr id="14" name="图片 13" descr="矩形&#10;&#10;AI 生成的内容可能不正确。">
              <a:extLst>
                <a:ext uri="{FF2B5EF4-FFF2-40B4-BE49-F238E27FC236}">
                  <a16:creationId xmlns:a16="http://schemas.microsoft.com/office/drawing/2014/main" id="{42DE799D-36B1-319A-CC5A-34CEAD873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2504" y="9358507"/>
              <a:ext cx="540000" cy="540000"/>
            </a:xfrm>
            <a:prstGeom prst="rect">
              <a:avLst/>
            </a:prstGeom>
          </p:spPr>
        </p:pic>
        <p:pic>
          <p:nvPicPr>
            <p:cNvPr id="15" name="图片 14" descr="矩形&#10;&#10;AI 生成的内容可能不正确。">
              <a:extLst>
                <a:ext uri="{FF2B5EF4-FFF2-40B4-BE49-F238E27FC236}">
                  <a16:creationId xmlns:a16="http://schemas.microsoft.com/office/drawing/2014/main" id="{7F75E95F-32EE-ECC9-2A92-81AD3ABA4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504" y="9358507"/>
              <a:ext cx="540000" cy="540000"/>
            </a:xfrm>
            <a:prstGeom prst="rect">
              <a:avLst/>
            </a:prstGeom>
          </p:spPr>
        </p:pic>
        <p:pic>
          <p:nvPicPr>
            <p:cNvPr id="16" name="图片 15" descr="矩形&#10;&#10;AI 生成的内容可能不正确。">
              <a:extLst>
                <a:ext uri="{FF2B5EF4-FFF2-40B4-BE49-F238E27FC236}">
                  <a16:creationId xmlns:a16="http://schemas.microsoft.com/office/drawing/2014/main" id="{BF48249F-E642-81F3-B953-29A09793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6997" y="9358507"/>
              <a:ext cx="540000" cy="540000"/>
            </a:xfrm>
            <a:prstGeom prst="rect">
              <a:avLst/>
            </a:prstGeom>
          </p:spPr>
        </p:pic>
        <p:pic>
          <p:nvPicPr>
            <p:cNvPr id="17" name="图片 16" descr="矩形&#10;&#10;AI 生成的内容可能不正确。">
              <a:extLst>
                <a:ext uri="{FF2B5EF4-FFF2-40B4-BE49-F238E27FC236}">
                  <a16:creationId xmlns:a16="http://schemas.microsoft.com/office/drawing/2014/main" id="{BF5A9C45-DFC3-0A99-1B54-93B02318E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6997" y="9358507"/>
              <a:ext cx="540000" cy="540000"/>
            </a:xfrm>
            <a:prstGeom prst="rect">
              <a:avLst/>
            </a:prstGeom>
          </p:spPr>
        </p:pic>
        <p:pic>
          <p:nvPicPr>
            <p:cNvPr id="18" name="图片 17" descr="矩形&#10;&#10;AI 生成的内容可能不正确。">
              <a:extLst>
                <a:ext uri="{FF2B5EF4-FFF2-40B4-BE49-F238E27FC236}">
                  <a16:creationId xmlns:a16="http://schemas.microsoft.com/office/drawing/2014/main" id="{D7F20D8E-5696-B7A7-2AF5-9A5A35D71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1490" y="9358507"/>
              <a:ext cx="540000" cy="540000"/>
            </a:xfrm>
            <a:prstGeom prst="rect">
              <a:avLst/>
            </a:prstGeom>
          </p:spPr>
        </p:pic>
        <p:pic>
          <p:nvPicPr>
            <p:cNvPr id="19" name="图片 18" descr="矩形&#10;&#10;AI 生成的内容可能不正确。">
              <a:extLst>
                <a:ext uri="{FF2B5EF4-FFF2-40B4-BE49-F238E27FC236}">
                  <a16:creationId xmlns:a16="http://schemas.microsoft.com/office/drawing/2014/main" id="{FFBDC438-5C35-D516-D02F-9FD4A69D6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1490" y="9358507"/>
              <a:ext cx="540000" cy="540000"/>
            </a:xfrm>
            <a:prstGeom prst="rect">
              <a:avLst/>
            </a:prstGeom>
          </p:spPr>
        </p:pic>
        <p:pic>
          <p:nvPicPr>
            <p:cNvPr id="20" name="图片 19" descr="矩形&#10;&#10;AI 生成的内容可能不正确。">
              <a:extLst>
                <a:ext uri="{FF2B5EF4-FFF2-40B4-BE49-F238E27FC236}">
                  <a16:creationId xmlns:a16="http://schemas.microsoft.com/office/drawing/2014/main" id="{DAC76938-71B7-B14E-E74A-00BFAE11F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5983" y="9358507"/>
              <a:ext cx="540000" cy="540000"/>
            </a:xfrm>
            <a:prstGeom prst="rect">
              <a:avLst/>
            </a:prstGeom>
          </p:spPr>
        </p:pic>
        <p:pic>
          <p:nvPicPr>
            <p:cNvPr id="21" name="图片 20" descr="矩形&#10;&#10;AI 生成的内容可能不正确。">
              <a:extLst>
                <a:ext uri="{FF2B5EF4-FFF2-40B4-BE49-F238E27FC236}">
                  <a16:creationId xmlns:a16="http://schemas.microsoft.com/office/drawing/2014/main" id="{AD3D30C4-954F-D9B0-ED6D-A0E6A61D4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5983" y="9358507"/>
              <a:ext cx="540000" cy="540000"/>
            </a:xfrm>
            <a:prstGeom prst="rect">
              <a:avLst/>
            </a:prstGeom>
          </p:spPr>
        </p:pic>
        <p:pic>
          <p:nvPicPr>
            <p:cNvPr id="22" name="图片 21" descr="矩形&#10;&#10;AI 生成的内容可能不正确。">
              <a:extLst>
                <a:ext uri="{FF2B5EF4-FFF2-40B4-BE49-F238E27FC236}">
                  <a16:creationId xmlns:a16="http://schemas.microsoft.com/office/drawing/2014/main" id="{1173DF3F-6518-DF40-8D81-6E124032E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0476" y="9358507"/>
              <a:ext cx="540000" cy="540000"/>
            </a:xfrm>
            <a:prstGeom prst="rect">
              <a:avLst/>
            </a:prstGeom>
          </p:spPr>
        </p:pic>
        <p:pic>
          <p:nvPicPr>
            <p:cNvPr id="23" name="图片 22" descr="矩形&#10;&#10;AI 生成的内容可能不正确。">
              <a:extLst>
                <a:ext uri="{FF2B5EF4-FFF2-40B4-BE49-F238E27FC236}">
                  <a16:creationId xmlns:a16="http://schemas.microsoft.com/office/drawing/2014/main" id="{1E9C566A-64A8-3788-5F44-4D9C60F3C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0476" y="9358507"/>
              <a:ext cx="540000" cy="540000"/>
            </a:xfrm>
            <a:prstGeom prst="rect">
              <a:avLst/>
            </a:prstGeom>
          </p:spPr>
        </p:pic>
        <p:pic>
          <p:nvPicPr>
            <p:cNvPr id="24" name="图片 23" descr="矩形&#10;&#10;AI 生成的内容可能不正确。">
              <a:extLst>
                <a:ext uri="{FF2B5EF4-FFF2-40B4-BE49-F238E27FC236}">
                  <a16:creationId xmlns:a16="http://schemas.microsoft.com/office/drawing/2014/main" id="{9D4E2B28-7661-69B6-A077-AF80D88A0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4969" y="9358507"/>
              <a:ext cx="540000" cy="540000"/>
            </a:xfrm>
            <a:prstGeom prst="rect">
              <a:avLst/>
            </a:prstGeom>
          </p:spPr>
        </p:pic>
        <p:pic>
          <p:nvPicPr>
            <p:cNvPr id="25" name="图片 24" descr="矩形&#10;&#10;AI 生成的内容可能不正确。">
              <a:extLst>
                <a:ext uri="{FF2B5EF4-FFF2-40B4-BE49-F238E27FC236}">
                  <a16:creationId xmlns:a16="http://schemas.microsoft.com/office/drawing/2014/main" id="{87CAD586-5060-CD08-2C0E-8660A062E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4969" y="9358507"/>
              <a:ext cx="540000" cy="540000"/>
            </a:xfrm>
            <a:prstGeom prst="rect">
              <a:avLst/>
            </a:prstGeom>
          </p:spPr>
        </p:pic>
        <p:pic>
          <p:nvPicPr>
            <p:cNvPr id="27" name="图片 26" descr="矩形&#10;&#10;AI 生成的内容可能不正确。">
              <a:extLst>
                <a:ext uri="{FF2B5EF4-FFF2-40B4-BE49-F238E27FC236}">
                  <a16:creationId xmlns:a16="http://schemas.microsoft.com/office/drawing/2014/main" id="{0AEC177D-3FCB-60E5-E330-2FCE265B8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9462" y="9358507"/>
              <a:ext cx="540000" cy="540000"/>
            </a:xfrm>
            <a:prstGeom prst="rect">
              <a:avLst/>
            </a:prstGeom>
          </p:spPr>
        </p:pic>
      </p:grpSp>
      <p:pic>
        <p:nvPicPr>
          <p:cNvPr id="37" name="图片 36" descr="文本&#10;&#10;AI 生成的内容可能不正确。">
            <a:extLst>
              <a:ext uri="{FF2B5EF4-FFF2-40B4-BE49-F238E27FC236}">
                <a16:creationId xmlns:a16="http://schemas.microsoft.com/office/drawing/2014/main" id="{4DE81EA9-3455-6C9C-9874-C7893495E2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33" y="3942928"/>
            <a:ext cx="360000" cy="360000"/>
          </a:xfrm>
          <a:prstGeom prst="rect">
            <a:avLst/>
          </a:prstGeom>
        </p:spPr>
      </p:pic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DEA0EAC-2F7A-3BE2-9069-6DFB6B75B1F1}"/>
              </a:ext>
            </a:extLst>
          </p:cNvPr>
          <p:cNvCxnSpPr>
            <a:cxnSpLocks/>
            <a:stCxn id="37" idx="1"/>
            <a:endCxn id="162" idx="1"/>
          </p:cNvCxnSpPr>
          <p:nvPr/>
        </p:nvCxnSpPr>
        <p:spPr>
          <a:xfrm rot="10800000" flipH="1" flipV="1">
            <a:off x="1103432" y="4122927"/>
            <a:ext cx="74905" cy="2691445"/>
          </a:xfrm>
          <a:prstGeom prst="bentConnector3">
            <a:avLst>
              <a:gd name="adj1" fmla="val -305187"/>
            </a:avLst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图片 44" descr="图标&#10;&#10;AI 生成的内容可能不正确。">
            <a:extLst>
              <a:ext uri="{FF2B5EF4-FFF2-40B4-BE49-F238E27FC236}">
                <a16:creationId xmlns:a16="http://schemas.microsoft.com/office/drawing/2014/main" id="{8900631F-A757-FAE1-DE6B-56FE18505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124" y="4696605"/>
            <a:ext cx="360000" cy="360000"/>
          </a:xfrm>
          <a:prstGeom prst="rect">
            <a:avLst/>
          </a:prstGeom>
        </p:spPr>
      </p:pic>
      <p:pic>
        <p:nvPicPr>
          <p:cNvPr id="47" name="图片 46" descr="黑暗的风车&#10;&#10;AI 生成的内容可能不正确。">
            <a:extLst>
              <a:ext uri="{FF2B5EF4-FFF2-40B4-BE49-F238E27FC236}">
                <a16:creationId xmlns:a16="http://schemas.microsoft.com/office/drawing/2014/main" id="{2C84FDFF-71C3-8EE5-A3DF-C42653EB698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1683705" y="3848901"/>
            <a:ext cx="432000" cy="452219"/>
          </a:xfrm>
          <a:prstGeom prst="rect">
            <a:avLst/>
          </a:prstGeom>
        </p:spPr>
      </p:pic>
      <p:pic>
        <p:nvPicPr>
          <p:cNvPr id="58" name="图片 57" descr="图标&#10;&#10;AI 生成的内容可能不正确。">
            <a:extLst>
              <a:ext uri="{FF2B5EF4-FFF2-40B4-BE49-F238E27FC236}">
                <a16:creationId xmlns:a16="http://schemas.microsoft.com/office/drawing/2014/main" id="{0E76B7DC-96AB-50A3-B427-203373537F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617" b="91602" l="9961" r="89844">
                        <a14:foregroundMark x1="35547" y1="91602" x2="79688" y2="91016"/>
                        <a14:foregroundMark x1="34375" y1="8203" x2="41992" y2="76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587391" y="4377198"/>
            <a:ext cx="448615" cy="448615"/>
          </a:xfrm>
          <a:prstGeom prst="rect">
            <a:avLst/>
          </a:prstGeom>
        </p:spPr>
      </p:pic>
      <p:pic>
        <p:nvPicPr>
          <p:cNvPr id="62" name="图片 61" descr="建筑的设计&#10;&#10;AI 生成的内容可能不正确。">
            <a:extLst>
              <a:ext uri="{FF2B5EF4-FFF2-40B4-BE49-F238E27FC236}">
                <a16:creationId xmlns:a16="http://schemas.microsoft.com/office/drawing/2014/main" id="{8D005796-90BC-3D62-59F3-14A92351C6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80" y="5234285"/>
            <a:ext cx="360000" cy="360000"/>
          </a:xfrm>
          <a:prstGeom prst="rect">
            <a:avLst/>
          </a:prstGeom>
        </p:spPr>
      </p:pic>
      <p:pic>
        <p:nvPicPr>
          <p:cNvPr id="67" name="图片 66" descr="图标&#10;&#10;AI 生成的内容可能不正确。">
            <a:extLst>
              <a:ext uri="{FF2B5EF4-FFF2-40B4-BE49-F238E27FC236}">
                <a16:creationId xmlns:a16="http://schemas.microsoft.com/office/drawing/2014/main" id="{95DB2939-0A1B-7FF0-3F5A-A449363DA22F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913" y="5272430"/>
            <a:ext cx="288000" cy="288000"/>
          </a:xfrm>
          <a:prstGeom prst="rect">
            <a:avLst/>
          </a:prstGeom>
        </p:spPr>
      </p:pic>
      <p:pic>
        <p:nvPicPr>
          <p:cNvPr id="77" name="图片 76" descr="图标&#10;&#10;AI 生成的内容可能不正确。">
            <a:extLst>
              <a:ext uri="{FF2B5EF4-FFF2-40B4-BE49-F238E27FC236}">
                <a16:creationId xmlns:a16="http://schemas.microsoft.com/office/drawing/2014/main" id="{2AF65313-5C6A-2283-5EAF-6725838D75C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7" t="19121" r="7765" b="19638"/>
          <a:stretch>
            <a:fillRect/>
          </a:stretch>
        </p:blipFill>
        <p:spPr>
          <a:xfrm>
            <a:off x="3575187" y="4495331"/>
            <a:ext cx="448615" cy="335789"/>
          </a:xfrm>
          <a:prstGeom prst="rect">
            <a:avLst/>
          </a:prstGeom>
        </p:spPr>
      </p:pic>
      <p:pic>
        <p:nvPicPr>
          <p:cNvPr id="79" name="图片 78" descr="图标&#10;&#10;AI 生成的内容可能不正确。">
            <a:extLst>
              <a:ext uri="{FF2B5EF4-FFF2-40B4-BE49-F238E27FC236}">
                <a16:creationId xmlns:a16="http://schemas.microsoft.com/office/drawing/2014/main" id="{A7E2263B-A7FB-2EE1-22AB-12337F13EF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098" y="5616082"/>
            <a:ext cx="180000" cy="180000"/>
          </a:xfrm>
          <a:prstGeom prst="rect">
            <a:avLst/>
          </a:prstGeom>
        </p:spPr>
      </p:pic>
      <p:pic>
        <p:nvPicPr>
          <p:cNvPr id="101" name="图片 100" descr="图标&#10;&#10;AI 生成的内容可能不正确。">
            <a:extLst>
              <a:ext uri="{FF2B5EF4-FFF2-40B4-BE49-F238E27FC236}">
                <a16:creationId xmlns:a16="http://schemas.microsoft.com/office/drawing/2014/main" id="{F415FAE8-E53C-7322-DFAA-5CF5B06CDEC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28" y="6002211"/>
            <a:ext cx="252000" cy="252000"/>
          </a:xfrm>
          <a:prstGeom prst="rect">
            <a:avLst/>
          </a:prstGeom>
        </p:spPr>
      </p:pic>
      <p:pic>
        <p:nvPicPr>
          <p:cNvPr id="104" name="图片 103" descr="图标&#10;&#10;AI 生成的内容可能不正确。">
            <a:extLst>
              <a:ext uri="{FF2B5EF4-FFF2-40B4-BE49-F238E27FC236}">
                <a16:creationId xmlns:a16="http://schemas.microsoft.com/office/drawing/2014/main" id="{A4E7ED53-8F13-247A-7464-541319CB3D8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750" y="6302388"/>
            <a:ext cx="216000" cy="216000"/>
          </a:xfrm>
          <a:prstGeom prst="rect">
            <a:avLst/>
          </a:prstGeom>
        </p:spPr>
      </p:pic>
      <p:pic>
        <p:nvPicPr>
          <p:cNvPr id="108" name="图片 107" descr="图标&#10;&#10;AI 生成的内容可能不正确。">
            <a:extLst>
              <a:ext uri="{FF2B5EF4-FFF2-40B4-BE49-F238E27FC236}">
                <a16:creationId xmlns:a16="http://schemas.microsoft.com/office/drawing/2014/main" id="{F88330DE-35BA-D4F7-47A9-6A3089A1421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110" y="5985263"/>
            <a:ext cx="288000" cy="288000"/>
          </a:xfrm>
          <a:prstGeom prst="rect">
            <a:avLst/>
          </a:prstGeom>
        </p:spPr>
      </p:pic>
      <p:pic>
        <p:nvPicPr>
          <p:cNvPr id="129" name="图片 128" descr="徽标&#10;&#10;AI 生成的内容可能不正确。">
            <a:extLst>
              <a:ext uri="{FF2B5EF4-FFF2-40B4-BE49-F238E27FC236}">
                <a16:creationId xmlns:a16="http://schemas.microsoft.com/office/drawing/2014/main" id="{4649DB91-67C9-7E33-6C0D-B70B22365EF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56" y="5984192"/>
            <a:ext cx="288000" cy="288000"/>
          </a:xfrm>
          <a:prstGeom prst="rect">
            <a:avLst/>
          </a:prstGeom>
        </p:spPr>
      </p:pic>
      <p:pic>
        <p:nvPicPr>
          <p:cNvPr id="138" name="图片 137" descr="图标&#10;&#10;AI 生成的内容可能不正确。">
            <a:extLst>
              <a:ext uri="{FF2B5EF4-FFF2-40B4-BE49-F238E27FC236}">
                <a16:creationId xmlns:a16="http://schemas.microsoft.com/office/drawing/2014/main" id="{54E8B487-7A25-5489-9F47-C7FAAA22492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941" y="5598412"/>
            <a:ext cx="216000" cy="216000"/>
          </a:xfrm>
          <a:prstGeom prst="rect">
            <a:avLst/>
          </a:prstGeom>
        </p:spPr>
      </p:pic>
      <p:pic>
        <p:nvPicPr>
          <p:cNvPr id="141" name="图片 140" descr="图标&#10;&#10;AI 生成的内容可能不正确。">
            <a:extLst>
              <a:ext uri="{FF2B5EF4-FFF2-40B4-BE49-F238E27FC236}">
                <a16:creationId xmlns:a16="http://schemas.microsoft.com/office/drawing/2014/main" id="{EB439013-0708-E55D-42CE-9FFEDB2B3E2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352" y="4502644"/>
            <a:ext cx="324000" cy="324000"/>
          </a:xfrm>
          <a:prstGeom prst="rect">
            <a:avLst/>
          </a:prstGeom>
        </p:spPr>
      </p:pic>
      <p:sp>
        <p:nvSpPr>
          <p:cNvPr id="156" name="圆柱体 155">
            <a:extLst>
              <a:ext uri="{FF2B5EF4-FFF2-40B4-BE49-F238E27FC236}">
                <a16:creationId xmlns:a16="http://schemas.microsoft.com/office/drawing/2014/main" id="{922CEF6C-090D-CA77-79E0-2F838A294F64}"/>
              </a:ext>
            </a:extLst>
          </p:cNvPr>
          <p:cNvSpPr/>
          <p:nvPr/>
        </p:nvSpPr>
        <p:spPr>
          <a:xfrm rot="16200000">
            <a:off x="3387458" y="4636664"/>
            <a:ext cx="36000" cy="4356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B30BCC76-399F-73B2-9024-5851BAA1C276}"/>
              </a:ext>
            </a:extLst>
          </p:cNvPr>
          <p:cNvSpPr txBox="1"/>
          <p:nvPr/>
        </p:nvSpPr>
        <p:spPr>
          <a:xfrm>
            <a:off x="2327432" y="6596022"/>
            <a:ext cx="61747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 network</a:t>
            </a:r>
            <a:endParaRPr lang="en-GB" sz="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圆柱体 157">
            <a:extLst>
              <a:ext uri="{FF2B5EF4-FFF2-40B4-BE49-F238E27FC236}">
                <a16:creationId xmlns:a16="http://schemas.microsoft.com/office/drawing/2014/main" id="{AD371152-D8BF-C8DE-B014-EEE00EED5698}"/>
              </a:ext>
            </a:extLst>
          </p:cNvPr>
          <p:cNvSpPr/>
          <p:nvPr/>
        </p:nvSpPr>
        <p:spPr>
          <a:xfrm>
            <a:off x="1197457" y="6571029"/>
            <a:ext cx="36000" cy="252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1EB92DEE-B62E-CDA4-2585-28A749A78915}"/>
              </a:ext>
            </a:extLst>
          </p:cNvPr>
          <p:cNvSpPr/>
          <p:nvPr/>
        </p:nvSpPr>
        <p:spPr>
          <a:xfrm>
            <a:off x="1178338" y="6778373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176" name="直接箭头连接符 101">
            <a:extLst>
              <a:ext uri="{FF2B5EF4-FFF2-40B4-BE49-F238E27FC236}">
                <a16:creationId xmlns:a16="http://schemas.microsoft.com/office/drawing/2014/main" id="{AB84DABC-E0C3-8161-B998-421190B6863F}"/>
              </a:ext>
            </a:extLst>
          </p:cNvPr>
          <p:cNvCxnSpPr>
            <a:cxnSpLocks/>
          </p:cNvCxnSpPr>
          <p:nvPr/>
        </p:nvCxnSpPr>
        <p:spPr>
          <a:xfrm>
            <a:off x="871097" y="4876605"/>
            <a:ext cx="205027" cy="0"/>
          </a:xfrm>
          <a:prstGeom prst="straightConnector1">
            <a:avLst/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16">
            <a:extLst>
              <a:ext uri="{FF2B5EF4-FFF2-40B4-BE49-F238E27FC236}">
                <a16:creationId xmlns:a16="http://schemas.microsoft.com/office/drawing/2014/main" id="{6A3DC094-8006-8133-511F-967B0C94DBC5}"/>
              </a:ext>
            </a:extLst>
          </p:cNvPr>
          <p:cNvCxnSpPr>
            <a:cxnSpLocks/>
            <a:stCxn id="141" idx="1"/>
            <a:endCxn id="77" idx="3"/>
          </p:cNvCxnSpPr>
          <p:nvPr/>
        </p:nvCxnSpPr>
        <p:spPr>
          <a:xfrm flipH="1" flipV="1">
            <a:off x="4023802" y="4663226"/>
            <a:ext cx="279550" cy="1418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A617BB34-576D-4566-A2C5-B85FDFB3479C}"/>
              </a:ext>
            </a:extLst>
          </p:cNvPr>
          <p:cNvCxnSpPr>
            <a:cxnSpLocks/>
            <a:stCxn id="5" idx="3"/>
            <a:endCxn id="62" idx="1"/>
          </p:cNvCxnSpPr>
          <p:nvPr/>
        </p:nvCxnSpPr>
        <p:spPr>
          <a:xfrm>
            <a:off x="1436124" y="5414285"/>
            <a:ext cx="1430256" cy="0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0" name="图片 229" descr="图标&#10;&#10;AI 生成的内容可能不正确。">
            <a:extLst>
              <a:ext uri="{FF2B5EF4-FFF2-40B4-BE49-F238E27FC236}">
                <a16:creationId xmlns:a16="http://schemas.microsoft.com/office/drawing/2014/main" id="{DF29D227-1598-C191-5669-12E3130633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759" y="5616082"/>
            <a:ext cx="180000" cy="180000"/>
          </a:xfrm>
          <a:prstGeom prst="rect">
            <a:avLst/>
          </a:prstGeom>
        </p:spPr>
      </p:pic>
      <p:sp>
        <p:nvSpPr>
          <p:cNvPr id="251" name="文本框 250">
            <a:extLst>
              <a:ext uri="{FF2B5EF4-FFF2-40B4-BE49-F238E27FC236}">
                <a16:creationId xmlns:a16="http://schemas.microsoft.com/office/drawing/2014/main" id="{6134E787-E3BE-446D-0863-A186B048BE67}"/>
              </a:ext>
            </a:extLst>
          </p:cNvPr>
          <p:cNvSpPr txBox="1"/>
          <p:nvPr/>
        </p:nvSpPr>
        <p:spPr>
          <a:xfrm>
            <a:off x="2984745" y="5560111"/>
            <a:ext cx="6960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network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EB2E22AC-F131-8732-0EC2-0CC8DB3FC412}"/>
              </a:ext>
            </a:extLst>
          </p:cNvPr>
          <p:cNvCxnSpPr>
            <a:cxnSpLocks/>
            <a:stCxn id="62" idx="3"/>
            <a:endCxn id="67" idx="1"/>
          </p:cNvCxnSpPr>
          <p:nvPr/>
        </p:nvCxnSpPr>
        <p:spPr>
          <a:xfrm>
            <a:off x="3226380" y="5414285"/>
            <a:ext cx="206533" cy="2145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文本框 286">
            <a:extLst>
              <a:ext uri="{FF2B5EF4-FFF2-40B4-BE49-F238E27FC236}">
                <a16:creationId xmlns:a16="http://schemas.microsoft.com/office/drawing/2014/main" id="{69B2B131-9D66-B17A-5292-CE4CEDFFF237}"/>
              </a:ext>
            </a:extLst>
          </p:cNvPr>
          <p:cNvSpPr txBox="1"/>
          <p:nvPr/>
        </p:nvSpPr>
        <p:spPr>
          <a:xfrm>
            <a:off x="2752561" y="6035859"/>
            <a:ext cx="59432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endParaRPr lang="en-GB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A1A274F-AF6E-9429-7576-B114CCE029C5}"/>
              </a:ext>
            </a:extLst>
          </p:cNvPr>
          <p:cNvCxnSpPr>
            <a:cxnSpLocks/>
            <a:stCxn id="45" idx="3"/>
            <a:endCxn id="10" idx="3"/>
          </p:cNvCxnSpPr>
          <p:nvPr/>
        </p:nvCxnSpPr>
        <p:spPr>
          <a:xfrm flipH="1">
            <a:off x="1434367" y="4876605"/>
            <a:ext cx="1757" cy="1093657"/>
          </a:xfrm>
          <a:prstGeom prst="bentConnector3">
            <a:avLst>
              <a:gd name="adj1" fmla="val -13010814"/>
            </a:avLst>
          </a:prstGeom>
          <a:ln w="6350" cap="rnd">
            <a:solidFill>
              <a:schemeClr val="accent1"/>
            </a:solidFill>
            <a:bevel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图片 56" descr="图标&#10;&#10;AI 生成的内容可能不正确。">
            <a:extLst>
              <a:ext uri="{FF2B5EF4-FFF2-40B4-BE49-F238E27FC236}">
                <a16:creationId xmlns:a16="http://schemas.microsoft.com/office/drawing/2014/main" id="{7C5C6E17-D6E8-F1A8-7ED5-BD8FCB401E3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9961" b="99805" l="4297" r="99219">
                        <a14:foregroundMark x1="37891" y1="53906" x2="12695" y2="72461"/>
                        <a14:foregroundMark x1="10156" y1="97266" x2="93359" y2="97266"/>
                        <a14:foregroundMark x1="6055" y1="95117" x2="8594" y2="95117"/>
                        <a14:foregroundMark x1="4297" y1="95117" x2="10156" y2="99805"/>
                        <a14:foregroundMark x1="95898" y1="53516" x2="94141" y2="57227"/>
                        <a14:foregroundMark x1="99219" y1="53906" x2="99219" y2="539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4839"/>
          <a:stretch>
            <a:fillRect/>
          </a:stretch>
        </p:blipFill>
        <p:spPr>
          <a:xfrm>
            <a:off x="2126830" y="4836932"/>
            <a:ext cx="360000" cy="198582"/>
          </a:xfrm>
          <a:prstGeom prst="rect">
            <a:avLst/>
          </a:prstGeom>
        </p:spPr>
      </p:pic>
      <p:pic>
        <p:nvPicPr>
          <p:cNvPr id="59" name="图片 58" descr="图标&#10;&#10;AI 生成的内容可能不正确。">
            <a:extLst>
              <a:ext uri="{FF2B5EF4-FFF2-40B4-BE49-F238E27FC236}">
                <a16:creationId xmlns:a16="http://schemas.microsoft.com/office/drawing/2014/main" id="{6E03B439-11ED-7309-A10D-735D1647EB6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759" y="5616196"/>
            <a:ext cx="180000" cy="180000"/>
          </a:xfrm>
          <a:prstGeom prst="rect">
            <a:avLst/>
          </a:prstGeom>
        </p:spPr>
      </p:pic>
      <p:pic>
        <p:nvPicPr>
          <p:cNvPr id="85" name="图片 84" descr="图片包含 形状&#10;&#10;AI 生成的内容可能不正确。">
            <a:extLst>
              <a:ext uri="{FF2B5EF4-FFF2-40B4-BE49-F238E27FC236}">
                <a16:creationId xmlns:a16="http://schemas.microsoft.com/office/drawing/2014/main" id="{ED9C4A8F-644B-D409-B8ED-CB9A900FE22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440" y="6072531"/>
            <a:ext cx="288000" cy="288000"/>
          </a:xfrm>
          <a:prstGeom prst="rect">
            <a:avLst/>
          </a:prstGeom>
        </p:spPr>
      </p:pic>
      <p:cxnSp>
        <p:nvCxnSpPr>
          <p:cNvPr id="86" name="直接箭头连接符 49">
            <a:extLst>
              <a:ext uri="{FF2B5EF4-FFF2-40B4-BE49-F238E27FC236}">
                <a16:creationId xmlns:a16="http://schemas.microsoft.com/office/drawing/2014/main" id="{45B4A9FE-198F-6F61-3B16-979D3D8C5F2C}"/>
              </a:ext>
            </a:extLst>
          </p:cNvPr>
          <p:cNvCxnSpPr>
            <a:cxnSpLocks/>
            <a:stCxn id="47" idx="2"/>
            <a:endCxn id="85" idx="0"/>
          </p:cNvCxnSpPr>
          <p:nvPr/>
        </p:nvCxnSpPr>
        <p:spPr>
          <a:xfrm>
            <a:off x="1899705" y="4301120"/>
            <a:ext cx="1735" cy="1771411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图片 95" descr="图标&#10;&#10;AI 生成的内容可能不正确。">
            <a:extLst>
              <a:ext uri="{FF2B5EF4-FFF2-40B4-BE49-F238E27FC236}">
                <a16:creationId xmlns:a16="http://schemas.microsoft.com/office/drawing/2014/main" id="{89772038-CCB9-2540-4B03-FDBF74C4E54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9961" b="99805" l="4297" r="99219">
                        <a14:foregroundMark x1="37891" y1="53906" x2="12695" y2="72461"/>
                        <a14:foregroundMark x1="10156" y1="97266" x2="93359" y2="97266"/>
                        <a14:foregroundMark x1="6055" y1="95117" x2="8594" y2="95117"/>
                        <a14:foregroundMark x1="4297" y1="95117" x2="10156" y2="99805"/>
                        <a14:foregroundMark x1="95898" y1="53516" x2="94141" y2="57227"/>
                        <a14:foregroundMark x1="99219" y1="53906" x2="99219" y2="539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4839"/>
          <a:stretch>
            <a:fillRect/>
          </a:stretch>
        </p:blipFill>
        <p:spPr>
          <a:xfrm>
            <a:off x="2481825" y="4836932"/>
            <a:ext cx="360000" cy="198582"/>
          </a:xfrm>
          <a:prstGeom prst="rect">
            <a:avLst/>
          </a:prstGeom>
        </p:spPr>
      </p:pic>
      <p:cxnSp>
        <p:nvCxnSpPr>
          <p:cNvPr id="98" name="直接箭头连接符 49">
            <a:extLst>
              <a:ext uri="{FF2B5EF4-FFF2-40B4-BE49-F238E27FC236}">
                <a16:creationId xmlns:a16="http://schemas.microsoft.com/office/drawing/2014/main" id="{D96196A7-108E-B92C-C6E3-AD164035BA94}"/>
              </a:ext>
            </a:extLst>
          </p:cNvPr>
          <p:cNvCxnSpPr>
            <a:cxnSpLocks/>
            <a:stCxn id="77" idx="1"/>
          </p:cNvCxnSpPr>
          <p:nvPr/>
        </p:nvCxnSpPr>
        <p:spPr>
          <a:xfrm flipH="1" flipV="1">
            <a:off x="1904055" y="4656921"/>
            <a:ext cx="1671132" cy="6305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6">
            <a:extLst>
              <a:ext uri="{FF2B5EF4-FFF2-40B4-BE49-F238E27FC236}">
                <a16:creationId xmlns:a16="http://schemas.microsoft.com/office/drawing/2014/main" id="{FE687034-2239-EA90-A17F-64A259C95A78}"/>
              </a:ext>
            </a:extLst>
          </p:cNvPr>
          <p:cNvCxnSpPr>
            <a:cxnSpLocks/>
            <a:endCxn id="59" idx="0"/>
          </p:cNvCxnSpPr>
          <p:nvPr/>
        </p:nvCxnSpPr>
        <p:spPr>
          <a:xfrm>
            <a:off x="2450759" y="5414285"/>
            <a:ext cx="0" cy="201911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圆柱体 139">
            <a:extLst>
              <a:ext uri="{FF2B5EF4-FFF2-40B4-BE49-F238E27FC236}">
                <a16:creationId xmlns:a16="http://schemas.microsoft.com/office/drawing/2014/main" id="{FC954508-BB63-9113-ACE7-10B84479D853}"/>
              </a:ext>
            </a:extLst>
          </p:cNvPr>
          <p:cNvSpPr/>
          <p:nvPr/>
        </p:nvSpPr>
        <p:spPr>
          <a:xfrm>
            <a:off x="2226885" y="6571029"/>
            <a:ext cx="36000" cy="252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EF3A51AC-291B-DC34-9222-506698D5EA66}"/>
              </a:ext>
            </a:extLst>
          </p:cNvPr>
          <p:cNvSpPr/>
          <p:nvPr/>
        </p:nvSpPr>
        <p:spPr>
          <a:xfrm>
            <a:off x="2207766" y="6778373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43" name="圆柱体 142">
            <a:extLst>
              <a:ext uri="{FF2B5EF4-FFF2-40B4-BE49-F238E27FC236}">
                <a16:creationId xmlns:a16="http://schemas.microsoft.com/office/drawing/2014/main" id="{1BB3578A-695A-E178-C62C-AA399CCC3AEC}"/>
              </a:ext>
            </a:extLst>
          </p:cNvPr>
          <p:cNvSpPr/>
          <p:nvPr/>
        </p:nvSpPr>
        <p:spPr>
          <a:xfrm>
            <a:off x="3027268" y="6571029"/>
            <a:ext cx="36000" cy="252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D4D87AC4-3B60-774D-3B7D-0079E017DB3A}"/>
              </a:ext>
            </a:extLst>
          </p:cNvPr>
          <p:cNvSpPr/>
          <p:nvPr/>
        </p:nvSpPr>
        <p:spPr>
          <a:xfrm>
            <a:off x="3008149" y="6778373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F720C191-27B1-6E5E-C72E-6DDAA4696E9B}"/>
              </a:ext>
            </a:extLst>
          </p:cNvPr>
          <p:cNvCxnSpPr>
            <a:cxnSpLocks/>
            <a:stCxn id="171" idx="0"/>
            <a:endCxn id="101" idx="2"/>
          </p:cNvCxnSpPr>
          <p:nvPr/>
        </p:nvCxnSpPr>
        <p:spPr>
          <a:xfrm flipV="1">
            <a:off x="3384847" y="6254211"/>
            <a:ext cx="481" cy="293418"/>
          </a:xfrm>
          <a:prstGeom prst="straightConnector1">
            <a:avLst/>
          </a:prstGeom>
          <a:ln w="6350" cap="rnd">
            <a:solidFill>
              <a:schemeClr val="accent3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9E36F1C0-52CF-AE06-1414-CA1C3D527CAE}"/>
              </a:ext>
            </a:extLst>
          </p:cNvPr>
          <p:cNvCxnSpPr>
            <a:cxnSpLocks/>
            <a:stCxn id="101" idx="3"/>
            <a:endCxn id="108" idx="1"/>
          </p:cNvCxnSpPr>
          <p:nvPr/>
        </p:nvCxnSpPr>
        <p:spPr>
          <a:xfrm>
            <a:off x="3511328" y="6128211"/>
            <a:ext cx="316782" cy="1052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9" name="图片 168" descr="图标&#10;&#10;AI 生成的内容可能不正确。">
            <a:extLst>
              <a:ext uri="{FF2B5EF4-FFF2-40B4-BE49-F238E27FC236}">
                <a16:creationId xmlns:a16="http://schemas.microsoft.com/office/drawing/2014/main" id="{25726D34-5457-0B7E-B08A-807FCAA3A10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440" y="6550686"/>
            <a:ext cx="324000" cy="324000"/>
          </a:xfrm>
          <a:prstGeom prst="rect">
            <a:avLst/>
          </a:prstGeom>
        </p:spPr>
      </p:pic>
      <p:pic>
        <p:nvPicPr>
          <p:cNvPr id="171" name="图片 170" descr="图标&#10;&#10;AI 生成的内容可能不正确。">
            <a:extLst>
              <a:ext uri="{FF2B5EF4-FFF2-40B4-BE49-F238E27FC236}">
                <a16:creationId xmlns:a16="http://schemas.microsoft.com/office/drawing/2014/main" id="{15815A78-CDFB-E135-2DA1-6DBF04A6C15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847" y="6547629"/>
            <a:ext cx="324000" cy="324000"/>
          </a:xfrm>
          <a:prstGeom prst="rect">
            <a:avLst/>
          </a:prstGeom>
        </p:spPr>
      </p:pic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21BCACBB-D7A5-4A92-ECB4-AA4EB60DA412}"/>
              </a:ext>
            </a:extLst>
          </p:cNvPr>
          <p:cNvCxnSpPr>
            <a:cxnSpLocks/>
            <a:stCxn id="108" idx="3"/>
            <a:endCxn id="129" idx="1"/>
          </p:cNvCxnSpPr>
          <p:nvPr/>
        </p:nvCxnSpPr>
        <p:spPr>
          <a:xfrm flipV="1">
            <a:off x="4116110" y="6128192"/>
            <a:ext cx="407946" cy="1071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3E143BBA-85D9-4525-D4DF-59736BAB1F13}"/>
              </a:ext>
            </a:extLst>
          </p:cNvPr>
          <p:cNvSpPr txBox="1"/>
          <p:nvPr/>
        </p:nvSpPr>
        <p:spPr>
          <a:xfrm>
            <a:off x="2224854" y="5021707"/>
            <a:ext cx="54053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Solar farm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2811A607-5D65-4048-1E75-0392B5004B50}"/>
              </a:ext>
            </a:extLst>
          </p:cNvPr>
          <p:cNvCxnSpPr>
            <a:cxnSpLocks/>
            <a:stCxn id="138" idx="2"/>
            <a:endCxn id="129" idx="0"/>
          </p:cNvCxnSpPr>
          <p:nvPr/>
        </p:nvCxnSpPr>
        <p:spPr>
          <a:xfrm flipH="1">
            <a:off x="4668056" y="5814412"/>
            <a:ext cx="885" cy="169780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11A59142-5FE7-9144-0F54-33A19D4813ED}"/>
              </a:ext>
            </a:extLst>
          </p:cNvPr>
          <p:cNvCxnSpPr>
            <a:cxnSpLocks/>
            <a:endCxn id="138" idx="0"/>
          </p:cNvCxnSpPr>
          <p:nvPr/>
        </p:nvCxnSpPr>
        <p:spPr>
          <a:xfrm>
            <a:off x="4668941" y="5414285"/>
            <a:ext cx="0" cy="184127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直接箭头连接符 116">
            <a:extLst>
              <a:ext uri="{FF2B5EF4-FFF2-40B4-BE49-F238E27FC236}">
                <a16:creationId xmlns:a16="http://schemas.microsoft.com/office/drawing/2014/main" id="{6AEC04FE-B329-6EB8-5F19-49D0E81FB49D}"/>
              </a:ext>
            </a:extLst>
          </p:cNvPr>
          <p:cNvCxnSpPr>
            <a:cxnSpLocks/>
            <a:endCxn id="104" idx="0"/>
          </p:cNvCxnSpPr>
          <p:nvPr/>
        </p:nvCxnSpPr>
        <p:spPr>
          <a:xfrm>
            <a:off x="5103750" y="6128192"/>
            <a:ext cx="0" cy="174196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圆柱体 245">
            <a:extLst>
              <a:ext uri="{FF2B5EF4-FFF2-40B4-BE49-F238E27FC236}">
                <a16:creationId xmlns:a16="http://schemas.microsoft.com/office/drawing/2014/main" id="{9E1DC926-F6C2-DCFB-8F9A-E40625C1CB5A}"/>
              </a:ext>
            </a:extLst>
          </p:cNvPr>
          <p:cNvSpPr/>
          <p:nvPr/>
        </p:nvSpPr>
        <p:spPr>
          <a:xfrm>
            <a:off x="5254000" y="6571029"/>
            <a:ext cx="36000" cy="252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47" name="矩形: 圆角 246">
            <a:extLst>
              <a:ext uri="{FF2B5EF4-FFF2-40B4-BE49-F238E27FC236}">
                <a16:creationId xmlns:a16="http://schemas.microsoft.com/office/drawing/2014/main" id="{BA369A23-1CA2-0140-C475-8332475BFB13}"/>
              </a:ext>
            </a:extLst>
          </p:cNvPr>
          <p:cNvSpPr/>
          <p:nvPr/>
        </p:nvSpPr>
        <p:spPr>
          <a:xfrm>
            <a:off x="5234881" y="6778373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48" name="圆柱体 247">
            <a:extLst>
              <a:ext uri="{FF2B5EF4-FFF2-40B4-BE49-F238E27FC236}">
                <a16:creationId xmlns:a16="http://schemas.microsoft.com/office/drawing/2014/main" id="{DA1A15F2-1071-9E1B-E921-7B13FDD7C5E9}"/>
              </a:ext>
            </a:extLst>
          </p:cNvPr>
          <p:cNvSpPr/>
          <p:nvPr/>
        </p:nvSpPr>
        <p:spPr>
          <a:xfrm>
            <a:off x="5570204" y="6571029"/>
            <a:ext cx="36000" cy="252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F6AC0CDD-FA8E-3D42-B9A7-6D9825621B13}"/>
              </a:ext>
            </a:extLst>
          </p:cNvPr>
          <p:cNvSpPr/>
          <p:nvPr/>
        </p:nvSpPr>
        <p:spPr>
          <a:xfrm>
            <a:off x="5551085" y="6778373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B98DEB-A67A-CC6C-3214-5FBE06DBAE25}"/>
              </a:ext>
            </a:extLst>
          </p:cNvPr>
          <p:cNvSpPr txBox="1"/>
          <p:nvPr/>
        </p:nvSpPr>
        <p:spPr>
          <a:xfrm>
            <a:off x="2898611" y="3803384"/>
            <a:ext cx="576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Interconnector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 descr="图标&#10;&#10;AI 生成的内容可能不正确。">
            <a:extLst>
              <a:ext uri="{FF2B5EF4-FFF2-40B4-BE49-F238E27FC236}">
                <a16:creationId xmlns:a16="http://schemas.microsoft.com/office/drawing/2014/main" id="{B86F3BF1-2591-4107-8DC5-ED5090980D5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292" y="3972673"/>
            <a:ext cx="288000" cy="288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864AD49-1702-768B-AC22-941F4BD89761}"/>
              </a:ext>
            </a:extLst>
          </p:cNvPr>
          <p:cNvSpPr txBox="1"/>
          <p:nvPr/>
        </p:nvSpPr>
        <p:spPr>
          <a:xfrm>
            <a:off x="898020" y="5047154"/>
            <a:ext cx="684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Clean natural gas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12CCAD6-AEFE-8066-C6A0-70609C5C204D}"/>
              </a:ext>
            </a:extLst>
          </p:cNvPr>
          <p:cNvSpPr txBox="1"/>
          <p:nvPr/>
        </p:nvSpPr>
        <p:spPr>
          <a:xfrm>
            <a:off x="3577752" y="4841166"/>
            <a:ext cx="504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Hydropower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5AEE170-6DCA-ADAE-0E92-FE55BCEFD80D}"/>
              </a:ext>
            </a:extLst>
          </p:cNvPr>
          <p:cNvSpPr txBox="1"/>
          <p:nvPr/>
        </p:nvSpPr>
        <p:spPr>
          <a:xfrm>
            <a:off x="2148981" y="5796301"/>
            <a:ext cx="612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Battery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5B558A1-20AE-22F3-FFED-3054928D4E11}"/>
              </a:ext>
            </a:extLst>
          </p:cNvPr>
          <p:cNvSpPr txBox="1"/>
          <p:nvPr/>
        </p:nvSpPr>
        <p:spPr>
          <a:xfrm>
            <a:off x="2079118" y="6148246"/>
            <a:ext cx="468000" cy="14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Power-to-X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E0E5807-B3BB-0C9B-FEA7-922BF9B0294A}"/>
              </a:ext>
            </a:extLst>
          </p:cNvPr>
          <p:cNvSpPr txBox="1"/>
          <p:nvPr/>
        </p:nvSpPr>
        <p:spPr>
          <a:xfrm>
            <a:off x="4179491" y="4842875"/>
            <a:ext cx="576000" cy="21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Pumped </a:t>
            </a:r>
          </a:p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hydro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C0C3E50-F720-1AD3-4CE8-A112719FC677}"/>
              </a:ext>
            </a:extLst>
          </p:cNvPr>
          <p:cNvSpPr txBox="1"/>
          <p:nvPr/>
        </p:nvSpPr>
        <p:spPr>
          <a:xfrm>
            <a:off x="3655453" y="6299848"/>
            <a:ext cx="61200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Combined </a:t>
            </a:r>
          </a:p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heat and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11182ED-5B77-C4D8-54A0-82DCEA23EEA1}"/>
              </a:ext>
            </a:extLst>
          </p:cNvPr>
          <p:cNvSpPr txBox="1"/>
          <p:nvPr/>
        </p:nvSpPr>
        <p:spPr>
          <a:xfrm>
            <a:off x="4364414" y="6251496"/>
            <a:ext cx="59657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District heat</a:t>
            </a:r>
            <a:endParaRPr lang="en-GB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EAF5457-5557-875C-04F8-CCDC046DDD75}"/>
              </a:ext>
            </a:extLst>
          </p:cNvPr>
          <p:cNvSpPr txBox="1"/>
          <p:nvPr/>
        </p:nvSpPr>
        <p:spPr>
          <a:xfrm>
            <a:off x="4092312" y="5599735"/>
            <a:ext cx="58372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Heat pump</a:t>
            </a:r>
            <a:endParaRPr lang="en-GB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D6E16587-9A0D-C2EB-9944-204A8E841018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3972110" y="5416394"/>
            <a:ext cx="0" cy="568869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31489C9E-128D-1A54-5679-F50816BBEC82}"/>
              </a:ext>
            </a:extLst>
          </p:cNvPr>
          <p:cNvSpPr/>
          <p:nvPr/>
        </p:nvSpPr>
        <p:spPr>
          <a:xfrm>
            <a:off x="5092435" y="4766758"/>
            <a:ext cx="936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C09234A-C48F-C614-06C5-7222F8F745CB}"/>
              </a:ext>
            </a:extLst>
          </p:cNvPr>
          <p:cNvCxnSpPr>
            <a:cxnSpLocks/>
            <a:stCxn id="52" idx="1"/>
            <a:endCxn id="52" idx="3"/>
          </p:cNvCxnSpPr>
          <p:nvPr/>
        </p:nvCxnSpPr>
        <p:spPr>
          <a:xfrm>
            <a:off x="5092435" y="4802758"/>
            <a:ext cx="93600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图片 55" descr="图标&#10;&#10;AI 生成的内容可能不正确。">
            <a:extLst>
              <a:ext uri="{FF2B5EF4-FFF2-40B4-BE49-F238E27FC236}">
                <a16:creationId xmlns:a16="http://schemas.microsoft.com/office/drawing/2014/main" id="{EFE05B9C-DFA9-7329-18ED-08AB68AE555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810847" y="4626582"/>
            <a:ext cx="216000" cy="145046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94567AB0-E5B5-6BE5-BE51-85F0E42AD96B}"/>
              </a:ext>
            </a:extLst>
          </p:cNvPr>
          <p:cNvSpPr txBox="1"/>
          <p:nvPr/>
        </p:nvSpPr>
        <p:spPr>
          <a:xfrm>
            <a:off x="5391529" y="4446390"/>
            <a:ext cx="612000" cy="14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Smart charging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8" name="图片 67" descr="图标&#10;&#10;AI 生成的内容可能不正确。">
            <a:extLst>
              <a:ext uri="{FF2B5EF4-FFF2-40B4-BE49-F238E27FC236}">
                <a16:creationId xmlns:a16="http://schemas.microsoft.com/office/drawing/2014/main" id="{18BF8913-8D90-F783-B213-F121CD46602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9961" b="89844" l="7422" r="91992">
                        <a14:foregroundMark x1="8203" y1="42188" x2="7422" y2="52148"/>
                        <a14:foregroundMark x1="7422" y1="52148" x2="7813" y2="53711"/>
                        <a14:foregroundMark x1="91602" y1="33789" x2="91992" y2="51953"/>
                        <a14:backgroundMark x1="13281" y1="74609" x2="67773" y2="75977"/>
                        <a14:backgroundMark x1="67773" y1="75977" x2="89844" y2="75195"/>
                        <a14:backgroundMark x1="8398" y1="69336" x2="34570" y2="70508"/>
                        <a14:backgroundMark x1="34570" y1="70508" x2="42773" y2="66992"/>
                        <a14:backgroundMark x1="50000" y1="69141" x2="66406" y2="69336"/>
                        <a14:backgroundMark x1="66406" y1="69336" x2="79297" y2="68555"/>
                        <a14:backgroundMark x1="79297" y1="68555" x2="88867" y2="68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661" b="29092"/>
          <a:stretch>
            <a:fillRect/>
          </a:stretch>
        </p:blipFill>
        <p:spPr>
          <a:xfrm>
            <a:off x="5058570" y="4688938"/>
            <a:ext cx="216000" cy="110693"/>
          </a:xfrm>
          <a:prstGeom prst="rect">
            <a:avLst/>
          </a:prstGeom>
        </p:spPr>
      </p:pic>
      <p:sp>
        <p:nvSpPr>
          <p:cNvPr id="69" name="矩形 68">
            <a:extLst>
              <a:ext uri="{FF2B5EF4-FFF2-40B4-BE49-F238E27FC236}">
                <a16:creationId xmlns:a16="http://schemas.microsoft.com/office/drawing/2014/main" id="{56B18F8E-DA5C-F939-A1FF-CB1E9DDEA5A1}"/>
              </a:ext>
            </a:extLst>
          </p:cNvPr>
          <p:cNvSpPr/>
          <p:nvPr/>
        </p:nvSpPr>
        <p:spPr>
          <a:xfrm>
            <a:off x="5092435" y="5918635"/>
            <a:ext cx="936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FC6B340E-5AEA-A660-3345-E5D5721EAF54}"/>
              </a:ext>
            </a:extLst>
          </p:cNvPr>
          <p:cNvCxnSpPr>
            <a:cxnSpLocks/>
            <a:stCxn id="69" idx="1"/>
            <a:endCxn id="69" idx="3"/>
          </p:cNvCxnSpPr>
          <p:nvPr/>
        </p:nvCxnSpPr>
        <p:spPr>
          <a:xfrm>
            <a:off x="5092435" y="5954635"/>
            <a:ext cx="93600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图片 77">
            <a:extLst>
              <a:ext uri="{FF2B5EF4-FFF2-40B4-BE49-F238E27FC236}">
                <a16:creationId xmlns:a16="http://schemas.microsoft.com/office/drawing/2014/main" id="{08480DE8-719D-CAC9-6579-F5C613F1C26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" t="4449" r="4023" b="3329"/>
          <a:stretch>
            <a:fillRect/>
          </a:stretch>
        </p:blipFill>
        <p:spPr>
          <a:xfrm>
            <a:off x="5648711" y="5708175"/>
            <a:ext cx="216000" cy="213447"/>
          </a:xfrm>
          <a:prstGeom prst="rect">
            <a:avLst/>
          </a:prstGeom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000046D6-C560-3E9D-2047-8E5AFE2AF479}"/>
              </a:ext>
            </a:extLst>
          </p:cNvPr>
          <p:cNvSpPr/>
          <p:nvPr/>
        </p:nvSpPr>
        <p:spPr>
          <a:xfrm rot="5400000">
            <a:off x="4445364" y="5342700"/>
            <a:ext cx="1224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1BE7CA8-7C87-97DF-31A5-A4BCFA0974CD}"/>
              </a:ext>
            </a:extLst>
          </p:cNvPr>
          <p:cNvSpPr/>
          <p:nvPr/>
        </p:nvSpPr>
        <p:spPr>
          <a:xfrm>
            <a:off x="5091782" y="5278715"/>
            <a:ext cx="936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8F972C77-7BE0-BF33-82F8-E4248836EECA}"/>
              </a:ext>
            </a:extLst>
          </p:cNvPr>
          <p:cNvCxnSpPr>
            <a:cxnSpLocks/>
            <a:stCxn id="94" idx="1"/>
            <a:endCxn id="94" idx="3"/>
          </p:cNvCxnSpPr>
          <p:nvPr/>
        </p:nvCxnSpPr>
        <p:spPr>
          <a:xfrm>
            <a:off x="5091782" y="5314715"/>
            <a:ext cx="93600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图片 96" descr="黑暗的风车&#10;&#10;AI 生成的内容可能不正确。">
            <a:extLst>
              <a:ext uri="{FF2B5EF4-FFF2-40B4-BE49-F238E27FC236}">
                <a16:creationId xmlns:a16="http://schemas.microsoft.com/office/drawing/2014/main" id="{6651212A-A547-33A5-08C6-3C50F5BF288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2119977" y="3853718"/>
            <a:ext cx="432000" cy="452219"/>
          </a:xfrm>
          <a:prstGeom prst="rect">
            <a:avLst/>
          </a:prstGeom>
        </p:spPr>
      </p:pic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2F10F9A9-B567-5CDB-F690-1F04334A5CBF}"/>
              </a:ext>
            </a:extLst>
          </p:cNvPr>
          <p:cNvCxnSpPr>
            <a:cxnSpLocks/>
          </p:cNvCxnSpPr>
          <p:nvPr/>
        </p:nvCxnSpPr>
        <p:spPr>
          <a:xfrm flipV="1">
            <a:off x="5057364" y="4800042"/>
            <a:ext cx="0" cy="115200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0" name="图片 99" descr="图标&#10;&#10;AI 生成的内容可能不正确。">
            <a:extLst>
              <a:ext uri="{FF2B5EF4-FFF2-40B4-BE49-F238E27FC236}">
                <a16:creationId xmlns:a16="http://schemas.microsoft.com/office/drawing/2014/main" id="{66FFB21C-9775-2F0E-1C89-A3BA274F67C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850" y="5077997"/>
            <a:ext cx="216000" cy="216000"/>
          </a:xfrm>
          <a:prstGeom prst="rect">
            <a:avLst/>
          </a:prstGeom>
        </p:spPr>
      </p:pic>
      <p:cxnSp>
        <p:nvCxnSpPr>
          <p:cNvPr id="244" name="直接箭头连接符 101">
            <a:extLst>
              <a:ext uri="{FF2B5EF4-FFF2-40B4-BE49-F238E27FC236}">
                <a16:creationId xmlns:a16="http://schemas.microsoft.com/office/drawing/2014/main" id="{468D2B1C-46CA-114A-7614-58EA71267D2E}"/>
              </a:ext>
            </a:extLst>
          </p:cNvPr>
          <p:cNvCxnSpPr>
            <a:cxnSpLocks/>
            <a:stCxn id="249" idx="3"/>
            <a:endCxn id="78" idx="3"/>
          </p:cNvCxnSpPr>
          <p:nvPr/>
        </p:nvCxnSpPr>
        <p:spPr>
          <a:xfrm flipV="1">
            <a:off x="5623085" y="5814899"/>
            <a:ext cx="241626" cy="999474"/>
          </a:xfrm>
          <a:prstGeom prst="bentConnector3">
            <a:avLst>
              <a:gd name="adj1" fmla="val 147962"/>
            </a:avLst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597C4982-AC99-AFB2-A606-05C193B316A3}"/>
              </a:ext>
            </a:extLst>
          </p:cNvPr>
          <p:cNvSpPr txBox="1"/>
          <p:nvPr/>
        </p:nvSpPr>
        <p:spPr>
          <a:xfrm>
            <a:off x="5250349" y="6307398"/>
            <a:ext cx="612000" cy="21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Thermal </a:t>
            </a:r>
          </a:p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energy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9" name="直接箭头连接符 101">
            <a:extLst>
              <a:ext uri="{FF2B5EF4-FFF2-40B4-BE49-F238E27FC236}">
                <a16:creationId xmlns:a16="http://schemas.microsoft.com/office/drawing/2014/main" id="{9B6186CA-D89E-F35C-AEA2-E737C1FE9D32}"/>
              </a:ext>
            </a:extLst>
          </p:cNvPr>
          <p:cNvCxnSpPr>
            <a:cxnSpLocks/>
            <a:stCxn id="85" idx="2"/>
            <a:endCxn id="169" idx="0"/>
          </p:cNvCxnSpPr>
          <p:nvPr/>
        </p:nvCxnSpPr>
        <p:spPr>
          <a:xfrm>
            <a:off x="1901440" y="6360531"/>
            <a:ext cx="0" cy="190155"/>
          </a:xfrm>
          <a:prstGeom prst="straightConnector1">
            <a:avLst/>
          </a:prstGeom>
          <a:ln w="6350">
            <a:solidFill>
              <a:schemeClr val="accent3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6DC98799-CF55-8041-962B-76F8F567701F}"/>
              </a:ext>
            </a:extLst>
          </p:cNvPr>
          <p:cNvCxnSpPr>
            <a:cxnSpLocks/>
            <a:stCxn id="67" idx="3"/>
            <a:endCxn id="56" idx="2"/>
          </p:cNvCxnSpPr>
          <p:nvPr/>
        </p:nvCxnSpPr>
        <p:spPr>
          <a:xfrm flipV="1">
            <a:off x="3720913" y="4771628"/>
            <a:ext cx="2197934" cy="644802"/>
          </a:xfrm>
          <a:prstGeom prst="bentConnector2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72810168-3F11-7F61-B1BD-1801700A6FA8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1902759" y="4936223"/>
            <a:ext cx="224071" cy="0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0A6A3717-52B2-3E48-D4C8-B360344366D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185292" y="4260673"/>
            <a:ext cx="2371" cy="398365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49">
            <a:extLst>
              <a:ext uri="{FF2B5EF4-FFF2-40B4-BE49-F238E27FC236}">
                <a16:creationId xmlns:a16="http://schemas.microsoft.com/office/drawing/2014/main" id="{AB95C263-3407-F827-21B6-C8F30DF3860D}"/>
              </a:ext>
            </a:extLst>
          </p:cNvPr>
          <p:cNvCxnSpPr>
            <a:cxnSpLocks/>
            <a:stCxn id="47" idx="2"/>
            <a:endCxn id="97" idx="2"/>
          </p:cNvCxnSpPr>
          <p:nvPr/>
        </p:nvCxnSpPr>
        <p:spPr>
          <a:xfrm rot="16200000" flipH="1">
            <a:off x="2115433" y="4085392"/>
            <a:ext cx="4817" cy="436272"/>
          </a:xfrm>
          <a:prstGeom prst="bentConnector3">
            <a:avLst>
              <a:gd name="adj1" fmla="val 879967"/>
            </a:avLst>
          </a:prstGeom>
          <a:ln w="6350" cap="rnd">
            <a:solidFill>
              <a:schemeClr val="accent1"/>
            </a:solidFill>
            <a:bevel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9" name="图片 178" descr="图标&#10;&#10;AI 生成的内容可能不正确。">
            <a:extLst>
              <a:ext uri="{FF2B5EF4-FFF2-40B4-BE49-F238E27FC236}">
                <a16:creationId xmlns:a16="http://schemas.microsoft.com/office/drawing/2014/main" id="{ACDC2143-23B5-3166-59BD-058B6169F15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589680" y="4626862"/>
            <a:ext cx="216000" cy="145046"/>
          </a:xfrm>
          <a:prstGeom prst="rect">
            <a:avLst/>
          </a:prstGeom>
        </p:spPr>
      </p:pic>
      <p:pic>
        <p:nvPicPr>
          <p:cNvPr id="180" name="图片 179" descr="图标&#10;&#10;AI 生成的内容可能不正确。">
            <a:extLst>
              <a:ext uri="{FF2B5EF4-FFF2-40B4-BE49-F238E27FC236}">
                <a16:creationId xmlns:a16="http://schemas.microsoft.com/office/drawing/2014/main" id="{95106299-09F4-A074-BB86-B27D757DE31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367736" y="4626582"/>
            <a:ext cx="216000" cy="145046"/>
          </a:xfrm>
          <a:prstGeom prst="rect">
            <a:avLst/>
          </a:prstGeom>
        </p:spPr>
      </p:pic>
      <p:cxnSp>
        <p:nvCxnSpPr>
          <p:cNvPr id="181" name="直接箭头连接符 49">
            <a:extLst>
              <a:ext uri="{FF2B5EF4-FFF2-40B4-BE49-F238E27FC236}">
                <a16:creationId xmlns:a16="http://schemas.microsoft.com/office/drawing/2014/main" id="{2700A89A-F9C6-93B1-496D-C80A8696D13A}"/>
              </a:ext>
            </a:extLst>
          </p:cNvPr>
          <p:cNvCxnSpPr>
            <a:cxnSpLocks/>
            <a:stCxn id="180" idx="2"/>
            <a:endCxn id="179" idx="2"/>
          </p:cNvCxnSpPr>
          <p:nvPr/>
        </p:nvCxnSpPr>
        <p:spPr>
          <a:xfrm rot="16200000" flipH="1">
            <a:off x="5586568" y="4660796"/>
            <a:ext cx="280" cy="221944"/>
          </a:xfrm>
          <a:prstGeom prst="bentConnector3">
            <a:avLst>
              <a:gd name="adj1" fmla="val 44323214"/>
            </a:avLst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EA8D4B94-989D-154E-F030-ECD00A932D56}"/>
              </a:ext>
            </a:extLst>
          </p:cNvPr>
          <p:cNvCxnSpPr>
            <a:cxnSpLocks/>
          </p:cNvCxnSpPr>
          <p:nvPr/>
        </p:nvCxnSpPr>
        <p:spPr>
          <a:xfrm rot="5400000">
            <a:off x="5809467" y="4786675"/>
            <a:ext cx="0" cy="216000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0" name="图片 209" descr="图标&#10;&#10;AI 生成的内容可能不正确。">
            <a:extLst>
              <a:ext uri="{FF2B5EF4-FFF2-40B4-BE49-F238E27FC236}">
                <a16:creationId xmlns:a16="http://schemas.microsoft.com/office/drawing/2014/main" id="{BA9D8EA6-FCD3-13AC-95E9-E61FB4A8DFA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448" y="5077770"/>
            <a:ext cx="216000" cy="216000"/>
          </a:xfrm>
          <a:prstGeom prst="rect">
            <a:avLst/>
          </a:prstGeom>
        </p:spPr>
      </p:pic>
      <p:pic>
        <p:nvPicPr>
          <p:cNvPr id="214" name="图片 213" descr="图标&#10;&#10;AI 生成的内容可能不正确。">
            <a:extLst>
              <a:ext uri="{FF2B5EF4-FFF2-40B4-BE49-F238E27FC236}">
                <a16:creationId xmlns:a16="http://schemas.microsoft.com/office/drawing/2014/main" id="{3BA2542A-050D-ED70-3E9F-DF88A566C8F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154" y="5078243"/>
            <a:ext cx="216000" cy="216000"/>
          </a:xfrm>
          <a:prstGeom prst="rect">
            <a:avLst/>
          </a:prstGeom>
        </p:spPr>
      </p:pic>
      <p:pic>
        <p:nvPicPr>
          <p:cNvPr id="222" name="图片 221" descr="图标&#10;&#10;AI 生成的内容可能不正确。">
            <a:extLst>
              <a:ext uri="{FF2B5EF4-FFF2-40B4-BE49-F238E27FC236}">
                <a16:creationId xmlns:a16="http://schemas.microsoft.com/office/drawing/2014/main" id="{B4F43557-5EF4-1369-4031-83BDEC611B7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118" y="5703209"/>
            <a:ext cx="216000" cy="216000"/>
          </a:xfrm>
          <a:prstGeom prst="rect">
            <a:avLst/>
          </a:prstGeom>
        </p:spPr>
      </p:pic>
      <p:pic>
        <p:nvPicPr>
          <p:cNvPr id="228" name="图片 227" descr="图标&#10;&#10;AI 生成的内容可能不正确。">
            <a:extLst>
              <a:ext uri="{FF2B5EF4-FFF2-40B4-BE49-F238E27FC236}">
                <a16:creationId xmlns:a16="http://schemas.microsoft.com/office/drawing/2014/main" id="{5F15D2FB-3133-4C7C-39CA-4233CEC4927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714" y="5703236"/>
            <a:ext cx="216000" cy="216000"/>
          </a:xfrm>
          <a:prstGeom prst="rect">
            <a:avLst/>
          </a:prstGeom>
        </p:spPr>
      </p:pic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578E30EA-DDD1-1F98-CD5E-AAF7EF8926AD}"/>
              </a:ext>
            </a:extLst>
          </p:cNvPr>
          <p:cNvCxnSpPr>
            <a:cxnSpLocks/>
            <a:stCxn id="78" idx="0"/>
            <a:endCxn id="210" idx="2"/>
          </p:cNvCxnSpPr>
          <p:nvPr/>
        </p:nvCxnSpPr>
        <p:spPr>
          <a:xfrm flipH="1" flipV="1">
            <a:off x="5756448" y="5293770"/>
            <a:ext cx="263" cy="414405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35D62229-35AD-5665-7CB5-4C3DA9F85A00}"/>
              </a:ext>
            </a:extLst>
          </p:cNvPr>
          <p:cNvCxnSpPr>
            <a:cxnSpLocks/>
            <a:stCxn id="222" idx="0"/>
            <a:endCxn id="100" idx="2"/>
          </p:cNvCxnSpPr>
          <p:nvPr/>
        </p:nvCxnSpPr>
        <p:spPr>
          <a:xfrm flipH="1" flipV="1">
            <a:off x="5506850" y="5293997"/>
            <a:ext cx="268" cy="409212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18763516-CDF3-29E1-5352-5BE81FC42A75}"/>
              </a:ext>
            </a:extLst>
          </p:cNvPr>
          <p:cNvCxnSpPr>
            <a:cxnSpLocks/>
            <a:stCxn id="228" idx="0"/>
            <a:endCxn id="214" idx="2"/>
          </p:cNvCxnSpPr>
          <p:nvPr/>
        </p:nvCxnSpPr>
        <p:spPr>
          <a:xfrm flipH="1" flipV="1">
            <a:off x="5284154" y="5294243"/>
            <a:ext cx="560" cy="408993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3AAF4773-D9B3-A0B0-2ED7-D88EED7DD257}"/>
              </a:ext>
            </a:extLst>
          </p:cNvPr>
          <p:cNvSpPr txBox="1"/>
          <p:nvPr/>
        </p:nvSpPr>
        <p:spPr>
          <a:xfrm>
            <a:off x="5152045" y="5460668"/>
            <a:ext cx="720000" cy="14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Demand response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5D0276E9-E823-D664-498A-67246A72A8E7}"/>
              </a:ext>
            </a:extLst>
          </p:cNvPr>
          <p:cNvCxnSpPr>
            <a:cxnSpLocks/>
            <a:stCxn id="129" idx="3"/>
            <a:endCxn id="78" idx="2"/>
          </p:cNvCxnSpPr>
          <p:nvPr/>
        </p:nvCxnSpPr>
        <p:spPr>
          <a:xfrm flipV="1">
            <a:off x="4812056" y="5921622"/>
            <a:ext cx="944655" cy="206570"/>
          </a:xfrm>
          <a:prstGeom prst="bentConnector2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436369D8-51F3-E5E8-1A3D-D3DD2A8CD576}"/>
              </a:ext>
            </a:extLst>
          </p:cNvPr>
          <p:cNvCxnSpPr>
            <a:cxnSpLocks/>
            <a:endCxn id="222" idx="2"/>
          </p:cNvCxnSpPr>
          <p:nvPr/>
        </p:nvCxnSpPr>
        <p:spPr>
          <a:xfrm flipV="1">
            <a:off x="5507118" y="5919209"/>
            <a:ext cx="0" cy="206224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直接箭头连接符 269">
            <a:extLst>
              <a:ext uri="{FF2B5EF4-FFF2-40B4-BE49-F238E27FC236}">
                <a16:creationId xmlns:a16="http://schemas.microsoft.com/office/drawing/2014/main" id="{5D397A53-C973-EB46-E1E7-F0239765180C}"/>
              </a:ext>
            </a:extLst>
          </p:cNvPr>
          <p:cNvCxnSpPr>
            <a:cxnSpLocks/>
            <a:endCxn id="228" idx="2"/>
          </p:cNvCxnSpPr>
          <p:nvPr/>
        </p:nvCxnSpPr>
        <p:spPr>
          <a:xfrm flipV="1">
            <a:off x="5284714" y="5919236"/>
            <a:ext cx="0" cy="205780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文本框 275">
            <a:extLst>
              <a:ext uri="{FF2B5EF4-FFF2-40B4-BE49-F238E27FC236}">
                <a16:creationId xmlns:a16="http://schemas.microsoft.com/office/drawing/2014/main" id="{B5C77536-34DC-9D2F-D6AD-9C6A13A3D8E0}"/>
              </a:ext>
            </a:extLst>
          </p:cNvPr>
          <p:cNvSpPr txBox="1"/>
          <p:nvPr/>
        </p:nvSpPr>
        <p:spPr>
          <a:xfrm>
            <a:off x="4128922" y="6594269"/>
            <a:ext cx="648000" cy="14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 err="1">
                <a:latin typeface="Arial" panose="020B0604020202020204" pitchFamily="34" charset="0"/>
                <a:cs typeface="Arial" panose="020B0604020202020204" pitchFamily="34" charset="0"/>
              </a:rPr>
              <a:t>Linepack</a:t>
            </a: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 storage</a:t>
            </a:r>
          </a:p>
        </p:txBody>
      </p:sp>
      <p:pic>
        <p:nvPicPr>
          <p:cNvPr id="282" name="图片 281" descr="图标&#10;&#10;AI 生成的内容可能不正确。">
            <a:extLst>
              <a:ext uri="{FF2B5EF4-FFF2-40B4-BE49-F238E27FC236}">
                <a16:creationId xmlns:a16="http://schemas.microsoft.com/office/drawing/2014/main" id="{36D4A5F1-E99C-3FA4-E533-269B817749D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55" y="6688355"/>
            <a:ext cx="180000" cy="180000"/>
          </a:xfrm>
          <a:prstGeom prst="rect">
            <a:avLst/>
          </a:prstGeom>
        </p:spPr>
      </p:pic>
      <p:pic>
        <p:nvPicPr>
          <p:cNvPr id="283" name="图片 282" descr="图标&#10;&#10;AI 生成的内容可能不正确。">
            <a:extLst>
              <a:ext uri="{FF2B5EF4-FFF2-40B4-BE49-F238E27FC236}">
                <a16:creationId xmlns:a16="http://schemas.microsoft.com/office/drawing/2014/main" id="{5A2770A3-905F-0D61-7C2E-BA5BC66E68C0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650" y="6691629"/>
            <a:ext cx="180000" cy="180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A8D3D3F-82B4-E60F-3FBA-7FC2AB172541}"/>
              </a:ext>
            </a:extLst>
          </p:cNvPr>
          <p:cNvSpPr txBox="1"/>
          <p:nvPr/>
        </p:nvSpPr>
        <p:spPr>
          <a:xfrm>
            <a:off x="1282135" y="4392760"/>
            <a:ext cx="465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arbon capture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 descr="图片包含 徽标&#10;&#10;AI 生成的内容可能不正确。">
            <a:extLst>
              <a:ext uri="{FF2B5EF4-FFF2-40B4-BE49-F238E27FC236}">
                <a16:creationId xmlns:a16="http://schemas.microsoft.com/office/drawing/2014/main" id="{3EC5B42B-36CF-7387-6FCD-6C24C987E031}"/>
              </a:ext>
            </a:extLst>
          </p:cNvPr>
          <p:cNvPicPr>
            <a:picLocks noChangeAspect="1"/>
          </p:cNvPicPr>
          <p:nvPr/>
        </p:nvPicPr>
        <p:blipFill>
          <a:blip r:embed="rId3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20" y="4426578"/>
            <a:ext cx="216000" cy="216000"/>
          </a:xfrm>
          <a:prstGeom prst="rect">
            <a:avLst/>
          </a:prstGeom>
        </p:spPr>
      </p:pic>
      <p:pic>
        <p:nvPicPr>
          <p:cNvPr id="5" name="图片 4" descr="图标&#10;&#10;AI 生成的内容可能不正确。">
            <a:extLst>
              <a:ext uri="{FF2B5EF4-FFF2-40B4-BE49-F238E27FC236}">
                <a16:creationId xmlns:a16="http://schemas.microsoft.com/office/drawing/2014/main" id="{538CE0D3-3E10-11DF-07EE-FCE1DCA2D47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124" y="5234285"/>
            <a:ext cx="360000" cy="360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EE62BF6-3B4D-DF16-9F89-C9F0D1C10816}"/>
              </a:ext>
            </a:extLst>
          </p:cNvPr>
          <p:cNvSpPr txBox="1"/>
          <p:nvPr/>
        </p:nvSpPr>
        <p:spPr>
          <a:xfrm>
            <a:off x="943978" y="5603773"/>
            <a:ext cx="612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Flexible nuclear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A715E1-E18A-AFAF-8453-6490B5020CF3}"/>
              </a:ext>
            </a:extLst>
          </p:cNvPr>
          <p:cNvSpPr txBox="1"/>
          <p:nvPr/>
        </p:nvSpPr>
        <p:spPr>
          <a:xfrm>
            <a:off x="1060020" y="6151934"/>
            <a:ext cx="360000" cy="14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Biomass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 descr="卡通人物&#10;&#10;AI 生成的内容可能不正确。">
            <a:extLst>
              <a:ext uri="{FF2B5EF4-FFF2-40B4-BE49-F238E27FC236}">
                <a16:creationId xmlns:a16="http://schemas.microsoft.com/office/drawing/2014/main" id="{1CE78EB4-A1F7-9567-B202-EC93E8778A63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67" y="5790262"/>
            <a:ext cx="360000" cy="360000"/>
          </a:xfrm>
          <a:prstGeom prst="rect">
            <a:avLst/>
          </a:prstGeom>
        </p:spPr>
      </p:pic>
      <p:graphicFrame>
        <p:nvGraphicFramePr>
          <p:cNvPr id="128" name="图表 127">
            <a:extLst>
              <a:ext uri="{FF2B5EF4-FFF2-40B4-BE49-F238E27FC236}">
                <a16:creationId xmlns:a16="http://schemas.microsoft.com/office/drawing/2014/main" id="{5F0E631D-1FA6-57BD-C150-06DBF895C42D}"/>
              </a:ext>
            </a:extLst>
          </p:cNvPr>
          <p:cNvGraphicFramePr>
            <a:graphicFrameLocks/>
          </p:cNvGraphicFramePr>
          <p:nvPr/>
        </p:nvGraphicFramePr>
        <p:xfrm>
          <a:off x="4690022" y="704710"/>
          <a:ext cx="1288800" cy="8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FBE470E0-18D8-3AB6-27C0-CF5BA9C92096}"/>
              </a:ext>
            </a:extLst>
          </p:cNvPr>
          <p:cNvSpPr/>
          <p:nvPr/>
        </p:nvSpPr>
        <p:spPr>
          <a:xfrm>
            <a:off x="861892" y="1584781"/>
            <a:ext cx="288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D886D469-5F8E-21F4-AEF4-DC0366836AA5}"/>
              </a:ext>
            </a:extLst>
          </p:cNvPr>
          <p:cNvSpPr/>
          <p:nvPr/>
        </p:nvSpPr>
        <p:spPr>
          <a:xfrm>
            <a:off x="4560941" y="1581338"/>
            <a:ext cx="1440000" cy="45719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20F20CBE-4F76-02CB-53C1-B7E425AE2E8C}"/>
              </a:ext>
            </a:extLst>
          </p:cNvPr>
          <p:cNvSpPr txBox="1"/>
          <p:nvPr/>
        </p:nvSpPr>
        <p:spPr>
          <a:xfrm>
            <a:off x="1705827" y="1701937"/>
            <a:ext cx="123303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Clean dispatchable generation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EC8C1F2B-8DB9-5206-5CF2-9DD676CBE108}"/>
              </a:ext>
            </a:extLst>
          </p:cNvPr>
          <p:cNvSpPr txBox="1"/>
          <p:nvPr/>
        </p:nvSpPr>
        <p:spPr>
          <a:xfrm>
            <a:off x="4831079" y="1705797"/>
            <a:ext cx="1005404" cy="18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Thermal energy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0FDF7EAE-B35C-EC0D-F7D0-1812F442568C}"/>
              </a:ext>
            </a:extLst>
          </p:cNvPr>
          <p:cNvSpPr/>
          <p:nvPr/>
        </p:nvSpPr>
        <p:spPr>
          <a:xfrm>
            <a:off x="4693603" y="731506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9BBE6CAE-DD0D-3484-D7FB-74D35FE6BA79}"/>
              </a:ext>
            </a:extLst>
          </p:cNvPr>
          <p:cNvSpPr txBox="1"/>
          <p:nvPr/>
        </p:nvSpPr>
        <p:spPr>
          <a:xfrm>
            <a:off x="5201809" y="1411345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81BE3226-CA12-4A64-BC25-5BEBD4486694}"/>
              </a:ext>
            </a:extLst>
          </p:cNvPr>
          <p:cNvSpPr txBox="1"/>
          <p:nvPr/>
        </p:nvSpPr>
        <p:spPr>
          <a:xfrm>
            <a:off x="5796337" y="1411345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E3026BBC-9150-9624-2CB4-15F9A51640A2}"/>
              </a:ext>
            </a:extLst>
          </p:cNvPr>
          <p:cNvSpPr txBox="1"/>
          <p:nvPr/>
        </p:nvSpPr>
        <p:spPr>
          <a:xfrm>
            <a:off x="5503516" y="1411345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40F145B0-A69A-BF5F-E9F2-F0BDD889C83E}"/>
              </a:ext>
            </a:extLst>
          </p:cNvPr>
          <p:cNvSpPr txBox="1"/>
          <p:nvPr/>
        </p:nvSpPr>
        <p:spPr>
          <a:xfrm>
            <a:off x="4596474" y="1412287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6A7D2E23-119A-D186-EBDB-D43F72A439E5}"/>
              </a:ext>
            </a:extLst>
          </p:cNvPr>
          <p:cNvSpPr txBox="1"/>
          <p:nvPr/>
        </p:nvSpPr>
        <p:spPr>
          <a:xfrm>
            <a:off x="4921551" y="1409621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D02B46D8-0154-915C-B2C2-28ED7D759A09}"/>
              </a:ext>
            </a:extLst>
          </p:cNvPr>
          <p:cNvSpPr txBox="1"/>
          <p:nvPr/>
        </p:nvSpPr>
        <p:spPr>
          <a:xfrm rot="16200000">
            <a:off x="4297341" y="1005687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3F78BA4D-759D-BB8A-B9E5-9D5C4BD935C4}"/>
              </a:ext>
            </a:extLst>
          </p:cNvPr>
          <p:cNvSpPr txBox="1"/>
          <p:nvPr/>
        </p:nvSpPr>
        <p:spPr>
          <a:xfrm>
            <a:off x="5186246" y="962184"/>
            <a:ext cx="64953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Peak shaving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D54D87A2-6372-F82A-F6D7-2BEBF6E37857}"/>
              </a:ext>
            </a:extLst>
          </p:cNvPr>
          <p:cNvSpPr txBox="1"/>
          <p:nvPr/>
        </p:nvSpPr>
        <p:spPr>
          <a:xfrm>
            <a:off x="788147" y="566472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BC21B59D-7C67-BB4A-DEF8-2FEC00AFCE00}"/>
              </a:ext>
            </a:extLst>
          </p:cNvPr>
          <p:cNvSpPr txBox="1"/>
          <p:nvPr/>
        </p:nvSpPr>
        <p:spPr>
          <a:xfrm>
            <a:off x="4479925" y="563447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1" name="图形 130" descr="鸭子 纯色填充">
            <a:extLst>
              <a:ext uri="{FF2B5EF4-FFF2-40B4-BE49-F238E27FC236}">
                <a16:creationId xmlns:a16="http://schemas.microsoft.com/office/drawing/2014/main" id="{D922FE5C-39D5-1D65-97F0-DF8DE3C7116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11958" t="10980" r="11787" b="10771"/>
          <a:stretch>
            <a:fillRect/>
          </a:stretch>
        </p:blipFill>
        <p:spPr>
          <a:xfrm>
            <a:off x="993883" y="720502"/>
            <a:ext cx="1436014" cy="715503"/>
          </a:xfrm>
          <a:prstGeom prst="rect">
            <a:avLst/>
          </a:prstGeom>
        </p:spPr>
      </p:pic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FAFDF7EB-A491-F433-5586-96429E444336}"/>
              </a:ext>
            </a:extLst>
          </p:cNvPr>
          <p:cNvSpPr/>
          <p:nvPr/>
        </p:nvSpPr>
        <p:spPr>
          <a:xfrm>
            <a:off x="997207" y="711004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CF9295AF-F5C2-6351-7E90-BF92C822826C}"/>
              </a:ext>
            </a:extLst>
          </p:cNvPr>
          <p:cNvSpPr txBox="1"/>
          <p:nvPr/>
        </p:nvSpPr>
        <p:spPr>
          <a:xfrm>
            <a:off x="1505413" y="139084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EE86411F-2FA0-A552-28A0-68951266F438}"/>
              </a:ext>
            </a:extLst>
          </p:cNvPr>
          <p:cNvSpPr txBox="1"/>
          <p:nvPr/>
        </p:nvSpPr>
        <p:spPr>
          <a:xfrm>
            <a:off x="2099941" y="139084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91153340-688E-0C9D-2B37-1C2B92AA6CCE}"/>
              </a:ext>
            </a:extLst>
          </p:cNvPr>
          <p:cNvSpPr txBox="1"/>
          <p:nvPr/>
        </p:nvSpPr>
        <p:spPr>
          <a:xfrm>
            <a:off x="1807120" y="139084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BFBC54C6-72DF-C806-EE1A-4CCB2C8B890A}"/>
              </a:ext>
            </a:extLst>
          </p:cNvPr>
          <p:cNvSpPr txBox="1"/>
          <p:nvPr/>
        </p:nvSpPr>
        <p:spPr>
          <a:xfrm>
            <a:off x="900078" y="1391785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8DEABB72-060F-8D0C-57D3-467C5598C0DC}"/>
              </a:ext>
            </a:extLst>
          </p:cNvPr>
          <p:cNvSpPr txBox="1"/>
          <p:nvPr/>
        </p:nvSpPr>
        <p:spPr>
          <a:xfrm>
            <a:off x="1225155" y="1389119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17BB4728-36E4-296E-FD3F-063860481C47}"/>
              </a:ext>
            </a:extLst>
          </p:cNvPr>
          <p:cNvSpPr txBox="1"/>
          <p:nvPr/>
        </p:nvSpPr>
        <p:spPr>
          <a:xfrm rot="16200000">
            <a:off x="600945" y="985184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4" name="图表 173">
            <a:extLst>
              <a:ext uri="{FF2B5EF4-FFF2-40B4-BE49-F238E27FC236}">
                <a16:creationId xmlns:a16="http://schemas.microsoft.com/office/drawing/2014/main" id="{95C90584-0BA2-CC9A-CB52-CCEE7B0D12E5}"/>
              </a:ext>
            </a:extLst>
          </p:cNvPr>
          <p:cNvGraphicFramePr>
            <a:graphicFrameLocks/>
          </p:cNvGraphicFramePr>
          <p:nvPr/>
        </p:nvGraphicFramePr>
        <p:xfrm>
          <a:off x="975559" y="705837"/>
          <a:ext cx="1314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9"/>
          </a:graphicData>
        </a:graphic>
      </p:graphicFrame>
      <p:sp>
        <p:nvSpPr>
          <p:cNvPr id="175" name="椭圆 174">
            <a:extLst>
              <a:ext uri="{FF2B5EF4-FFF2-40B4-BE49-F238E27FC236}">
                <a16:creationId xmlns:a16="http://schemas.microsoft.com/office/drawing/2014/main" id="{54909644-4C19-8CDB-897D-CDE1B8B46C38}"/>
              </a:ext>
            </a:extLst>
          </p:cNvPr>
          <p:cNvSpPr/>
          <p:nvPr/>
        </p:nvSpPr>
        <p:spPr>
          <a:xfrm>
            <a:off x="1046569" y="773497"/>
            <a:ext cx="36000" cy="3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70483677-8600-E0DD-B545-9434E8EEB955}"/>
              </a:ext>
            </a:extLst>
          </p:cNvPr>
          <p:cNvSpPr txBox="1"/>
          <p:nvPr/>
        </p:nvSpPr>
        <p:spPr>
          <a:xfrm>
            <a:off x="1028497" y="695669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2015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2618AC72-A270-2F49-BAA6-C6E6FEC3D92F}"/>
              </a:ext>
            </a:extLst>
          </p:cNvPr>
          <p:cNvSpPr/>
          <p:nvPr/>
        </p:nvSpPr>
        <p:spPr>
          <a:xfrm>
            <a:off x="1350061" y="773497"/>
            <a:ext cx="36000" cy="3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042221AE-F755-2B57-1ED6-BD1712C39581}"/>
              </a:ext>
            </a:extLst>
          </p:cNvPr>
          <p:cNvSpPr txBox="1"/>
          <p:nvPr/>
        </p:nvSpPr>
        <p:spPr>
          <a:xfrm>
            <a:off x="1331989" y="695669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CB2C1F64-AC83-244B-F965-6FBB4CFD1248}"/>
              </a:ext>
            </a:extLst>
          </p:cNvPr>
          <p:cNvSpPr/>
          <p:nvPr/>
        </p:nvSpPr>
        <p:spPr>
          <a:xfrm>
            <a:off x="1653929" y="773093"/>
            <a:ext cx="36000" cy="3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5BD55EA4-9348-B932-5129-E54578C892B6}"/>
              </a:ext>
            </a:extLst>
          </p:cNvPr>
          <p:cNvSpPr txBox="1"/>
          <p:nvPr/>
        </p:nvSpPr>
        <p:spPr>
          <a:xfrm>
            <a:off x="1633740" y="695265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8AF14D18-BE20-A6C0-6BD3-052F267D9A3A}"/>
              </a:ext>
            </a:extLst>
          </p:cNvPr>
          <p:cNvSpPr txBox="1"/>
          <p:nvPr/>
        </p:nvSpPr>
        <p:spPr>
          <a:xfrm>
            <a:off x="1028497" y="1157282"/>
            <a:ext cx="441992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BAA6FC34-1A1E-634D-4C31-87A17118CCD1}"/>
              </a:ext>
            </a:extLst>
          </p:cNvPr>
          <p:cNvCxnSpPr>
            <a:cxnSpLocks/>
          </p:cNvCxnSpPr>
          <p:nvPr/>
        </p:nvCxnSpPr>
        <p:spPr>
          <a:xfrm>
            <a:off x="1320309" y="1078253"/>
            <a:ext cx="132031" cy="306299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6B9A7380-2D9A-02B6-AB88-DF12909AF0F0}"/>
              </a:ext>
            </a:extLst>
          </p:cNvPr>
          <p:cNvCxnSpPr>
            <a:cxnSpLocks/>
          </p:cNvCxnSpPr>
          <p:nvPr/>
        </p:nvCxnSpPr>
        <p:spPr>
          <a:xfrm flipV="1">
            <a:off x="1869125" y="918909"/>
            <a:ext cx="218002" cy="462878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文本框 203">
            <a:extLst>
              <a:ext uri="{FF2B5EF4-FFF2-40B4-BE49-F238E27FC236}">
                <a16:creationId xmlns:a16="http://schemas.microsoft.com/office/drawing/2014/main" id="{472C602D-353C-4A96-8BE0-90E044762A90}"/>
              </a:ext>
            </a:extLst>
          </p:cNvPr>
          <p:cNvSpPr txBox="1"/>
          <p:nvPr/>
        </p:nvSpPr>
        <p:spPr>
          <a:xfrm>
            <a:off x="1900006" y="1101874"/>
            <a:ext cx="336484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ADE20ACB-E611-7BBD-56EE-3AC1BE08693F}"/>
              </a:ext>
            </a:extLst>
          </p:cNvPr>
          <p:cNvCxnSpPr/>
          <p:nvPr/>
        </p:nvCxnSpPr>
        <p:spPr>
          <a:xfrm>
            <a:off x="4694319" y="958440"/>
            <a:ext cx="12816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81" name="图表 280">
            <a:extLst>
              <a:ext uri="{FF2B5EF4-FFF2-40B4-BE49-F238E27FC236}">
                <a16:creationId xmlns:a16="http://schemas.microsoft.com/office/drawing/2014/main" id="{5993C112-2264-88F7-172F-0C35D13EFCA5}"/>
              </a:ext>
            </a:extLst>
          </p:cNvPr>
          <p:cNvGraphicFramePr>
            <a:graphicFrameLocks/>
          </p:cNvGraphicFramePr>
          <p:nvPr/>
        </p:nvGraphicFramePr>
        <p:xfrm>
          <a:off x="4688771" y="2309966"/>
          <a:ext cx="1288800" cy="8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0"/>
          </a:graphicData>
        </a:graphic>
      </p:graphicFrame>
      <p:graphicFrame>
        <p:nvGraphicFramePr>
          <p:cNvPr id="284" name="图表 283">
            <a:extLst>
              <a:ext uri="{FF2B5EF4-FFF2-40B4-BE49-F238E27FC236}">
                <a16:creationId xmlns:a16="http://schemas.microsoft.com/office/drawing/2014/main" id="{0AB5A339-6FB4-E98B-10E1-504AAAE6E061}"/>
              </a:ext>
            </a:extLst>
          </p:cNvPr>
          <p:cNvGraphicFramePr>
            <a:graphicFrameLocks/>
          </p:cNvGraphicFramePr>
          <p:nvPr/>
        </p:nvGraphicFramePr>
        <p:xfrm>
          <a:off x="1008419" y="2304825"/>
          <a:ext cx="12780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pic>
        <p:nvPicPr>
          <p:cNvPr id="285" name="图形 284" descr="鸭子 纯色填充">
            <a:extLst>
              <a:ext uri="{FF2B5EF4-FFF2-40B4-BE49-F238E27FC236}">
                <a16:creationId xmlns:a16="http://schemas.microsoft.com/office/drawing/2014/main" id="{0B139219-A2F2-08CB-FACD-08FA88465AC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11958" t="10980" r="11787" b="10771"/>
          <a:stretch>
            <a:fillRect/>
          </a:stretch>
        </p:blipFill>
        <p:spPr>
          <a:xfrm>
            <a:off x="2863156" y="2325758"/>
            <a:ext cx="1436014" cy="715503"/>
          </a:xfrm>
          <a:prstGeom prst="rect">
            <a:avLst/>
          </a:prstGeom>
        </p:spPr>
      </p:pic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6676F996-0103-0EA5-7118-405106283C0E}"/>
              </a:ext>
            </a:extLst>
          </p:cNvPr>
          <p:cNvSpPr/>
          <p:nvPr/>
        </p:nvSpPr>
        <p:spPr>
          <a:xfrm>
            <a:off x="860641" y="3190037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FB433D67-492C-E322-F8E1-BA42778A3D6E}"/>
              </a:ext>
            </a:extLst>
          </p:cNvPr>
          <p:cNvSpPr/>
          <p:nvPr/>
        </p:nvSpPr>
        <p:spPr>
          <a:xfrm>
            <a:off x="4554857" y="3185883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BE992245-AEC2-FA1F-BA41-2CE224D14A10}"/>
              </a:ext>
            </a:extLst>
          </p:cNvPr>
          <p:cNvSpPr/>
          <p:nvPr/>
        </p:nvSpPr>
        <p:spPr>
          <a:xfrm>
            <a:off x="2726466" y="3190037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E555DDE4-D5B0-429C-FFBE-9137024FDD24}"/>
              </a:ext>
            </a:extLst>
          </p:cNvPr>
          <p:cNvSpPr txBox="1"/>
          <p:nvPr/>
        </p:nvSpPr>
        <p:spPr>
          <a:xfrm>
            <a:off x="1026586" y="3307193"/>
            <a:ext cx="1212191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Large-scale electricity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98868DEB-B2FA-36B0-B035-719674409256}"/>
              </a:ext>
            </a:extLst>
          </p:cNvPr>
          <p:cNvSpPr txBox="1"/>
          <p:nvPr/>
        </p:nvSpPr>
        <p:spPr>
          <a:xfrm>
            <a:off x="3088780" y="3307193"/>
            <a:ext cx="845103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Grid interconnector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FE9CC995-A34A-231E-26E1-C875C509222C}"/>
              </a:ext>
            </a:extLst>
          </p:cNvPr>
          <p:cNvSpPr txBox="1"/>
          <p:nvPr/>
        </p:nvSpPr>
        <p:spPr>
          <a:xfrm>
            <a:off x="4789692" y="3311053"/>
            <a:ext cx="960520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Demand-side flexibility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93" name="图表 292">
            <a:extLst>
              <a:ext uri="{FF2B5EF4-FFF2-40B4-BE49-F238E27FC236}">
                <a16:creationId xmlns:a16="http://schemas.microsoft.com/office/drawing/2014/main" id="{783A388A-8782-9A58-351F-443D9B1166D9}"/>
              </a:ext>
            </a:extLst>
          </p:cNvPr>
          <p:cNvGraphicFramePr>
            <a:graphicFrameLocks/>
          </p:cNvGraphicFramePr>
          <p:nvPr/>
        </p:nvGraphicFramePr>
        <p:xfrm>
          <a:off x="869137" y="2748385"/>
          <a:ext cx="1548000" cy="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sp>
        <p:nvSpPr>
          <p:cNvPr id="294" name="文本框 293">
            <a:extLst>
              <a:ext uri="{FF2B5EF4-FFF2-40B4-BE49-F238E27FC236}">
                <a16:creationId xmlns:a16="http://schemas.microsoft.com/office/drawing/2014/main" id="{442EF6B0-E51D-A7B2-F883-F4A8F24276F0}"/>
              </a:ext>
            </a:extLst>
          </p:cNvPr>
          <p:cNvSpPr txBox="1"/>
          <p:nvPr/>
        </p:nvSpPr>
        <p:spPr>
          <a:xfrm rot="16200000">
            <a:off x="604154" y="2631100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F2E87B39-4B62-33C6-81E1-7F39B1052F8C}"/>
              </a:ext>
            </a:extLst>
          </p:cNvPr>
          <p:cNvCxnSpPr>
            <a:cxnSpLocks/>
          </p:cNvCxnSpPr>
          <p:nvPr/>
        </p:nvCxnSpPr>
        <p:spPr>
          <a:xfrm>
            <a:off x="1004665" y="3085610"/>
            <a:ext cx="129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5071CCDF-3FC8-0162-4A78-32D69C991D66}"/>
              </a:ext>
            </a:extLst>
          </p:cNvPr>
          <p:cNvCxnSpPr>
            <a:cxnSpLocks/>
          </p:cNvCxnSpPr>
          <p:nvPr/>
        </p:nvCxnSpPr>
        <p:spPr>
          <a:xfrm rot="5400000">
            <a:off x="860665" y="3005757"/>
            <a:ext cx="28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7" name="组合 296">
            <a:extLst>
              <a:ext uri="{FF2B5EF4-FFF2-40B4-BE49-F238E27FC236}">
                <a16:creationId xmlns:a16="http://schemas.microsoft.com/office/drawing/2014/main" id="{65B3BABD-7628-8398-56B7-3B3E2B2E2EAB}"/>
              </a:ext>
            </a:extLst>
          </p:cNvPr>
          <p:cNvGrpSpPr/>
          <p:nvPr/>
        </p:nvGrpSpPr>
        <p:grpSpPr>
          <a:xfrm>
            <a:off x="905665" y="2290494"/>
            <a:ext cx="1481241" cy="564371"/>
            <a:chOff x="906916" y="685238"/>
            <a:chExt cx="1481241" cy="564371"/>
          </a:xfrm>
        </p:grpSpPr>
        <p:grpSp>
          <p:nvGrpSpPr>
            <p:cNvPr id="298" name="组合 297">
              <a:extLst>
                <a:ext uri="{FF2B5EF4-FFF2-40B4-BE49-F238E27FC236}">
                  <a16:creationId xmlns:a16="http://schemas.microsoft.com/office/drawing/2014/main" id="{08E34A35-A242-4233-0E49-0339CCFA4625}"/>
                </a:ext>
              </a:extLst>
            </p:cNvPr>
            <p:cNvGrpSpPr/>
            <p:nvPr/>
          </p:nvGrpSpPr>
          <p:grpSpPr>
            <a:xfrm>
              <a:off x="1005916" y="685238"/>
              <a:ext cx="1296000" cy="396000"/>
              <a:chOff x="1027447" y="697785"/>
              <a:chExt cx="1296000" cy="396000"/>
            </a:xfrm>
          </p:grpSpPr>
          <p:sp>
            <p:nvSpPr>
              <p:cNvPr id="302" name="任意多边形: 形状 301">
                <a:extLst>
                  <a:ext uri="{FF2B5EF4-FFF2-40B4-BE49-F238E27FC236}">
                    <a16:creationId xmlns:a16="http://schemas.microsoft.com/office/drawing/2014/main" id="{2BBDDEAF-D0C4-1C48-0FAA-4017238737BB}"/>
                  </a:ext>
                </a:extLst>
              </p:cNvPr>
              <p:cNvSpPr/>
              <p:nvPr/>
            </p:nvSpPr>
            <p:spPr>
              <a:xfrm>
                <a:off x="1027447" y="697785"/>
                <a:ext cx="1296000" cy="396000"/>
              </a:xfrm>
              <a:custGeom>
                <a:avLst/>
                <a:gdLst>
                  <a:gd name="connsiteX0" fmla="*/ 0 w 1444625"/>
                  <a:gd name="connsiteY0" fmla="*/ 0 h 527050"/>
                  <a:gd name="connsiteX1" fmla="*/ 0 w 1444625"/>
                  <a:gd name="connsiteY1" fmla="*/ 525462 h 527050"/>
                  <a:gd name="connsiteX2" fmla="*/ 1444625 w 1444625"/>
                  <a:gd name="connsiteY2" fmla="*/ 527050 h 527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4625" h="527050">
                    <a:moveTo>
                      <a:pt x="0" y="0"/>
                    </a:moveTo>
                    <a:lnTo>
                      <a:pt x="0" y="525462"/>
                    </a:lnTo>
                    <a:lnTo>
                      <a:pt x="1444625" y="527050"/>
                    </a:lnTo>
                  </a:path>
                </a:pathLst>
              </a:cu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4" name="文本框 303">
                <a:extLst>
                  <a:ext uri="{FF2B5EF4-FFF2-40B4-BE49-F238E27FC236}">
                    <a16:creationId xmlns:a16="http://schemas.microsoft.com/office/drawing/2014/main" id="{4B8B71CE-DA38-CDD7-9764-E290F26136E1}"/>
                  </a:ext>
                </a:extLst>
              </p:cNvPr>
              <p:cNvSpPr txBox="1"/>
              <p:nvPr/>
            </p:nvSpPr>
            <p:spPr>
              <a:xfrm>
                <a:off x="1281895" y="891697"/>
                <a:ext cx="615874" cy="18466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zh-CN" sz="600">
                    <a:latin typeface="Arial" panose="020B0604020202020204" pitchFamily="34" charset="0"/>
                    <a:cs typeface="Arial" panose="020B0604020202020204" pitchFamily="34" charset="0"/>
                  </a:rPr>
                  <a:t>Dunkelflaute</a:t>
                </a:r>
                <a:endParaRPr lang="en-GB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99" name="文本框 298">
              <a:extLst>
                <a:ext uri="{FF2B5EF4-FFF2-40B4-BE49-F238E27FC236}">
                  <a16:creationId xmlns:a16="http://schemas.microsoft.com/office/drawing/2014/main" id="{8C23051E-2EA3-F098-20F3-1A8FCC76523C}"/>
                </a:ext>
              </a:extLst>
            </p:cNvPr>
            <p:cNvSpPr txBox="1"/>
            <p:nvPr/>
          </p:nvSpPr>
          <p:spPr>
            <a:xfrm>
              <a:off x="906916" y="1064943"/>
              <a:ext cx="36580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Day1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0" name="文本框 299">
              <a:extLst>
                <a:ext uri="{FF2B5EF4-FFF2-40B4-BE49-F238E27FC236}">
                  <a16:creationId xmlns:a16="http://schemas.microsoft.com/office/drawing/2014/main" id="{ACFD04DB-D469-37E5-63D6-6A2E0B21CD38}"/>
                </a:ext>
              </a:extLst>
            </p:cNvPr>
            <p:cNvSpPr txBox="1"/>
            <p:nvPr/>
          </p:nvSpPr>
          <p:spPr>
            <a:xfrm>
              <a:off x="1451019" y="1064943"/>
              <a:ext cx="36580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Day7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1" name="文本框 300">
              <a:extLst>
                <a:ext uri="{FF2B5EF4-FFF2-40B4-BE49-F238E27FC236}">
                  <a16:creationId xmlns:a16="http://schemas.microsoft.com/office/drawing/2014/main" id="{C5010896-B018-21EF-EF16-A6C02494AF1A}"/>
                </a:ext>
              </a:extLst>
            </p:cNvPr>
            <p:cNvSpPr txBox="1"/>
            <p:nvPr/>
          </p:nvSpPr>
          <p:spPr>
            <a:xfrm>
              <a:off x="1979071" y="1064943"/>
              <a:ext cx="4090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Day12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78F3AF9B-E7C1-8418-BC1D-2ECE08C0C841}"/>
              </a:ext>
            </a:extLst>
          </p:cNvPr>
          <p:cNvSpPr/>
          <p:nvPr/>
        </p:nvSpPr>
        <p:spPr>
          <a:xfrm>
            <a:off x="2866480" y="2316260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801D5427-F2E3-E308-9AE5-692B53356680}"/>
              </a:ext>
            </a:extLst>
          </p:cNvPr>
          <p:cNvSpPr txBox="1"/>
          <p:nvPr/>
        </p:nvSpPr>
        <p:spPr>
          <a:xfrm>
            <a:off x="3374686" y="2996099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60A6BF34-72C4-8E2F-0D51-89DA83F565E6}"/>
              </a:ext>
            </a:extLst>
          </p:cNvPr>
          <p:cNvSpPr txBox="1"/>
          <p:nvPr/>
        </p:nvSpPr>
        <p:spPr>
          <a:xfrm>
            <a:off x="3969214" y="2996099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F51A3C5C-794F-7A0C-302D-0EAB7E9DAFB9}"/>
              </a:ext>
            </a:extLst>
          </p:cNvPr>
          <p:cNvSpPr txBox="1"/>
          <p:nvPr/>
        </p:nvSpPr>
        <p:spPr>
          <a:xfrm>
            <a:off x="3676393" y="2996099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39E87B0B-D200-4658-A9A3-091F12FAE183}"/>
              </a:ext>
            </a:extLst>
          </p:cNvPr>
          <p:cNvSpPr txBox="1"/>
          <p:nvPr/>
        </p:nvSpPr>
        <p:spPr>
          <a:xfrm>
            <a:off x="2769351" y="2997041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209B8953-DE48-49AC-541B-F1D6F36F77FA}"/>
              </a:ext>
            </a:extLst>
          </p:cNvPr>
          <p:cNvSpPr txBox="1"/>
          <p:nvPr/>
        </p:nvSpPr>
        <p:spPr>
          <a:xfrm>
            <a:off x="3094428" y="2994375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889FD965-E49B-1079-2532-EF2492FCDCFE}"/>
              </a:ext>
            </a:extLst>
          </p:cNvPr>
          <p:cNvSpPr txBox="1"/>
          <p:nvPr/>
        </p:nvSpPr>
        <p:spPr>
          <a:xfrm rot="16200000">
            <a:off x="2470218" y="2590440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12" name="图表 311">
            <a:extLst>
              <a:ext uri="{FF2B5EF4-FFF2-40B4-BE49-F238E27FC236}">
                <a16:creationId xmlns:a16="http://schemas.microsoft.com/office/drawing/2014/main" id="{6398C174-8BF9-DE9D-EDFE-4DF68627287C}"/>
              </a:ext>
            </a:extLst>
          </p:cNvPr>
          <p:cNvGraphicFramePr>
            <a:graphicFrameLocks/>
          </p:cNvGraphicFramePr>
          <p:nvPr/>
        </p:nvGraphicFramePr>
        <p:xfrm>
          <a:off x="2844832" y="2311093"/>
          <a:ext cx="1314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sp>
        <p:nvSpPr>
          <p:cNvPr id="313" name="椭圆 312">
            <a:extLst>
              <a:ext uri="{FF2B5EF4-FFF2-40B4-BE49-F238E27FC236}">
                <a16:creationId xmlns:a16="http://schemas.microsoft.com/office/drawing/2014/main" id="{648A9D09-E717-B66B-E2E1-62CC80C5482B}"/>
              </a:ext>
            </a:extLst>
          </p:cNvPr>
          <p:cNvSpPr/>
          <p:nvPr/>
        </p:nvSpPr>
        <p:spPr>
          <a:xfrm>
            <a:off x="2915842" y="2378753"/>
            <a:ext cx="36000" cy="3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82DD39F1-F623-FF5C-D7A1-A2268B9E2961}"/>
              </a:ext>
            </a:extLst>
          </p:cNvPr>
          <p:cNvSpPr txBox="1"/>
          <p:nvPr/>
        </p:nvSpPr>
        <p:spPr>
          <a:xfrm>
            <a:off x="2897770" y="2300925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2015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椭圆 314">
            <a:extLst>
              <a:ext uri="{FF2B5EF4-FFF2-40B4-BE49-F238E27FC236}">
                <a16:creationId xmlns:a16="http://schemas.microsoft.com/office/drawing/2014/main" id="{266DCC88-D7F5-7706-52D0-F846C7B967D6}"/>
              </a:ext>
            </a:extLst>
          </p:cNvPr>
          <p:cNvSpPr/>
          <p:nvPr/>
        </p:nvSpPr>
        <p:spPr>
          <a:xfrm>
            <a:off x="3219334" y="2378753"/>
            <a:ext cx="36000" cy="3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文本框 315">
            <a:extLst>
              <a:ext uri="{FF2B5EF4-FFF2-40B4-BE49-F238E27FC236}">
                <a16:creationId xmlns:a16="http://schemas.microsoft.com/office/drawing/2014/main" id="{87070F8D-9CCB-F7A5-F563-D8CED15BE619}"/>
              </a:ext>
            </a:extLst>
          </p:cNvPr>
          <p:cNvSpPr txBox="1"/>
          <p:nvPr/>
        </p:nvSpPr>
        <p:spPr>
          <a:xfrm>
            <a:off x="3201262" y="2300925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" name="椭圆 316">
            <a:extLst>
              <a:ext uri="{FF2B5EF4-FFF2-40B4-BE49-F238E27FC236}">
                <a16:creationId xmlns:a16="http://schemas.microsoft.com/office/drawing/2014/main" id="{4B4A9A1C-36F6-9421-540B-BA95A8A6828E}"/>
              </a:ext>
            </a:extLst>
          </p:cNvPr>
          <p:cNvSpPr/>
          <p:nvPr/>
        </p:nvSpPr>
        <p:spPr>
          <a:xfrm>
            <a:off x="3523202" y="2378349"/>
            <a:ext cx="36000" cy="3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E44D13D9-9A1B-5308-BBB2-00D063FF1E7A}"/>
              </a:ext>
            </a:extLst>
          </p:cNvPr>
          <p:cNvSpPr txBox="1"/>
          <p:nvPr/>
        </p:nvSpPr>
        <p:spPr>
          <a:xfrm>
            <a:off x="3503013" y="2300521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9" name="文本框 318">
            <a:extLst>
              <a:ext uri="{FF2B5EF4-FFF2-40B4-BE49-F238E27FC236}">
                <a16:creationId xmlns:a16="http://schemas.microsoft.com/office/drawing/2014/main" id="{C299D27D-9891-1DD9-3415-A87B0AE68BF1}"/>
              </a:ext>
            </a:extLst>
          </p:cNvPr>
          <p:cNvSpPr txBox="1"/>
          <p:nvPr/>
        </p:nvSpPr>
        <p:spPr>
          <a:xfrm>
            <a:off x="2897770" y="2762538"/>
            <a:ext cx="441992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0" name="直接箭头连接符 319">
            <a:extLst>
              <a:ext uri="{FF2B5EF4-FFF2-40B4-BE49-F238E27FC236}">
                <a16:creationId xmlns:a16="http://schemas.microsoft.com/office/drawing/2014/main" id="{5F700AAD-D483-23A0-59D7-652781ED1104}"/>
              </a:ext>
            </a:extLst>
          </p:cNvPr>
          <p:cNvCxnSpPr>
            <a:cxnSpLocks/>
          </p:cNvCxnSpPr>
          <p:nvPr/>
        </p:nvCxnSpPr>
        <p:spPr>
          <a:xfrm>
            <a:off x="3189582" y="2683509"/>
            <a:ext cx="132031" cy="306299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直接箭头连接符 320">
            <a:extLst>
              <a:ext uri="{FF2B5EF4-FFF2-40B4-BE49-F238E27FC236}">
                <a16:creationId xmlns:a16="http://schemas.microsoft.com/office/drawing/2014/main" id="{2E37A7CA-EC5E-ED1A-F2D1-CECDCA2DDFA1}"/>
              </a:ext>
            </a:extLst>
          </p:cNvPr>
          <p:cNvCxnSpPr>
            <a:cxnSpLocks/>
          </p:cNvCxnSpPr>
          <p:nvPr/>
        </p:nvCxnSpPr>
        <p:spPr>
          <a:xfrm flipV="1">
            <a:off x="3738398" y="2524165"/>
            <a:ext cx="218002" cy="462878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任意多边形: 形状 321">
            <a:extLst>
              <a:ext uri="{FF2B5EF4-FFF2-40B4-BE49-F238E27FC236}">
                <a16:creationId xmlns:a16="http://schemas.microsoft.com/office/drawing/2014/main" id="{853D9A5B-A173-DD6F-5C71-06D459072724}"/>
              </a:ext>
            </a:extLst>
          </p:cNvPr>
          <p:cNvSpPr/>
          <p:nvPr/>
        </p:nvSpPr>
        <p:spPr>
          <a:xfrm>
            <a:off x="4692352" y="2336762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D639532A-0657-9EDA-77BB-0848DCB11399}"/>
              </a:ext>
            </a:extLst>
          </p:cNvPr>
          <p:cNvSpPr txBox="1"/>
          <p:nvPr/>
        </p:nvSpPr>
        <p:spPr>
          <a:xfrm>
            <a:off x="5200558" y="301660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1A97BDF5-59CB-09DA-0FA8-E4F52099104C}"/>
              </a:ext>
            </a:extLst>
          </p:cNvPr>
          <p:cNvSpPr txBox="1"/>
          <p:nvPr/>
        </p:nvSpPr>
        <p:spPr>
          <a:xfrm>
            <a:off x="5795086" y="301660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11D8EDF5-17B9-F025-5B8E-30E9F497606F}"/>
              </a:ext>
            </a:extLst>
          </p:cNvPr>
          <p:cNvSpPr txBox="1"/>
          <p:nvPr/>
        </p:nvSpPr>
        <p:spPr>
          <a:xfrm>
            <a:off x="5502265" y="301660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6" name="文本框 325">
            <a:extLst>
              <a:ext uri="{FF2B5EF4-FFF2-40B4-BE49-F238E27FC236}">
                <a16:creationId xmlns:a16="http://schemas.microsoft.com/office/drawing/2014/main" id="{461605E2-F75B-880E-45A4-5E3B02C87769}"/>
              </a:ext>
            </a:extLst>
          </p:cNvPr>
          <p:cNvSpPr txBox="1"/>
          <p:nvPr/>
        </p:nvSpPr>
        <p:spPr>
          <a:xfrm>
            <a:off x="4595223" y="3017543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7F3EC69F-90F6-E511-9AA1-F144CAADA8B1}"/>
              </a:ext>
            </a:extLst>
          </p:cNvPr>
          <p:cNvSpPr txBox="1"/>
          <p:nvPr/>
        </p:nvSpPr>
        <p:spPr>
          <a:xfrm>
            <a:off x="4920300" y="3014877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509EF7ED-8886-DC7D-0255-0AA721C34E0F}"/>
              </a:ext>
            </a:extLst>
          </p:cNvPr>
          <p:cNvSpPr txBox="1"/>
          <p:nvPr/>
        </p:nvSpPr>
        <p:spPr>
          <a:xfrm rot="16200000">
            <a:off x="4296090" y="2610943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9" name="文本框 328">
            <a:extLst>
              <a:ext uri="{FF2B5EF4-FFF2-40B4-BE49-F238E27FC236}">
                <a16:creationId xmlns:a16="http://schemas.microsoft.com/office/drawing/2014/main" id="{2CB94983-C664-6455-1AD6-C178D2746E6C}"/>
              </a:ext>
            </a:extLst>
          </p:cNvPr>
          <p:cNvSpPr txBox="1"/>
          <p:nvPr/>
        </p:nvSpPr>
        <p:spPr>
          <a:xfrm>
            <a:off x="5184995" y="2567440"/>
            <a:ext cx="64953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Peak shaving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文本框 329">
            <a:extLst>
              <a:ext uri="{FF2B5EF4-FFF2-40B4-BE49-F238E27FC236}">
                <a16:creationId xmlns:a16="http://schemas.microsoft.com/office/drawing/2014/main" id="{0A874BB6-58D5-9212-0EB9-5F9BDBE22008}"/>
              </a:ext>
            </a:extLst>
          </p:cNvPr>
          <p:cNvSpPr txBox="1"/>
          <p:nvPr/>
        </p:nvSpPr>
        <p:spPr>
          <a:xfrm>
            <a:off x="1248111" y="2821838"/>
            <a:ext cx="577402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Imbalances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279AC6AF-9D63-F21D-91DD-2F7F37621A56}"/>
              </a:ext>
            </a:extLst>
          </p:cNvPr>
          <p:cNvSpPr txBox="1"/>
          <p:nvPr/>
        </p:nvSpPr>
        <p:spPr>
          <a:xfrm>
            <a:off x="786896" y="2171728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文本框 331">
            <a:extLst>
              <a:ext uri="{FF2B5EF4-FFF2-40B4-BE49-F238E27FC236}">
                <a16:creationId xmlns:a16="http://schemas.microsoft.com/office/drawing/2014/main" id="{B2CB6C16-9E0F-CA2E-0A26-DB8A7C5D6B86}"/>
              </a:ext>
            </a:extLst>
          </p:cNvPr>
          <p:cNvSpPr txBox="1"/>
          <p:nvPr/>
        </p:nvSpPr>
        <p:spPr>
          <a:xfrm>
            <a:off x="2642964" y="2168703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98ADBD3A-6AFD-5285-ADF5-70D70028B399}"/>
              </a:ext>
            </a:extLst>
          </p:cNvPr>
          <p:cNvSpPr txBox="1"/>
          <p:nvPr/>
        </p:nvSpPr>
        <p:spPr>
          <a:xfrm>
            <a:off x="4478674" y="2168703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4" name="文本框 333">
            <a:extLst>
              <a:ext uri="{FF2B5EF4-FFF2-40B4-BE49-F238E27FC236}">
                <a16:creationId xmlns:a16="http://schemas.microsoft.com/office/drawing/2014/main" id="{0A14661A-2585-7574-E956-22FCAEF573DD}"/>
              </a:ext>
            </a:extLst>
          </p:cNvPr>
          <p:cNvSpPr txBox="1"/>
          <p:nvPr/>
        </p:nvSpPr>
        <p:spPr>
          <a:xfrm>
            <a:off x="3769279" y="2707130"/>
            <a:ext cx="336484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5" name="直接连接符 334">
            <a:extLst>
              <a:ext uri="{FF2B5EF4-FFF2-40B4-BE49-F238E27FC236}">
                <a16:creationId xmlns:a16="http://schemas.microsoft.com/office/drawing/2014/main" id="{9CF943F6-61F1-4E49-3643-FD8955DEF96C}"/>
              </a:ext>
            </a:extLst>
          </p:cNvPr>
          <p:cNvCxnSpPr/>
          <p:nvPr/>
        </p:nvCxnSpPr>
        <p:spPr>
          <a:xfrm>
            <a:off x="4693068" y="2563696"/>
            <a:ext cx="12816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7B782A01-65C8-7A61-E843-CD21B6AE44BA}"/>
              </a:ext>
            </a:extLst>
          </p:cNvPr>
          <p:cNvCxnSpPr>
            <a:cxnSpLocks/>
          </p:cNvCxnSpPr>
          <p:nvPr/>
        </p:nvCxnSpPr>
        <p:spPr>
          <a:xfrm rot="5400000">
            <a:off x="5557971" y="8042283"/>
            <a:ext cx="540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99344BFD-2F0F-E11E-75C6-C8D6D67AFDD0}"/>
              </a:ext>
            </a:extLst>
          </p:cNvPr>
          <p:cNvSpPr/>
          <p:nvPr/>
        </p:nvSpPr>
        <p:spPr>
          <a:xfrm flipV="1">
            <a:off x="861892" y="7443906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60C998FD-7344-63D7-D535-9CC98826AB6C}"/>
              </a:ext>
            </a:extLst>
          </p:cNvPr>
          <p:cNvSpPr/>
          <p:nvPr/>
        </p:nvSpPr>
        <p:spPr>
          <a:xfrm flipV="1">
            <a:off x="2727717" y="7441729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1E570B7D-547B-D013-3AA2-336EC79F5A34}"/>
              </a:ext>
            </a:extLst>
          </p:cNvPr>
          <p:cNvSpPr/>
          <p:nvPr/>
        </p:nvSpPr>
        <p:spPr>
          <a:xfrm flipV="1">
            <a:off x="4556108" y="7443061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E8A36CAC-A568-7FC5-2298-4E7BFA983B33}"/>
              </a:ext>
            </a:extLst>
          </p:cNvPr>
          <p:cNvSpPr txBox="1"/>
          <p:nvPr/>
        </p:nvSpPr>
        <p:spPr>
          <a:xfrm>
            <a:off x="1158150" y="7169172"/>
            <a:ext cx="843501" cy="18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Power-to-hydrogen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3669DB92-B629-5761-77D6-F7F136D69109}"/>
              </a:ext>
            </a:extLst>
          </p:cNvPr>
          <p:cNvSpPr txBox="1"/>
          <p:nvPr/>
        </p:nvSpPr>
        <p:spPr>
          <a:xfrm>
            <a:off x="2918593" y="7174189"/>
            <a:ext cx="1050289" cy="18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Combine heat and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C59CBF9D-2863-85D8-E900-8E2B559AD992}"/>
              </a:ext>
            </a:extLst>
          </p:cNvPr>
          <p:cNvSpPr txBox="1"/>
          <p:nvPr/>
        </p:nvSpPr>
        <p:spPr>
          <a:xfrm>
            <a:off x="4886314" y="7169172"/>
            <a:ext cx="769763" cy="18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 err="1">
                <a:latin typeface="Arial" panose="020B0604020202020204" pitchFamily="34" charset="0"/>
                <a:cs typeface="Arial" panose="020B0604020202020204" pitchFamily="34" charset="0"/>
              </a:rPr>
              <a:t>Linkpack</a:t>
            </a: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8" name="任意多边形: 形状 397">
            <a:extLst>
              <a:ext uri="{FF2B5EF4-FFF2-40B4-BE49-F238E27FC236}">
                <a16:creationId xmlns:a16="http://schemas.microsoft.com/office/drawing/2014/main" id="{607CB481-B5D6-5828-EA45-800C3EDF197D}"/>
              </a:ext>
            </a:extLst>
          </p:cNvPr>
          <p:cNvSpPr/>
          <p:nvPr/>
        </p:nvSpPr>
        <p:spPr>
          <a:xfrm>
            <a:off x="1006464" y="7594600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824726E7-A1A7-8BB4-1A7D-0EA0807C0FD3}"/>
              </a:ext>
            </a:extLst>
          </p:cNvPr>
          <p:cNvSpPr txBox="1"/>
          <p:nvPr/>
        </p:nvSpPr>
        <p:spPr>
          <a:xfrm>
            <a:off x="1826764" y="8274439"/>
            <a:ext cx="5693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Time (sec.)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FD5C151D-0C23-90E8-DDBD-2E5721AEF4FC}"/>
              </a:ext>
            </a:extLst>
          </p:cNvPr>
          <p:cNvSpPr txBox="1"/>
          <p:nvPr/>
        </p:nvSpPr>
        <p:spPr>
          <a:xfrm rot="16200000">
            <a:off x="555702" y="7865606"/>
            <a:ext cx="71686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Frequency (Hz)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679FE02D-F357-AAC7-8B68-74E842B20A9D}"/>
              </a:ext>
            </a:extLst>
          </p:cNvPr>
          <p:cNvSpPr txBox="1"/>
          <p:nvPr/>
        </p:nvSpPr>
        <p:spPr>
          <a:xfrm>
            <a:off x="1009670" y="7491087"/>
            <a:ext cx="92204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Instant of disturbance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2" name="文本框 401">
            <a:extLst>
              <a:ext uri="{FF2B5EF4-FFF2-40B4-BE49-F238E27FC236}">
                <a16:creationId xmlns:a16="http://schemas.microsoft.com/office/drawing/2014/main" id="{5D09260C-1E7E-2815-3DFE-2422581DCE93}"/>
              </a:ext>
            </a:extLst>
          </p:cNvPr>
          <p:cNvSpPr txBox="1"/>
          <p:nvPr/>
        </p:nvSpPr>
        <p:spPr>
          <a:xfrm>
            <a:off x="792501" y="7448309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3" name="组合 402">
            <a:extLst>
              <a:ext uri="{FF2B5EF4-FFF2-40B4-BE49-F238E27FC236}">
                <a16:creationId xmlns:a16="http://schemas.microsoft.com/office/drawing/2014/main" id="{A3A42354-3390-CA60-C573-92B849091C7E}"/>
              </a:ext>
            </a:extLst>
          </p:cNvPr>
          <p:cNvGrpSpPr/>
          <p:nvPr/>
        </p:nvGrpSpPr>
        <p:grpSpPr>
          <a:xfrm>
            <a:off x="1008525" y="7766882"/>
            <a:ext cx="1232733" cy="225173"/>
            <a:chOff x="972810" y="6588911"/>
            <a:chExt cx="1232733" cy="225173"/>
          </a:xfrm>
        </p:grpSpPr>
        <p:sp>
          <p:nvSpPr>
            <p:cNvPr id="404" name="任意多边形: 形状 403">
              <a:extLst>
                <a:ext uri="{FF2B5EF4-FFF2-40B4-BE49-F238E27FC236}">
                  <a16:creationId xmlns:a16="http://schemas.microsoft.com/office/drawing/2014/main" id="{2535185E-A7F6-831A-D30D-633A7F61ECEA}"/>
                </a:ext>
              </a:extLst>
            </p:cNvPr>
            <p:cNvSpPr/>
            <p:nvPr/>
          </p:nvSpPr>
          <p:spPr>
            <a:xfrm>
              <a:off x="1161257" y="6588911"/>
              <a:ext cx="523875" cy="225173"/>
            </a:xfrm>
            <a:custGeom>
              <a:avLst/>
              <a:gdLst>
                <a:gd name="connsiteX0" fmla="*/ 0 w 523875"/>
                <a:gd name="connsiteY0" fmla="*/ 0 h 233967"/>
                <a:gd name="connsiteX1" fmla="*/ 164306 w 523875"/>
                <a:gd name="connsiteY1" fmla="*/ 230981 h 233967"/>
                <a:gd name="connsiteX2" fmla="*/ 364331 w 523875"/>
                <a:gd name="connsiteY2" fmla="*/ 133350 h 233967"/>
                <a:gd name="connsiteX3" fmla="*/ 473869 w 523875"/>
                <a:gd name="connsiteY3" fmla="*/ 164306 h 233967"/>
                <a:gd name="connsiteX4" fmla="*/ 523875 w 523875"/>
                <a:gd name="connsiteY4" fmla="*/ 150019 h 233967"/>
                <a:gd name="connsiteX0" fmla="*/ 0 w 523875"/>
                <a:gd name="connsiteY0" fmla="*/ 0 h 229304"/>
                <a:gd name="connsiteX1" fmla="*/ 135731 w 523875"/>
                <a:gd name="connsiteY1" fmla="*/ 226219 h 229304"/>
                <a:gd name="connsiteX2" fmla="*/ 364331 w 523875"/>
                <a:gd name="connsiteY2" fmla="*/ 133350 h 229304"/>
                <a:gd name="connsiteX3" fmla="*/ 473869 w 523875"/>
                <a:gd name="connsiteY3" fmla="*/ 164306 h 229304"/>
                <a:gd name="connsiteX4" fmla="*/ 523875 w 523875"/>
                <a:gd name="connsiteY4" fmla="*/ 150019 h 229304"/>
                <a:gd name="connsiteX0" fmla="*/ 0 w 523875"/>
                <a:gd name="connsiteY0" fmla="*/ 0 h 231635"/>
                <a:gd name="connsiteX1" fmla="*/ 145256 w 523875"/>
                <a:gd name="connsiteY1" fmla="*/ 228600 h 231635"/>
                <a:gd name="connsiteX2" fmla="*/ 364331 w 523875"/>
                <a:gd name="connsiteY2" fmla="*/ 133350 h 231635"/>
                <a:gd name="connsiteX3" fmla="*/ 473869 w 523875"/>
                <a:gd name="connsiteY3" fmla="*/ 164306 h 231635"/>
                <a:gd name="connsiteX4" fmla="*/ 523875 w 523875"/>
                <a:gd name="connsiteY4" fmla="*/ 150019 h 231635"/>
                <a:gd name="connsiteX0" fmla="*/ 0 w 523875"/>
                <a:gd name="connsiteY0" fmla="*/ 0 h 224647"/>
                <a:gd name="connsiteX1" fmla="*/ 147637 w 523875"/>
                <a:gd name="connsiteY1" fmla="*/ 221456 h 224647"/>
                <a:gd name="connsiteX2" fmla="*/ 364331 w 523875"/>
                <a:gd name="connsiteY2" fmla="*/ 133350 h 224647"/>
                <a:gd name="connsiteX3" fmla="*/ 473869 w 523875"/>
                <a:gd name="connsiteY3" fmla="*/ 164306 h 224647"/>
                <a:gd name="connsiteX4" fmla="*/ 523875 w 523875"/>
                <a:gd name="connsiteY4" fmla="*/ 150019 h 224647"/>
                <a:gd name="connsiteX0" fmla="*/ 0 w 523875"/>
                <a:gd name="connsiteY0" fmla="*/ 0 h 225161"/>
                <a:gd name="connsiteX1" fmla="*/ 147637 w 523875"/>
                <a:gd name="connsiteY1" fmla="*/ 221456 h 225161"/>
                <a:gd name="connsiteX2" fmla="*/ 345281 w 523875"/>
                <a:gd name="connsiteY2" fmla="*/ 140494 h 225161"/>
                <a:gd name="connsiteX3" fmla="*/ 473869 w 523875"/>
                <a:gd name="connsiteY3" fmla="*/ 164306 h 225161"/>
                <a:gd name="connsiteX4" fmla="*/ 523875 w 523875"/>
                <a:gd name="connsiteY4" fmla="*/ 150019 h 225161"/>
                <a:gd name="connsiteX0" fmla="*/ 0 w 523875"/>
                <a:gd name="connsiteY0" fmla="*/ 0 h 225136"/>
                <a:gd name="connsiteX1" fmla="*/ 147637 w 523875"/>
                <a:gd name="connsiteY1" fmla="*/ 221456 h 225136"/>
                <a:gd name="connsiteX2" fmla="*/ 345281 w 523875"/>
                <a:gd name="connsiteY2" fmla="*/ 140494 h 225136"/>
                <a:gd name="connsiteX3" fmla="*/ 483394 w 523875"/>
                <a:gd name="connsiteY3" fmla="*/ 169069 h 225136"/>
                <a:gd name="connsiteX4" fmla="*/ 523875 w 523875"/>
                <a:gd name="connsiteY4" fmla="*/ 150019 h 225136"/>
                <a:gd name="connsiteX0" fmla="*/ 0 w 523875"/>
                <a:gd name="connsiteY0" fmla="*/ 0 h 225173"/>
                <a:gd name="connsiteX1" fmla="*/ 147637 w 523875"/>
                <a:gd name="connsiteY1" fmla="*/ 221456 h 225173"/>
                <a:gd name="connsiteX2" fmla="*/ 345281 w 523875"/>
                <a:gd name="connsiteY2" fmla="*/ 140494 h 225173"/>
                <a:gd name="connsiteX3" fmla="*/ 476250 w 523875"/>
                <a:gd name="connsiteY3" fmla="*/ 161925 h 225173"/>
                <a:gd name="connsiteX4" fmla="*/ 523875 w 523875"/>
                <a:gd name="connsiteY4" fmla="*/ 150019 h 2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5" h="225173">
                  <a:moveTo>
                    <a:pt x="0" y="0"/>
                  </a:moveTo>
                  <a:cubicBezTo>
                    <a:pt x="51792" y="104378"/>
                    <a:pt x="90090" y="198040"/>
                    <a:pt x="147637" y="221456"/>
                  </a:cubicBezTo>
                  <a:cubicBezTo>
                    <a:pt x="205184" y="244872"/>
                    <a:pt x="290512" y="150416"/>
                    <a:pt x="345281" y="140494"/>
                  </a:cubicBezTo>
                  <a:cubicBezTo>
                    <a:pt x="400050" y="130572"/>
                    <a:pt x="449659" y="159147"/>
                    <a:pt x="476250" y="161925"/>
                  </a:cubicBezTo>
                  <a:cubicBezTo>
                    <a:pt x="502841" y="164703"/>
                    <a:pt x="512167" y="158551"/>
                    <a:pt x="523875" y="150019"/>
                  </a:cubicBezTo>
                </a:path>
              </a:pathLst>
            </a:cu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5" name="直接连接符 404">
              <a:extLst>
                <a:ext uri="{FF2B5EF4-FFF2-40B4-BE49-F238E27FC236}">
                  <a16:creationId xmlns:a16="http://schemas.microsoft.com/office/drawing/2014/main" id="{0C6BC39C-46D1-FF8A-AF36-18449339CF0C}"/>
                </a:ext>
              </a:extLst>
            </p:cNvPr>
            <p:cNvCxnSpPr>
              <a:cxnSpLocks/>
            </p:cNvCxnSpPr>
            <p:nvPr/>
          </p:nvCxnSpPr>
          <p:spPr>
            <a:xfrm>
              <a:off x="972810" y="6588911"/>
              <a:ext cx="186859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44C80BF7-B04A-8784-5F5C-F160A00FBD3F}"/>
                </a:ext>
              </a:extLst>
            </p:cNvPr>
            <p:cNvCxnSpPr>
              <a:cxnSpLocks/>
            </p:cNvCxnSpPr>
            <p:nvPr/>
          </p:nvCxnSpPr>
          <p:spPr>
            <a:xfrm>
              <a:off x="1683543" y="6739723"/>
              <a:ext cx="522000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7" name="组合 406">
            <a:extLst>
              <a:ext uri="{FF2B5EF4-FFF2-40B4-BE49-F238E27FC236}">
                <a16:creationId xmlns:a16="http://schemas.microsoft.com/office/drawing/2014/main" id="{7D52FBF4-B50B-B3D8-5E70-021804E11146}"/>
              </a:ext>
            </a:extLst>
          </p:cNvPr>
          <p:cNvGrpSpPr/>
          <p:nvPr/>
        </p:nvGrpSpPr>
        <p:grpSpPr>
          <a:xfrm>
            <a:off x="1008528" y="7764496"/>
            <a:ext cx="1232428" cy="355160"/>
            <a:chOff x="972810" y="6422217"/>
            <a:chExt cx="1232428" cy="355160"/>
          </a:xfrm>
        </p:grpSpPr>
        <p:sp>
          <p:nvSpPr>
            <p:cNvPr id="408" name="任意多边形: 形状 407">
              <a:extLst>
                <a:ext uri="{FF2B5EF4-FFF2-40B4-BE49-F238E27FC236}">
                  <a16:creationId xmlns:a16="http://schemas.microsoft.com/office/drawing/2014/main" id="{A5342926-99A4-19AD-BD92-ADF6D2A65D31}"/>
                </a:ext>
              </a:extLst>
            </p:cNvPr>
            <p:cNvSpPr/>
            <p:nvPr/>
          </p:nvSpPr>
          <p:spPr>
            <a:xfrm>
              <a:off x="1162050" y="6422217"/>
              <a:ext cx="611981" cy="355160"/>
            </a:xfrm>
            <a:custGeom>
              <a:avLst/>
              <a:gdLst>
                <a:gd name="connsiteX0" fmla="*/ 0 w 611981"/>
                <a:gd name="connsiteY0" fmla="*/ 0 h 355160"/>
                <a:gd name="connsiteX1" fmla="*/ 80963 w 611981"/>
                <a:gd name="connsiteY1" fmla="*/ 354806 h 355160"/>
                <a:gd name="connsiteX2" fmla="*/ 207169 w 611981"/>
                <a:gd name="connsiteY2" fmla="*/ 69056 h 355160"/>
                <a:gd name="connsiteX3" fmla="*/ 330994 w 611981"/>
                <a:gd name="connsiteY3" fmla="*/ 207169 h 355160"/>
                <a:gd name="connsiteX4" fmla="*/ 461963 w 611981"/>
                <a:gd name="connsiteY4" fmla="*/ 128588 h 355160"/>
                <a:gd name="connsiteX5" fmla="*/ 564356 w 611981"/>
                <a:gd name="connsiteY5" fmla="*/ 169069 h 355160"/>
                <a:gd name="connsiteX6" fmla="*/ 611981 w 611981"/>
                <a:gd name="connsiteY6" fmla="*/ 152400 h 35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1981" h="355160">
                  <a:moveTo>
                    <a:pt x="0" y="0"/>
                  </a:moveTo>
                  <a:cubicBezTo>
                    <a:pt x="23217" y="171648"/>
                    <a:pt x="46435" y="343297"/>
                    <a:pt x="80963" y="354806"/>
                  </a:cubicBezTo>
                  <a:cubicBezTo>
                    <a:pt x="115491" y="366315"/>
                    <a:pt x="165497" y="93662"/>
                    <a:pt x="207169" y="69056"/>
                  </a:cubicBezTo>
                  <a:cubicBezTo>
                    <a:pt x="248841" y="44450"/>
                    <a:pt x="288528" y="197247"/>
                    <a:pt x="330994" y="207169"/>
                  </a:cubicBezTo>
                  <a:cubicBezTo>
                    <a:pt x="373460" y="217091"/>
                    <a:pt x="423069" y="134938"/>
                    <a:pt x="461963" y="128588"/>
                  </a:cubicBezTo>
                  <a:cubicBezTo>
                    <a:pt x="500857" y="122238"/>
                    <a:pt x="539353" y="165100"/>
                    <a:pt x="564356" y="169069"/>
                  </a:cubicBezTo>
                  <a:cubicBezTo>
                    <a:pt x="589359" y="173038"/>
                    <a:pt x="600670" y="162719"/>
                    <a:pt x="611981" y="152400"/>
                  </a:cubicBezTo>
                </a:path>
              </a:pathLst>
            </a:custGeom>
            <a:noFill/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3964D3BA-13EE-8DB1-C7EF-8B5D41E253CA}"/>
                </a:ext>
              </a:extLst>
            </p:cNvPr>
            <p:cNvCxnSpPr>
              <a:cxnSpLocks/>
            </p:cNvCxnSpPr>
            <p:nvPr/>
          </p:nvCxnSpPr>
          <p:spPr>
            <a:xfrm>
              <a:off x="972810" y="6424598"/>
              <a:ext cx="186859" cy="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BE4EE448-906E-03BD-8657-9761F96CA7E2}"/>
                </a:ext>
              </a:extLst>
            </p:cNvPr>
            <p:cNvCxnSpPr>
              <a:cxnSpLocks/>
            </p:cNvCxnSpPr>
            <p:nvPr/>
          </p:nvCxnSpPr>
          <p:spPr>
            <a:xfrm>
              <a:off x="1773238" y="6576199"/>
              <a:ext cx="432000" cy="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1" name="直接箭头连接符 101">
            <a:extLst>
              <a:ext uri="{FF2B5EF4-FFF2-40B4-BE49-F238E27FC236}">
                <a16:creationId xmlns:a16="http://schemas.microsoft.com/office/drawing/2014/main" id="{19434B2A-0DBD-5264-3AAF-65312A267759}"/>
              </a:ext>
            </a:extLst>
          </p:cNvPr>
          <p:cNvCxnSpPr>
            <a:cxnSpLocks/>
          </p:cNvCxnSpPr>
          <p:nvPr/>
        </p:nvCxnSpPr>
        <p:spPr>
          <a:xfrm>
            <a:off x="1194841" y="7640909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直接连接符 411">
            <a:extLst>
              <a:ext uri="{FF2B5EF4-FFF2-40B4-BE49-F238E27FC236}">
                <a16:creationId xmlns:a16="http://schemas.microsoft.com/office/drawing/2014/main" id="{910D49A4-DAE0-9D6E-6C93-E7DBD1F73F54}"/>
              </a:ext>
            </a:extLst>
          </p:cNvPr>
          <p:cNvCxnSpPr>
            <a:cxnSpLocks/>
          </p:cNvCxnSpPr>
          <p:nvPr/>
        </p:nvCxnSpPr>
        <p:spPr>
          <a:xfrm>
            <a:off x="1194841" y="7765293"/>
            <a:ext cx="71984" cy="507171"/>
          </a:xfrm>
          <a:prstGeom prst="line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直接连接符 412">
            <a:extLst>
              <a:ext uri="{FF2B5EF4-FFF2-40B4-BE49-F238E27FC236}">
                <a16:creationId xmlns:a16="http://schemas.microsoft.com/office/drawing/2014/main" id="{82423125-172C-6A5D-2E9B-D1E66CD47BAF}"/>
              </a:ext>
            </a:extLst>
          </p:cNvPr>
          <p:cNvCxnSpPr>
            <a:cxnSpLocks/>
          </p:cNvCxnSpPr>
          <p:nvPr/>
        </p:nvCxnSpPr>
        <p:spPr>
          <a:xfrm>
            <a:off x="1194307" y="7764642"/>
            <a:ext cx="201615" cy="433197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直接连接符 413">
            <a:extLst>
              <a:ext uri="{FF2B5EF4-FFF2-40B4-BE49-F238E27FC236}">
                <a16:creationId xmlns:a16="http://schemas.microsoft.com/office/drawing/2014/main" id="{9EC3B092-35A8-CD8A-A3B9-F2F6416CD2CD}"/>
              </a:ext>
            </a:extLst>
          </p:cNvPr>
          <p:cNvCxnSpPr>
            <a:cxnSpLocks/>
          </p:cNvCxnSpPr>
          <p:nvPr/>
        </p:nvCxnSpPr>
        <p:spPr>
          <a:xfrm>
            <a:off x="1342230" y="7992039"/>
            <a:ext cx="414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直接连接符 414">
            <a:extLst>
              <a:ext uri="{FF2B5EF4-FFF2-40B4-BE49-F238E27FC236}">
                <a16:creationId xmlns:a16="http://schemas.microsoft.com/office/drawing/2014/main" id="{A6E9FFED-CA52-4375-1655-C5505D3603A2}"/>
              </a:ext>
            </a:extLst>
          </p:cNvPr>
          <p:cNvCxnSpPr>
            <a:cxnSpLocks/>
          </p:cNvCxnSpPr>
          <p:nvPr/>
        </p:nvCxnSpPr>
        <p:spPr>
          <a:xfrm>
            <a:off x="1278034" y="8119036"/>
            <a:ext cx="468000" cy="0"/>
          </a:xfrm>
          <a:prstGeom prst="line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弧形 415">
            <a:extLst>
              <a:ext uri="{FF2B5EF4-FFF2-40B4-BE49-F238E27FC236}">
                <a16:creationId xmlns:a16="http://schemas.microsoft.com/office/drawing/2014/main" id="{CCB61ED3-B13E-06C4-73DE-7BA0BD004B98}"/>
              </a:ext>
            </a:extLst>
          </p:cNvPr>
          <p:cNvSpPr/>
          <p:nvPr/>
        </p:nvSpPr>
        <p:spPr>
          <a:xfrm rot="5400000">
            <a:off x="1213518" y="8107017"/>
            <a:ext cx="141270" cy="216781"/>
          </a:xfrm>
          <a:prstGeom prst="arc">
            <a:avLst/>
          </a:prstGeom>
          <a:ln w="6350">
            <a:solidFill>
              <a:schemeClr val="tx1"/>
            </a:solidFill>
            <a:headEnd type="none" w="med" len="med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17" name="直接箭头连接符 101">
            <a:extLst>
              <a:ext uri="{FF2B5EF4-FFF2-40B4-BE49-F238E27FC236}">
                <a16:creationId xmlns:a16="http://schemas.microsoft.com/office/drawing/2014/main" id="{879FB5A5-F925-ED24-BB64-5AAD2FA3911C}"/>
              </a:ext>
            </a:extLst>
          </p:cNvPr>
          <p:cNvCxnSpPr>
            <a:cxnSpLocks/>
          </p:cNvCxnSpPr>
          <p:nvPr/>
        </p:nvCxnSpPr>
        <p:spPr>
          <a:xfrm>
            <a:off x="1644965" y="8002332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文本框 417">
            <a:extLst>
              <a:ext uri="{FF2B5EF4-FFF2-40B4-BE49-F238E27FC236}">
                <a16:creationId xmlns:a16="http://schemas.microsoft.com/office/drawing/2014/main" id="{E8DDE6FE-F5EC-1088-8DF1-37911EEBB63A}"/>
              </a:ext>
            </a:extLst>
          </p:cNvPr>
          <p:cNvSpPr txBox="1"/>
          <p:nvPr/>
        </p:nvSpPr>
        <p:spPr>
          <a:xfrm>
            <a:off x="1648843" y="7960823"/>
            <a:ext cx="68480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Nadir increase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83DE2E54-DF53-325D-B9BF-7632BBDE6464}"/>
              </a:ext>
            </a:extLst>
          </p:cNvPr>
          <p:cNvSpPr txBox="1"/>
          <p:nvPr/>
        </p:nvSpPr>
        <p:spPr>
          <a:xfrm>
            <a:off x="1352136" y="8155669"/>
            <a:ext cx="77617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ROCOF increase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0" name="任意多边形: 形状 419">
            <a:extLst>
              <a:ext uri="{FF2B5EF4-FFF2-40B4-BE49-F238E27FC236}">
                <a16:creationId xmlns:a16="http://schemas.microsoft.com/office/drawing/2014/main" id="{7FE5CFFD-0B4B-CFCB-4960-168EE26AD8E5}"/>
              </a:ext>
            </a:extLst>
          </p:cNvPr>
          <p:cNvSpPr/>
          <p:nvPr/>
        </p:nvSpPr>
        <p:spPr>
          <a:xfrm>
            <a:off x="2869543" y="7594600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1" name="文本框 420">
            <a:extLst>
              <a:ext uri="{FF2B5EF4-FFF2-40B4-BE49-F238E27FC236}">
                <a16:creationId xmlns:a16="http://schemas.microsoft.com/office/drawing/2014/main" id="{9028485B-0C93-9461-62E8-FC9C55753030}"/>
              </a:ext>
            </a:extLst>
          </p:cNvPr>
          <p:cNvSpPr txBox="1"/>
          <p:nvPr/>
        </p:nvSpPr>
        <p:spPr>
          <a:xfrm>
            <a:off x="3689843" y="8274439"/>
            <a:ext cx="5693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Time (sec.)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2" name="文本框 421">
            <a:extLst>
              <a:ext uri="{FF2B5EF4-FFF2-40B4-BE49-F238E27FC236}">
                <a16:creationId xmlns:a16="http://schemas.microsoft.com/office/drawing/2014/main" id="{3EB7CE69-CD4B-1FEF-2382-DBEC4D1D5053}"/>
              </a:ext>
            </a:extLst>
          </p:cNvPr>
          <p:cNvSpPr txBox="1"/>
          <p:nvPr/>
        </p:nvSpPr>
        <p:spPr>
          <a:xfrm rot="16200000">
            <a:off x="2450844" y="7867191"/>
            <a:ext cx="65274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Voltage (Volt)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3" name="直接连接符 422">
            <a:extLst>
              <a:ext uri="{FF2B5EF4-FFF2-40B4-BE49-F238E27FC236}">
                <a16:creationId xmlns:a16="http://schemas.microsoft.com/office/drawing/2014/main" id="{310220A0-8EC7-8EF8-8436-951B94E0FDEA}"/>
              </a:ext>
            </a:extLst>
          </p:cNvPr>
          <p:cNvCxnSpPr>
            <a:cxnSpLocks/>
          </p:cNvCxnSpPr>
          <p:nvPr/>
        </p:nvCxnSpPr>
        <p:spPr>
          <a:xfrm>
            <a:off x="2869757" y="7810532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直接连接符 423">
            <a:extLst>
              <a:ext uri="{FF2B5EF4-FFF2-40B4-BE49-F238E27FC236}">
                <a16:creationId xmlns:a16="http://schemas.microsoft.com/office/drawing/2014/main" id="{8327842C-7B0B-305D-FBA1-02A5B4D08589}"/>
              </a:ext>
            </a:extLst>
          </p:cNvPr>
          <p:cNvCxnSpPr>
            <a:cxnSpLocks/>
          </p:cNvCxnSpPr>
          <p:nvPr/>
        </p:nvCxnSpPr>
        <p:spPr>
          <a:xfrm>
            <a:off x="2871717" y="8097312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文本框 424">
            <a:extLst>
              <a:ext uri="{FF2B5EF4-FFF2-40B4-BE49-F238E27FC236}">
                <a16:creationId xmlns:a16="http://schemas.microsoft.com/office/drawing/2014/main" id="{E03DD176-4262-DB13-3C26-FD2F9C2BB92B}"/>
              </a:ext>
            </a:extLst>
          </p:cNvPr>
          <p:cNvSpPr txBox="1"/>
          <p:nvPr/>
        </p:nvSpPr>
        <p:spPr>
          <a:xfrm>
            <a:off x="3858629" y="7863726"/>
            <a:ext cx="43473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4B12D2CF-750C-D118-1059-F939A539A17F}"/>
              </a:ext>
            </a:extLst>
          </p:cNvPr>
          <p:cNvSpPr txBox="1"/>
          <p:nvPr/>
        </p:nvSpPr>
        <p:spPr>
          <a:xfrm>
            <a:off x="2664098" y="7443846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B9A68B6B-771B-6B93-A3B8-7C48768196CD}"/>
              </a:ext>
            </a:extLst>
          </p:cNvPr>
          <p:cNvCxnSpPr>
            <a:cxnSpLocks/>
          </p:cNvCxnSpPr>
          <p:nvPr/>
        </p:nvCxnSpPr>
        <p:spPr>
          <a:xfrm>
            <a:off x="2870966" y="7955529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文本框 427">
            <a:extLst>
              <a:ext uri="{FF2B5EF4-FFF2-40B4-BE49-F238E27FC236}">
                <a16:creationId xmlns:a16="http://schemas.microsoft.com/office/drawing/2014/main" id="{D7E8391A-3C52-55EE-3271-1D9DE92914CF}"/>
              </a:ext>
            </a:extLst>
          </p:cNvPr>
          <p:cNvSpPr txBox="1"/>
          <p:nvPr/>
        </p:nvSpPr>
        <p:spPr>
          <a:xfrm>
            <a:off x="3881630" y="7715736"/>
            <a:ext cx="385042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+15%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1904C8BD-0E3A-97A1-735C-BD01DEFA292D}"/>
              </a:ext>
            </a:extLst>
          </p:cNvPr>
          <p:cNvSpPr txBox="1"/>
          <p:nvPr/>
        </p:nvSpPr>
        <p:spPr>
          <a:xfrm>
            <a:off x="2807962" y="8132376"/>
            <a:ext cx="646331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Undervoltage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" name="文本框 429">
            <a:extLst>
              <a:ext uri="{FF2B5EF4-FFF2-40B4-BE49-F238E27FC236}">
                <a16:creationId xmlns:a16="http://schemas.microsoft.com/office/drawing/2014/main" id="{CFEF1D2F-95CD-EA2E-EC8D-F7AD9F6A46D7}"/>
              </a:ext>
            </a:extLst>
          </p:cNvPr>
          <p:cNvSpPr txBox="1"/>
          <p:nvPr/>
        </p:nvSpPr>
        <p:spPr>
          <a:xfrm>
            <a:off x="3673961" y="7527815"/>
            <a:ext cx="39946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Peaks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1" name="文本框 430">
            <a:extLst>
              <a:ext uri="{FF2B5EF4-FFF2-40B4-BE49-F238E27FC236}">
                <a16:creationId xmlns:a16="http://schemas.microsoft.com/office/drawing/2014/main" id="{5630373F-6641-797C-B28F-74D9B529C923}"/>
              </a:ext>
            </a:extLst>
          </p:cNvPr>
          <p:cNvSpPr txBox="1"/>
          <p:nvPr/>
        </p:nvSpPr>
        <p:spPr>
          <a:xfrm>
            <a:off x="3891416" y="7996170"/>
            <a:ext cx="36580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-15%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2" name="任意多边形: 形状 431">
            <a:extLst>
              <a:ext uri="{FF2B5EF4-FFF2-40B4-BE49-F238E27FC236}">
                <a16:creationId xmlns:a16="http://schemas.microsoft.com/office/drawing/2014/main" id="{73C6B900-10A7-94B1-0AE5-A33028BEFA3B}"/>
              </a:ext>
            </a:extLst>
          </p:cNvPr>
          <p:cNvSpPr/>
          <p:nvPr/>
        </p:nvSpPr>
        <p:spPr>
          <a:xfrm>
            <a:off x="2870379" y="7636876"/>
            <a:ext cx="1062000" cy="520700"/>
          </a:xfrm>
          <a:custGeom>
            <a:avLst/>
            <a:gdLst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20725 w 1073150"/>
              <a:gd name="connsiteY8" fmla="*/ 323850 h 520700"/>
              <a:gd name="connsiteX9" fmla="*/ 806450 w 1073150"/>
              <a:gd name="connsiteY9" fmla="*/ 323850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06450 w 1073150"/>
              <a:gd name="connsiteY9" fmla="*/ 323850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08038 w 1073150"/>
              <a:gd name="connsiteY9" fmla="*/ 319088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12800 w 1073150"/>
              <a:gd name="connsiteY9" fmla="*/ 320676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12800 w 1073150"/>
              <a:gd name="connsiteY9" fmla="*/ 320676 h 520700"/>
              <a:gd name="connsiteX10" fmla="*/ 866775 w 1073150"/>
              <a:gd name="connsiteY10" fmla="*/ 0 h 520700"/>
              <a:gd name="connsiteX11" fmla="*/ 925512 w 1073150"/>
              <a:gd name="connsiteY11" fmla="*/ 319088 h 520700"/>
              <a:gd name="connsiteX12" fmla="*/ 1073150 w 1073150"/>
              <a:gd name="connsiteY12" fmla="*/ 323850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20676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15914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09563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09625 w 1074738"/>
              <a:gd name="connsiteY9" fmla="*/ 306390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1213 w 1074738"/>
              <a:gd name="connsiteY9" fmla="*/ 315915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1213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2265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74738" h="520700">
                <a:moveTo>
                  <a:pt x="0" y="320675"/>
                </a:moveTo>
                <a:lnTo>
                  <a:pt x="119062" y="320675"/>
                </a:lnTo>
                <a:lnTo>
                  <a:pt x="184150" y="520700"/>
                </a:lnTo>
                <a:lnTo>
                  <a:pt x="301625" y="520700"/>
                </a:lnTo>
                <a:lnTo>
                  <a:pt x="374650" y="319087"/>
                </a:lnTo>
                <a:lnTo>
                  <a:pt x="463550" y="319087"/>
                </a:lnTo>
                <a:lnTo>
                  <a:pt x="528637" y="119062"/>
                </a:lnTo>
                <a:lnTo>
                  <a:pt x="660400" y="119062"/>
                </a:lnTo>
                <a:lnTo>
                  <a:pt x="715962" y="319088"/>
                </a:lnTo>
                <a:cubicBezTo>
                  <a:pt x="748241" y="318560"/>
                  <a:pt x="812271" y="319618"/>
                  <a:pt x="812800" y="317503"/>
                </a:cubicBezTo>
                <a:lnTo>
                  <a:pt x="866775" y="0"/>
                </a:lnTo>
                <a:lnTo>
                  <a:pt x="925512" y="319088"/>
                </a:lnTo>
                <a:lnTo>
                  <a:pt x="1074738" y="319087"/>
                </a:lnTo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3" name="文本框 432">
            <a:extLst>
              <a:ext uri="{FF2B5EF4-FFF2-40B4-BE49-F238E27FC236}">
                <a16:creationId xmlns:a16="http://schemas.microsoft.com/office/drawing/2014/main" id="{6D18EF0F-1366-B6BC-C3E4-13CE372A29DC}"/>
              </a:ext>
            </a:extLst>
          </p:cNvPr>
          <p:cNvSpPr txBox="1"/>
          <p:nvPr/>
        </p:nvSpPr>
        <p:spPr>
          <a:xfrm>
            <a:off x="3137641" y="7591360"/>
            <a:ext cx="60144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Overvoltage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0EF66473-025A-053D-D7CE-28E5CD2339A7}"/>
              </a:ext>
            </a:extLst>
          </p:cNvPr>
          <p:cNvSpPr/>
          <p:nvPr/>
        </p:nvSpPr>
        <p:spPr>
          <a:xfrm>
            <a:off x="4690022" y="7594600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5" name="文本框 434">
            <a:extLst>
              <a:ext uri="{FF2B5EF4-FFF2-40B4-BE49-F238E27FC236}">
                <a16:creationId xmlns:a16="http://schemas.microsoft.com/office/drawing/2014/main" id="{56BA3742-027E-AFCC-BFA6-E287556C2F74}"/>
              </a:ext>
            </a:extLst>
          </p:cNvPr>
          <p:cNvSpPr txBox="1"/>
          <p:nvPr/>
        </p:nvSpPr>
        <p:spPr>
          <a:xfrm rot="16200000">
            <a:off x="4284149" y="7864019"/>
            <a:ext cx="62709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6" name="直接连接符 435">
            <a:extLst>
              <a:ext uri="{FF2B5EF4-FFF2-40B4-BE49-F238E27FC236}">
                <a16:creationId xmlns:a16="http://schemas.microsoft.com/office/drawing/2014/main" id="{CE7109A4-E0A1-206A-96AC-7363FEECBDCE}"/>
              </a:ext>
            </a:extLst>
          </p:cNvPr>
          <p:cNvCxnSpPr>
            <a:cxnSpLocks/>
          </p:cNvCxnSpPr>
          <p:nvPr/>
        </p:nvCxnSpPr>
        <p:spPr>
          <a:xfrm rot="5400000">
            <a:off x="4563811" y="8039406"/>
            <a:ext cx="540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文本框 436">
            <a:extLst>
              <a:ext uri="{FF2B5EF4-FFF2-40B4-BE49-F238E27FC236}">
                <a16:creationId xmlns:a16="http://schemas.microsoft.com/office/drawing/2014/main" id="{4D0F331B-EC76-032A-B419-4990D55B3501}"/>
              </a:ext>
            </a:extLst>
          </p:cNvPr>
          <p:cNvSpPr txBox="1"/>
          <p:nvPr/>
        </p:nvSpPr>
        <p:spPr>
          <a:xfrm>
            <a:off x="5666704" y="7491087"/>
            <a:ext cx="32252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8" name="直接连接符 437">
            <a:extLst>
              <a:ext uri="{FF2B5EF4-FFF2-40B4-BE49-F238E27FC236}">
                <a16:creationId xmlns:a16="http://schemas.microsoft.com/office/drawing/2014/main" id="{166E0421-9174-3F28-779E-8AA9259D0D0C}"/>
              </a:ext>
            </a:extLst>
          </p:cNvPr>
          <p:cNvCxnSpPr>
            <a:cxnSpLocks/>
          </p:cNvCxnSpPr>
          <p:nvPr/>
        </p:nvCxnSpPr>
        <p:spPr>
          <a:xfrm>
            <a:off x="4690022" y="7769550"/>
            <a:ext cx="1440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9" name="文本框 438">
            <a:extLst>
              <a:ext uri="{FF2B5EF4-FFF2-40B4-BE49-F238E27FC236}">
                <a16:creationId xmlns:a16="http://schemas.microsoft.com/office/drawing/2014/main" id="{8DF4E73A-99F3-7B6D-FB12-EF74E11B9F1C}"/>
              </a:ext>
            </a:extLst>
          </p:cNvPr>
          <p:cNvSpPr txBox="1"/>
          <p:nvPr/>
        </p:nvSpPr>
        <p:spPr>
          <a:xfrm>
            <a:off x="4652612" y="7486354"/>
            <a:ext cx="58381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Occurrence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" name="文本框 439">
            <a:extLst>
              <a:ext uri="{FF2B5EF4-FFF2-40B4-BE49-F238E27FC236}">
                <a16:creationId xmlns:a16="http://schemas.microsoft.com/office/drawing/2014/main" id="{61A9F5FF-A08E-892C-7A2F-7CFE07739381}"/>
              </a:ext>
            </a:extLst>
          </p:cNvPr>
          <p:cNvSpPr txBox="1"/>
          <p:nvPr/>
        </p:nvSpPr>
        <p:spPr>
          <a:xfrm>
            <a:off x="4708813" y="8285896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3C08C968-0073-0531-39D9-77B101B457BD}"/>
              </a:ext>
            </a:extLst>
          </p:cNvPr>
          <p:cNvSpPr txBox="1"/>
          <p:nvPr/>
        </p:nvSpPr>
        <p:spPr>
          <a:xfrm>
            <a:off x="4499871" y="7443097"/>
            <a:ext cx="2183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2" name="直接箭头连接符 101">
            <a:extLst>
              <a:ext uri="{FF2B5EF4-FFF2-40B4-BE49-F238E27FC236}">
                <a16:creationId xmlns:a16="http://schemas.microsoft.com/office/drawing/2014/main" id="{8DD5F098-D8C5-F064-AE0B-53D769745122}"/>
              </a:ext>
            </a:extLst>
          </p:cNvPr>
          <p:cNvCxnSpPr>
            <a:cxnSpLocks/>
          </p:cNvCxnSpPr>
          <p:nvPr/>
        </p:nvCxnSpPr>
        <p:spPr>
          <a:xfrm>
            <a:off x="4835276" y="7640909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直接连接符 442">
            <a:extLst>
              <a:ext uri="{FF2B5EF4-FFF2-40B4-BE49-F238E27FC236}">
                <a16:creationId xmlns:a16="http://schemas.microsoft.com/office/drawing/2014/main" id="{A33BEC5D-2BE6-8825-48D9-AF2B557766ED}"/>
              </a:ext>
            </a:extLst>
          </p:cNvPr>
          <p:cNvCxnSpPr>
            <a:cxnSpLocks/>
          </p:cNvCxnSpPr>
          <p:nvPr/>
        </p:nvCxnSpPr>
        <p:spPr>
          <a:xfrm>
            <a:off x="5826688" y="7769406"/>
            <a:ext cx="1440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直接连接符 443">
            <a:extLst>
              <a:ext uri="{FF2B5EF4-FFF2-40B4-BE49-F238E27FC236}">
                <a16:creationId xmlns:a16="http://schemas.microsoft.com/office/drawing/2014/main" id="{C59DFAE9-0803-215B-FEEE-FF382399F22C}"/>
              </a:ext>
            </a:extLst>
          </p:cNvPr>
          <p:cNvCxnSpPr>
            <a:cxnSpLocks/>
          </p:cNvCxnSpPr>
          <p:nvPr/>
        </p:nvCxnSpPr>
        <p:spPr>
          <a:xfrm>
            <a:off x="5135434" y="8084911"/>
            <a:ext cx="360000" cy="0"/>
          </a:xfrm>
          <a:prstGeom prst="line">
            <a:avLst/>
          </a:prstGeom>
          <a:ln w="6350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文本框 444">
            <a:extLst>
              <a:ext uri="{FF2B5EF4-FFF2-40B4-BE49-F238E27FC236}">
                <a16:creationId xmlns:a16="http://schemas.microsoft.com/office/drawing/2014/main" id="{A693D466-21A3-5E7B-2754-6FC2D61BD20F}"/>
              </a:ext>
            </a:extLst>
          </p:cNvPr>
          <p:cNvSpPr txBox="1"/>
          <p:nvPr/>
        </p:nvSpPr>
        <p:spPr>
          <a:xfrm>
            <a:off x="5068140" y="8096241"/>
            <a:ext cx="47801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Derating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6" name="文本框 445">
            <a:extLst>
              <a:ext uri="{FF2B5EF4-FFF2-40B4-BE49-F238E27FC236}">
                <a16:creationId xmlns:a16="http://schemas.microsoft.com/office/drawing/2014/main" id="{FE488745-2736-DD37-168F-3AC46D78D2DD}"/>
              </a:ext>
            </a:extLst>
          </p:cNvPr>
          <p:cNvSpPr txBox="1"/>
          <p:nvPr/>
        </p:nvSpPr>
        <p:spPr>
          <a:xfrm>
            <a:off x="5416253" y="7848866"/>
            <a:ext cx="634369" cy="1800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Grid restoration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7" name="文本框 446">
            <a:extLst>
              <a:ext uri="{FF2B5EF4-FFF2-40B4-BE49-F238E27FC236}">
                <a16:creationId xmlns:a16="http://schemas.microsoft.com/office/drawing/2014/main" id="{DFE71348-0EA0-9218-92C3-3FDB9704181F}"/>
              </a:ext>
            </a:extLst>
          </p:cNvPr>
          <p:cNvSpPr txBox="1"/>
          <p:nvPr/>
        </p:nvSpPr>
        <p:spPr>
          <a:xfrm>
            <a:off x="4867086" y="7848870"/>
            <a:ext cx="417958" cy="18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Failure occurs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8" name="弧形 447">
            <a:extLst>
              <a:ext uri="{FF2B5EF4-FFF2-40B4-BE49-F238E27FC236}">
                <a16:creationId xmlns:a16="http://schemas.microsoft.com/office/drawing/2014/main" id="{6F69E9F2-9293-837D-A0C6-CAF917E87216}"/>
              </a:ext>
            </a:extLst>
          </p:cNvPr>
          <p:cNvSpPr/>
          <p:nvPr/>
        </p:nvSpPr>
        <p:spPr>
          <a:xfrm rot="10800000">
            <a:off x="4836287" y="7453720"/>
            <a:ext cx="612000" cy="630000"/>
          </a:xfrm>
          <a:prstGeom prst="arc">
            <a:avLst/>
          </a:prstGeom>
          <a:ln w="63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9" name="弧形 448">
            <a:extLst>
              <a:ext uri="{FF2B5EF4-FFF2-40B4-BE49-F238E27FC236}">
                <a16:creationId xmlns:a16="http://schemas.microsoft.com/office/drawing/2014/main" id="{3000921B-A4BF-56B7-3BF7-AAD2A09A6605}"/>
              </a:ext>
            </a:extLst>
          </p:cNvPr>
          <p:cNvSpPr/>
          <p:nvPr/>
        </p:nvSpPr>
        <p:spPr>
          <a:xfrm rot="16200000">
            <a:off x="5511874" y="7752570"/>
            <a:ext cx="630000" cy="666000"/>
          </a:xfrm>
          <a:prstGeom prst="arc">
            <a:avLst/>
          </a:prstGeom>
          <a:ln w="63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50" name="直接连接符 449">
            <a:extLst>
              <a:ext uri="{FF2B5EF4-FFF2-40B4-BE49-F238E27FC236}">
                <a16:creationId xmlns:a16="http://schemas.microsoft.com/office/drawing/2014/main" id="{DFF86D02-156E-83D9-B4D4-38B3EAD2FDD7}"/>
              </a:ext>
            </a:extLst>
          </p:cNvPr>
          <p:cNvCxnSpPr>
            <a:cxnSpLocks/>
          </p:cNvCxnSpPr>
          <p:nvPr/>
        </p:nvCxnSpPr>
        <p:spPr>
          <a:xfrm rot="5400000">
            <a:off x="5002034" y="8206023"/>
            <a:ext cx="216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直接连接符 450">
            <a:extLst>
              <a:ext uri="{FF2B5EF4-FFF2-40B4-BE49-F238E27FC236}">
                <a16:creationId xmlns:a16="http://schemas.microsoft.com/office/drawing/2014/main" id="{60AA4D4B-B71E-8B87-5439-FD09EC9D127B}"/>
              </a:ext>
            </a:extLst>
          </p:cNvPr>
          <p:cNvCxnSpPr>
            <a:cxnSpLocks/>
          </p:cNvCxnSpPr>
          <p:nvPr/>
        </p:nvCxnSpPr>
        <p:spPr>
          <a:xfrm rot="5400000">
            <a:off x="5384617" y="8203724"/>
            <a:ext cx="216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文本框 451">
            <a:extLst>
              <a:ext uri="{FF2B5EF4-FFF2-40B4-BE49-F238E27FC236}">
                <a16:creationId xmlns:a16="http://schemas.microsoft.com/office/drawing/2014/main" id="{84FEAACE-EF88-E7E6-42B3-6BE80D1D8740}"/>
              </a:ext>
            </a:extLst>
          </p:cNvPr>
          <p:cNvSpPr txBox="1"/>
          <p:nvPr/>
        </p:nvSpPr>
        <p:spPr>
          <a:xfrm>
            <a:off x="4986647" y="8285896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DD1D225B-56B4-3437-A2B4-7D56E5A92C7C}"/>
              </a:ext>
            </a:extLst>
          </p:cNvPr>
          <p:cNvSpPr txBox="1"/>
          <p:nvPr/>
        </p:nvSpPr>
        <p:spPr>
          <a:xfrm>
            <a:off x="5366985" y="8285896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4" name="文本框 453">
            <a:extLst>
              <a:ext uri="{FF2B5EF4-FFF2-40B4-BE49-F238E27FC236}">
                <a16:creationId xmlns:a16="http://schemas.microsoft.com/office/drawing/2014/main" id="{65374EDC-AC83-4D64-0B53-8AFC462F03A7}"/>
              </a:ext>
            </a:extLst>
          </p:cNvPr>
          <p:cNvSpPr txBox="1"/>
          <p:nvPr/>
        </p:nvSpPr>
        <p:spPr>
          <a:xfrm>
            <a:off x="5702107" y="8285896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5" name="直接箭头连接符 101">
            <a:extLst>
              <a:ext uri="{FF2B5EF4-FFF2-40B4-BE49-F238E27FC236}">
                <a16:creationId xmlns:a16="http://schemas.microsoft.com/office/drawing/2014/main" id="{F60CA82A-60A9-AB53-1C00-BE9434A363C5}"/>
              </a:ext>
            </a:extLst>
          </p:cNvPr>
          <p:cNvCxnSpPr>
            <a:cxnSpLocks/>
          </p:cNvCxnSpPr>
          <p:nvPr/>
        </p:nvCxnSpPr>
        <p:spPr>
          <a:xfrm flipV="1">
            <a:off x="5827971" y="7640909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646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055E-C002-92B4-593C-848881961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AD428BED-01C5-7B47-11C9-DDA78C5864A9}"/>
              </a:ext>
            </a:extLst>
          </p:cNvPr>
          <p:cNvCxnSpPr>
            <a:cxnSpLocks/>
          </p:cNvCxnSpPr>
          <p:nvPr/>
        </p:nvCxnSpPr>
        <p:spPr>
          <a:xfrm rot="5400000">
            <a:off x="5557971" y="5490310"/>
            <a:ext cx="540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60" name="图表 1059">
            <a:extLst>
              <a:ext uri="{FF2B5EF4-FFF2-40B4-BE49-F238E27FC236}">
                <a16:creationId xmlns:a16="http://schemas.microsoft.com/office/drawing/2014/main" id="{AE4935D7-15AF-8735-F9AD-17F3DE4B29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9323429"/>
              </p:ext>
            </p:extLst>
          </p:nvPr>
        </p:nvGraphicFramePr>
        <p:xfrm>
          <a:off x="4690022" y="683540"/>
          <a:ext cx="1288800" cy="8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59" name="图表 1058">
            <a:extLst>
              <a:ext uri="{FF2B5EF4-FFF2-40B4-BE49-F238E27FC236}">
                <a16:creationId xmlns:a16="http://schemas.microsoft.com/office/drawing/2014/main" id="{F29C3646-4294-8BC1-D9A2-C96C839852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3321796"/>
              </p:ext>
            </p:extLst>
          </p:nvPr>
        </p:nvGraphicFramePr>
        <p:xfrm>
          <a:off x="1009670" y="705919"/>
          <a:ext cx="1278000" cy="4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25" name="图形 1024" descr="鸭子 纯色填充">
            <a:extLst>
              <a:ext uri="{FF2B5EF4-FFF2-40B4-BE49-F238E27FC236}">
                <a16:creationId xmlns:a16="http://schemas.microsoft.com/office/drawing/2014/main" id="{80F84813-E6EE-66A2-5BC9-E9C9EECA2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1958" t="10980" r="11787" b="10771"/>
          <a:stretch>
            <a:fillRect/>
          </a:stretch>
        </p:blipFill>
        <p:spPr>
          <a:xfrm>
            <a:off x="2864407" y="720502"/>
            <a:ext cx="1436014" cy="715503"/>
          </a:xfrm>
          <a:prstGeom prst="rect">
            <a:avLst/>
          </a:prstGeom>
        </p:spPr>
      </p:pic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F568853E-B656-7172-CEBF-E4E993693E0E}"/>
              </a:ext>
            </a:extLst>
          </p:cNvPr>
          <p:cNvSpPr/>
          <p:nvPr/>
        </p:nvSpPr>
        <p:spPr>
          <a:xfrm>
            <a:off x="861892" y="1584781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F60364D8-82E8-2578-6894-6A5559E09570}"/>
              </a:ext>
            </a:extLst>
          </p:cNvPr>
          <p:cNvSpPr/>
          <p:nvPr/>
        </p:nvSpPr>
        <p:spPr>
          <a:xfrm flipV="1">
            <a:off x="861892" y="4891933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C8E91FEF-E15C-70FF-A898-736ECC2AA8D6}"/>
              </a:ext>
            </a:extLst>
          </p:cNvPr>
          <p:cNvSpPr/>
          <p:nvPr/>
        </p:nvSpPr>
        <p:spPr>
          <a:xfrm>
            <a:off x="4556108" y="1580627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8DDF5DF5-F098-ADF2-7657-2FDEAC69A9AC}"/>
              </a:ext>
            </a:extLst>
          </p:cNvPr>
          <p:cNvSpPr/>
          <p:nvPr/>
        </p:nvSpPr>
        <p:spPr>
          <a:xfrm flipV="1">
            <a:off x="2727717" y="4889756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8B02FF6F-5F4C-FE82-0F00-6A473A1181BB}"/>
              </a:ext>
            </a:extLst>
          </p:cNvPr>
          <p:cNvSpPr/>
          <p:nvPr/>
        </p:nvSpPr>
        <p:spPr>
          <a:xfrm>
            <a:off x="2727717" y="1584781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347714DC-8257-E645-DD28-458ACC85741E}"/>
              </a:ext>
            </a:extLst>
          </p:cNvPr>
          <p:cNvSpPr/>
          <p:nvPr/>
        </p:nvSpPr>
        <p:spPr>
          <a:xfrm flipV="1">
            <a:off x="4556108" y="4891088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E14E381-D8D3-29E5-D9D7-FF8033C12061}"/>
              </a:ext>
            </a:extLst>
          </p:cNvPr>
          <p:cNvGrpSpPr/>
          <p:nvPr/>
        </p:nvGrpSpPr>
        <p:grpSpPr>
          <a:xfrm>
            <a:off x="823538" y="1990961"/>
            <a:ext cx="5275211" cy="2397904"/>
            <a:chOff x="823538" y="1990961"/>
            <a:chExt cx="5275211" cy="2397904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6F5F94D-48AA-8EC1-4E44-C8F61F8F8486}"/>
                </a:ext>
              </a:extLst>
            </p:cNvPr>
            <p:cNvSpPr/>
            <p:nvPr/>
          </p:nvSpPr>
          <p:spPr>
            <a:xfrm>
              <a:off x="824857" y="2656681"/>
              <a:ext cx="5202000" cy="144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A64F380F-773F-0142-6CC4-90DBFE34371A}"/>
                </a:ext>
              </a:extLst>
            </p:cNvPr>
            <p:cNvSpPr txBox="1"/>
            <p:nvPr/>
          </p:nvSpPr>
          <p:spPr>
            <a:xfrm>
              <a:off x="2293107" y="1990961"/>
              <a:ext cx="53572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Wind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D268EAA-F9D1-8692-94FC-A501DBAE6007}"/>
                </a:ext>
              </a:extLst>
            </p:cNvPr>
            <p:cNvSpPr txBox="1"/>
            <p:nvPr/>
          </p:nvSpPr>
          <p:spPr>
            <a:xfrm>
              <a:off x="1124071" y="2043642"/>
              <a:ext cx="32573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BCC95E47-1EE7-CC68-EAA6-CB811DB93644}"/>
                </a:ext>
              </a:extLst>
            </p:cNvPr>
            <p:cNvSpPr/>
            <p:nvPr/>
          </p:nvSpPr>
          <p:spPr>
            <a:xfrm>
              <a:off x="823538" y="4100865"/>
              <a:ext cx="5205600" cy="28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椭圆 345">
              <a:extLst>
                <a:ext uri="{FF2B5EF4-FFF2-40B4-BE49-F238E27FC236}">
                  <a16:creationId xmlns:a16="http://schemas.microsoft.com/office/drawing/2014/main" id="{A333B34A-9334-CE43-0C72-2AD646A3A178}"/>
                </a:ext>
              </a:extLst>
            </p:cNvPr>
            <p:cNvSpPr/>
            <p:nvPr/>
          </p:nvSpPr>
          <p:spPr>
            <a:xfrm>
              <a:off x="6059813" y="3521013"/>
              <a:ext cx="0" cy="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EF7F9AC4-5940-45C6-BBC4-2056DC027300}"/>
                </a:ext>
              </a:extLst>
            </p:cNvPr>
            <p:cNvGrpSpPr/>
            <p:nvPr/>
          </p:nvGrpSpPr>
          <p:grpSpPr>
            <a:xfrm>
              <a:off x="823538" y="2394987"/>
              <a:ext cx="5207158" cy="360000"/>
              <a:chOff x="2128011" y="9358507"/>
              <a:chExt cx="7521451" cy="540000"/>
            </a:xfrm>
          </p:grpSpPr>
          <p:pic>
            <p:nvPicPr>
              <p:cNvPr id="7" name="图片 6" descr="矩形&#10;&#10;AI 生成的内容可能不正确。">
                <a:extLst>
                  <a:ext uri="{FF2B5EF4-FFF2-40B4-BE49-F238E27FC236}">
                    <a16:creationId xmlns:a16="http://schemas.microsoft.com/office/drawing/2014/main" id="{EEE4D22A-BCC0-CE8D-B7C3-34080AD2AD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8011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4" name="图片 13" descr="矩形&#10;&#10;AI 生成的内容可能不正确。">
                <a:extLst>
                  <a:ext uri="{FF2B5EF4-FFF2-40B4-BE49-F238E27FC236}">
                    <a16:creationId xmlns:a16="http://schemas.microsoft.com/office/drawing/2014/main" id="{8063F7E1-6287-47D9-7074-FE10C63A27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6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5" name="图片 14" descr="矩形&#10;&#10;AI 生成的内容可能不正确。">
                <a:extLst>
                  <a:ext uri="{FF2B5EF4-FFF2-40B4-BE49-F238E27FC236}">
                    <a16:creationId xmlns:a16="http://schemas.microsoft.com/office/drawing/2014/main" id="{EF2DB285-9483-800B-9A1B-67D30E69C6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6" name="图片 15" descr="矩形&#10;&#10;AI 生成的内容可能不正确。">
                <a:extLst>
                  <a:ext uri="{FF2B5EF4-FFF2-40B4-BE49-F238E27FC236}">
                    <a16:creationId xmlns:a16="http://schemas.microsoft.com/office/drawing/2014/main" id="{D3966A69-6CEA-A4B6-85A8-E3E689F766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3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7" name="图片 16" descr="矩形&#10;&#10;AI 生成的内容可能不正确。">
                <a:extLst>
                  <a:ext uri="{FF2B5EF4-FFF2-40B4-BE49-F238E27FC236}">
                    <a16:creationId xmlns:a16="http://schemas.microsoft.com/office/drawing/2014/main" id="{862CB7F4-DA30-E7F9-79AE-E0764676ED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7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8" name="图片 17" descr="矩形&#10;&#10;AI 生成的内容可能不正确。">
                <a:extLst>
                  <a:ext uri="{FF2B5EF4-FFF2-40B4-BE49-F238E27FC236}">
                    <a16:creationId xmlns:a16="http://schemas.microsoft.com/office/drawing/2014/main" id="{70EA39F4-00A7-9864-7C35-23A24502FB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1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9" name="图片 18" descr="矩形&#10;&#10;AI 生成的内容可能不正确。">
                <a:extLst>
                  <a:ext uri="{FF2B5EF4-FFF2-40B4-BE49-F238E27FC236}">
                    <a16:creationId xmlns:a16="http://schemas.microsoft.com/office/drawing/2014/main" id="{8EB8366B-80AA-7ACA-175E-FA3FD7B614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5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0" name="图片 19" descr="矩形&#10;&#10;AI 生成的内容可能不正确。">
                <a:extLst>
                  <a:ext uri="{FF2B5EF4-FFF2-40B4-BE49-F238E27FC236}">
                    <a16:creationId xmlns:a16="http://schemas.microsoft.com/office/drawing/2014/main" id="{D8BE4785-4562-67D9-CA50-0E3C981773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1" name="图片 20" descr="矩形&#10;&#10;AI 生成的内容可能不正确。">
                <a:extLst>
                  <a:ext uri="{FF2B5EF4-FFF2-40B4-BE49-F238E27FC236}">
                    <a16:creationId xmlns:a16="http://schemas.microsoft.com/office/drawing/2014/main" id="{1DBF92C1-0F43-2FBD-4034-D764D78490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2" name="图片 21" descr="矩形&#10;&#10;AI 生成的内容可能不正确。">
                <a:extLst>
                  <a:ext uri="{FF2B5EF4-FFF2-40B4-BE49-F238E27FC236}">
                    <a16:creationId xmlns:a16="http://schemas.microsoft.com/office/drawing/2014/main" id="{D1EB9D7C-5963-8A44-F8AE-087BADDE9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6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3" name="图片 22" descr="矩形&#10;&#10;AI 生成的内容可能不正确。">
                <a:extLst>
                  <a:ext uri="{FF2B5EF4-FFF2-40B4-BE49-F238E27FC236}">
                    <a16:creationId xmlns:a16="http://schemas.microsoft.com/office/drawing/2014/main" id="{5A164CF4-3B89-E9B3-1A3D-782A19049E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0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4" name="图片 23" descr="矩形&#10;&#10;AI 生成的内容可能不正确。">
                <a:extLst>
                  <a:ext uri="{FF2B5EF4-FFF2-40B4-BE49-F238E27FC236}">
                    <a16:creationId xmlns:a16="http://schemas.microsoft.com/office/drawing/2014/main" id="{8D8F7CFB-8805-186E-DD61-3742E28B0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3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5" name="图片 24" descr="矩形&#10;&#10;AI 生成的内容可能不正确。">
                <a:extLst>
                  <a:ext uri="{FF2B5EF4-FFF2-40B4-BE49-F238E27FC236}">
                    <a16:creationId xmlns:a16="http://schemas.microsoft.com/office/drawing/2014/main" id="{9F99795A-01F4-3C82-5F9F-93B9BF66EF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7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7" name="图片 26" descr="矩形&#10;&#10;AI 生成的内容可能不正确。">
                <a:extLst>
                  <a:ext uri="{FF2B5EF4-FFF2-40B4-BE49-F238E27FC236}">
                    <a16:creationId xmlns:a16="http://schemas.microsoft.com/office/drawing/2014/main" id="{30A5F759-FE6C-1D79-1E90-CCF68B2754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09462" y="9358507"/>
                <a:ext cx="540000" cy="540000"/>
              </a:xfrm>
              <a:prstGeom prst="rect">
                <a:avLst/>
              </a:prstGeom>
            </p:spPr>
          </p:pic>
        </p:grpSp>
        <p:pic>
          <p:nvPicPr>
            <p:cNvPr id="37" name="图片 36" descr="文本&#10;&#10;AI 生成的内容可能不正确。">
              <a:extLst>
                <a:ext uri="{FF2B5EF4-FFF2-40B4-BE49-F238E27FC236}">
                  <a16:creationId xmlns:a16="http://schemas.microsoft.com/office/drawing/2014/main" id="{FE4AA683-C34F-40FF-EF1F-6AC2B94CF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781" y="2189140"/>
              <a:ext cx="360000" cy="360000"/>
            </a:xfrm>
            <a:prstGeom prst="rect">
              <a:avLst/>
            </a:prstGeom>
          </p:spPr>
        </p:pic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8B7BB301-7414-BA88-6DBD-113D01D16411}"/>
                </a:ext>
              </a:extLst>
            </p:cNvPr>
            <p:cNvCxnSpPr>
              <a:cxnSpLocks/>
              <a:stCxn id="37" idx="1"/>
              <a:endCxn id="162" idx="1"/>
            </p:cNvCxnSpPr>
            <p:nvPr/>
          </p:nvCxnSpPr>
          <p:spPr>
            <a:xfrm rot="10800000" flipH="1" flipV="1">
              <a:off x="1096781" y="2369140"/>
              <a:ext cx="78080" cy="1937368"/>
            </a:xfrm>
            <a:prstGeom prst="bentConnector3">
              <a:avLst>
                <a:gd name="adj1" fmla="val -292777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图片 44" descr="图标&#10;&#10;AI 生成的内容可能不正确。">
              <a:extLst>
                <a:ext uri="{FF2B5EF4-FFF2-40B4-BE49-F238E27FC236}">
                  <a16:creationId xmlns:a16="http://schemas.microsoft.com/office/drawing/2014/main" id="{D61ADAC0-3D2F-08A0-321A-06A8D29D8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675" y="3213279"/>
              <a:ext cx="360000" cy="360000"/>
            </a:xfrm>
            <a:prstGeom prst="rect">
              <a:avLst/>
            </a:prstGeom>
          </p:spPr>
        </p:pic>
        <p:pic>
          <p:nvPicPr>
            <p:cNvPr id="58" name="图片 57" descr="图标&#10;&#10;AI 生成的内容可能不正确。">
              <a:extLst>
                <a:ext uri="{FF2B5EF4-FFF2-40B4-BE49-F238E27FC236}">
                  <a16:creationId xmlns:a16="http://schemas.microsoft.com/office/drawing/2014/main" id="{F66D31AE-C455-874C-622A-7B903043C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7617" b="91602" l="9961" r="89844">
                          <a14:foregroundMark x1="35547" y1="91602" x2="79688" y2="91016"/>
                          <a14:foregroundMark x1="34375" y1="8203" x2="41992" y2="76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653514" y="2623410"/>
              <a:ext cx="448615" cy="448615"/>
            </a:xfrm>
            <a:prstGeom prst="rect">
              <a:avLst/>
            </a:prstGeom>
          </p:spPr>
        </p:pic>
        <p:pic>
          <p:nvPicPr>
            <p:cNvPr id="62" name="图片 61" descr="建筑的设计&#10;&#10;AI 生成的内容可能不正确。">
              <a:extLst>
                <a:ext uri="{FF2B5EF4-FFF2-40B4-BE49-F238E27FC236}">
                  <a16:creationId xmlns:a16="http://schemas.microsoft.com/office/drawing/2014/main" id="{EE61A9E6-6DE6-1D3E-E2E8-37D2CB2EE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8006" y="3213797"/>
              <a:ext cx="360000" cy="360000"/>
            </a:xfrm>
            <a:prstGeom prst="rect">
              <a:avLst/>
            </a:prstGeom>
          </p:spPr>
        </p:pic>
        <p:pic>
          <p:nvPicPr>
            <p:cNvPr id="67" name="图片 66" descr="图标&#10;&#10;AI 生成的内容可能不正确。">
              <a:extLst>
                <a:ext uri="{FF2B5EF4-FFF2-40B4-BE49-F238E27FC236}">
                  <a16:creationId xmlns:a16="http://schemas.microsoft.com/office/drawing/2014/main" id="{3F3CC2B0-DE44-C98E-A9EE-015146F8F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4639" y="3249528"/>
              <a:ext cx="288000" cy="288000"/>
            </a:xfrm>
            <a:prstGeom prst="rect">
              <a:avLst/>
            </a:prstGeom>
          </p:spPr>
        </p:pic>
        <p:pic>
          <p:nvPicPr>
            <p:cNvPr id="77" name="图片 76" descr="图标&#10;&#10;AI 生成的内容可能不正确。">
              <a:extLst>
                <a:ext uri="{FF2B5EF4-FFF2-40B4-BE49-F238E27FC236}">
                  <a16:creationId xmlns:a16="http://schemas.microsoft.com/office/drawing/2014/main" id="{79E67089-CC7F-FC49-B36A-C40D0801E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17" t="19121" r="7765" b="19638"/>
            <a:stretch>
              <a:fillRect/>
            </a:stretch>
          </p:blipFill>
          <p:spPr>
            <a:xfrm>
              <a:off x="1641310" y="2744718"/>
              <a:ext cx="448615" cy="335789"/>
            </a:xfrm>
            <a:prstGeom prst="rect">
              <a:avLst/>
            </a:prstGeom>
          </p:spPr>
        </p:pic>
        <p:pic>
          <p:nvPicPr>
            <p:cNvPr id="129" name="图片 128" descr="徽标&#10;&#10;AI 生成的内容可能不正确。">
              <a:extLst>
                <a:ext uri="{FF2B5EF4-FFF2-40B4-BE49-F238E27FC236}">
                  <a16:creationId xmlns:a16="http://schemas.microsoft.com/office/drawing/2014/main" id="{78CCF3F0-400A-BEF5-CA0E-A01E97A8D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2032" y="3671943"/>
              <a:ext cx="288000" cy="288000"/>
            </a:xfrm>
            <a:prstGeom prst="rect">
              <a:avLst/>
            </a:prstGeom>
          </p:spPr>
        </p:pic>
        <p:pic>
          <p:nvPicPr>
            <p:cNvPr id="138" name="图片 137" descr="图标&#10;&#10;AI 生成的内容可能不正确。">
              <a:extLst>
                <a:ext uri="{FF2B5EF4-FFF2-40B4-BE49-F238E27FC236}">
                  <a16:creationId xmlns:a16="http://schemas.microsoft.com/office/drawing/2014/main" id="{8EF309A3-663D-512D-01F9-01035FD38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8195" y="3517902"/>
              <a:ext cx="216000" cy="216000"/>
            </a:xfrm>
            <a:prstGeom prst="rect">
              <a:avLst/>
            </a:prstGeom>
          </p:spPr>
        </p:pic>
        <p:sp>
          <p:nvSpPr>
            <p:cNvPr id="158" name="圆柱体 157">
              <a:extLst>
                <a:ext uri="{FF2B5EF4-FFF2-40B4-BE49-F238E27FC236}">
                  <a16:creationId xmlns:a16="http://schemas.microsoft.com/office/drawing/2014/main" id="{3F016E2C-F573-4D7C-5625-953F1FD0EE8F}"/>
                </a:ext>
              </a:extLst>
            </p:cNvPr>
            <p:cNvSpPr/>
            <p:nvPr/>
          </p:nvSpPr>
          <p:spPr>
            <a:xfrm>
              <a:off x="1193980" y="4107614"/>
              <a:ext cx="36000" cy="180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D4DA9579-6117-9149-DAD3-920F3D4F12E6}"/>
                </a:ext>
              </a:extLst>
            </p:cNvPr>
            <p:cNvSpPr/>
            <p:nvPr/>
          </p:nvSpPr>
          <p:spPr>
            <a:xfrm>
              <a:off x="1174861" y="42705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176" name="直接箭头连接符 101">
              <a:extLst>
                <a:ext uri="{FF2B5EF4-FFF2-40B4-BE49-F238E27FC236}">
                  <a16:creationId xmlns:a16="http://schemas.microsoft.com/office/drawing/2014/main" id="{E7E8C4BE-25D1-1722-616A-2DAEF05DE52C}"/>
                </a:ext>
              </a:extLst>
            </p:cNvPr>
            <p:cNvCxnSpPr>
              <a:cxnSpLocks/>
              <a:endCxn id="45" idx="1"/>
            </p:cNvCxnSpPr>
            <p:nvPr/>
          </p:nvCxnSpPr>
          <p:spPr>
            <a:xfrm>
              <a:off x="865878" y="3393279"/>
              <a:ext cx="194797" cy="0"/>
            </a:xfrm>
            <a:prstGeom prst="straightConnector1">
              <a:avLst/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41D3F00C-3FC5-F80F-29B9-F537870FE492}"/>
                </a:ext>
              </a:extLst>
            </p:cNvPr>
            <p:cNvCxnSpPr>
              <a:cxnSpLocks/>
              <a:stCxn id="45" idx="3"/>
              <a:endCxn id="62" idx="1"/>
            </p:cNvCxnSpPr>
            <p:nvPr/>
          </p:nvCxnSpPr>
          <p:spPr>
            <a:xfrm>
              <a:off x="1420675" y="3393279"/>
              <a:ext cx="1337331" cy="518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EA8AE1EA-929C-5240-B623-2310DBE74686}"/>
                </a:ext>
              </a:extLst>
            </p:cNvPr>
            <p:cNvSpPr txBox="1"/>
            <p:nvPr/>
          </p:nvSpPr>
          <p:spPr>
            <a:xfrm>
              <a:off x="3053472" y="3450172"/>
              <a:ext cx="509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Power network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43F9F22E-2EAB-9046-1A7D-2CE4CFD2DF7F}"/>
                </a:ext>
              </a:extLst>
            </p:cNvPr>
            <p:cNvCxnSpPr>
              <a:cxnSpLocks/>
              <a:stCxn id="62" idx="3"/>
              <a:endCxn id="67" idx="1"/>
            </p:cNvCxnSpPr>
            <p:nvPr/>
          </p:nvCxnSpPr>
          <p:spPr>
            <a:xfrm flipV="1">
              <a:off x="3118006" y="3393528"/>
              <a:ext cx="356633" cy="269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标&#10;&#10;AI 生成的内容可能不正确。">
              <a:extLst>
                <a:ext uri="{FF2B5EF4-FFF2-40B4-BE49-F238E27FC236}">
                  <a16:creationId xmlns:a16="http://schemas.microsoft.com/office/drawing/2014/main" id="{4E889D85-9D46-D4DB-FB9A-DE098072A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614745" y="2804159"/>
              <a:ext cx="360000" cy="198582"/>
            </a:xfrm>
            <a:prstGeom prst="rect">
              <a:avLst/>
            </a:prstGeom>
          </p:spPr>
        </p:pic>
        <p:cxnSp>
          <p:nvCxnSpPr>
            <p:cNvPr id="86" name="直接箭头连接符 49">
              <a:extLst>
                <a:ext uri="{FF2B5EF4-FFF2-40B4-BE49-F238E27FC236}">
                  <a16:creationId xmlns:a16="http://schemas.microsoft.com/office/drawing/2014/main" id="{D20885BC-2832-FF6F-A541-27B1D1E6DA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9724" y="2546726"/>
              <a:ext cx="5245" cy="84442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6" name="图片 95" descr="图标&#10;&#10;AI 生成的内容可能不正确。">
              <a:extLst>
                <a:ext uri="{FF2B5EF4-FFF2-40B4-BE49-F238E27FC236}">
                  <a16:creationId xmlns:a16="http://schemas.microsoft.com/office/drawing/2014/main" id="{CDBFDB54-15C9-FB6F-69D6-93BDC83D6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969740" y="2804159"/>
              <a:ext cx="360000" cy="198582"/>
            </a:xfrm>
            <a:prstGeom prst="rect">
              <a:avLst/>
            </a:prstGeom>
          </p:spPr>
        </p:pic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38D0E659-BAEB-3B14-38DC-7344CCBFE3F6}"/>
                </a:ext>
              </a:extLst>
            </p:cNvPr>
            <p:cNvSpPr txBox="1"/>
            <p:nvPr/>
          </p:nvSpPr>
          <p:spPr>
            <a:xfrm>
              <a:off x="2733778" y="2640083"/>
              <a:ext cx="54053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Solar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B5FDD0AC-46DC-7C34-B667-6C349BE8114E}"/>
                </a:ext>
              </a:extLst>
            </p:cNvPr>
            <p:cNvCxnSpPr>
              <a:cxnSpLocks/>
              <a:stCxn id="138" idx="2"/>
              <a:endCxn id="129" idx="1"/>
            </p:cNvCxnSpPr>
            <p:nvPr/>
          </p:nvCxnSpPr>
          <p:spPr>
            <a:xfrm rot="16200000" flipH="1">
              <a:off x="4323093" y="3477003"/>
              <a:ext cx="82041" cy="595837"/>
            </a:xfrm>
            <a:prstGeom prst="bentConnector2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5A4D16EF-BB32-B899-463D-C7905901DD4C}"/>
                </a:ext>
              </a:extLst>
            </p:cNvPr>
            <p:cNvCxnSpPr>
              <a:cxnSpLocks/>
              <a:endCxn id="138" idx="0"/>
            </p:cNvCxnSpPr>
            <p:nvPr/>
          </p:nvCxnSpPr>
          <p:spPr>
            <a:xfrm>
              <a:off x="4066195" y="3395911"/>
              <a:ext cx="0" cy="12199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圆柱体 247">
              <a:extLst>
                <a:ext uri="{FF2B5EF4-FFF2-40B4-BE49-F238E27FC236}">
                  <a16:creationId xmlns:a16="http://schemas.microsoft.com/office/drawing/2014/main" id="{AC962294-3881-87F3-E77A-BBF13B7E399D}"/>
                </a:ext>
              </a:extLst>
            </p:cNvPr>
            <p:cNvSpPr/>
            <p:nvPr/>
          </p:nvSpPr>
          <p:spPr>
            <a:xfrm>
              <a:off x="5566727" y="4107614"/>
              <a:ext cx="36000" cy="180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9" name="矩形: 圆角 248">
              <a:extLst>
                <a:ext uri="{FF2B5EF4-FFF2-40B4-BE49-F238E27FC236}">
                  <a16:creationId xmlns:a16="http://schemas.microsoft.com/office/drawing/2014/main" id="{59728CB1-7BBA-0994-1464-52D3777DEA4C}"/>
                </a:ext>
              </a:extLst>
            </p:cNvPr>
            <p:cNvSpPr/>
            <p:nvPr/>
          </p:nvSpPr>
          <p:spPr>
            <a:xfrm>
              <a:off x="5547608" y="42705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7C17968-1CD6-6DA2-D0C9-F209817CCD71}"/>
                </a:ext>
              </a:extLst>
            </p:cNvPr>
            <p:cNvSpPr txBox="1"/>
            <p:nvPr/>
          </p:nvSpPr>
          <p:spPr>
            <a:xfrm>
              <a:off x="933677" y="3527008"/>
              <a:ext cx="580608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Natural 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97A1DFD-25F5-17A4-7A0F-2F1188EDA99C}"/>
                </a:ext>
              </a:extLst>
            </p:cNvPr>
            <p:cNvSpPr txBox="1"/>
            <p:nvPr/>
          </p:nvSpPr>
          <p:spPr>
            <a:xfrm>
              <a:off x="1152015" y="2823268"/>
              <a:ext cx="468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Hydropower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B9B64364-BC0D-4B9A-61BC-06AB6510FA04}"/>
                </a:ext>
              </a:extLst>
            </p:cNvPr>
            <p:cNvSpPr txBox="1"/>
            <p:nvPr/>
          </p:nvSpPr>
          <p:spPr>
            <a:xfrm>
              <a:off x="4494235" y="3928074"/>
              <a:ext cx="596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District heat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895BBD2-9C64-3CD9-2C1A-1FDE2B02013A}"/>
                </a:ext>
              </a:extLst>
            </p:cNvPr>
            <p:cNvSpPr txBox="1"/>
            <p:nvPr/>
          </p:nvSpPr>
          <p:spPr>
            <a:xfrm>
              <a:off x="4057842" y="3525263"/>
              <a:ext cx="58372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Heat pump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DA1410BB-604D-B024-4F28-255DC030836B}"/>
                </a:ext>
              </a:extLst>
            </p:cNvPr>
            <p:cNvSpPr/>
            <p:nvPr/>
          </p:nvSpPr>
          <p:spPr>
            <a:xfrm>
              <a:off x="4838921" y="3012970"/>
              <a:ext cx="1188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9D28B1AD-A87D-2095-5C91-B5CA45CE5F0F}"/>
                </a:ext>
              </a:extLst>
            </p:cNvPr>
            <p:cNvCxnSpPr>
              <a:cxnSpLocks/>
              <a:stCxn id="52" idx="1"/>
              <a:endCxn id="52" idx="3"/>
            </p:cNvCxnSpPr>
            <p:nvPr/>
          </p:nvCxnSpPr>
          <p:spPr>
            <a:xfrm>
              <a:off x="4838921" y="3048970"/>
              <a:ext cx="1188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图片 55" descr="图标&#10;&#10;AI 生成的内容可能不正确。">
              <a:extLst>
                <a:ext uri="{FF2B5EF4-FFF2-40B4-BE49-F238E27FC236}">
                  <a16:creationId xmlns:a16="http://schemas.microsoft.com/office/drawing/2014/main" id="{28687723-C8B5-FE4B-1DAE-73611BBE4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743075" y="2872794"/>
              <a:ext cx="216000" cy="145046"/>
            </a:xfrm>
            <a:prstGeom prst="rect">
              <a:avLst/>
            </a:prstGeom>
          </p:spPr>
        </p:pic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5C49A757-B4EF-17DB-7CC2-63FE665C0D5E}"/>
                </a:ext>
              </a:extLst>
            </p:cNvPr>
            <p:cNvSpPr txBox="1"/>
            <p:nvPr/>
          </p:nvSpPr>
          <p:spPr>
            <a:xfrm>
              <a:off x="5262377" y="2669550"/>
              <a:ext cx="748924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Charging station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9B7B8C9B-95DB-220C-139F-245DCFAA7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1" t="4449" r="4023" b="3329"/>
            <a:stretch>
              <a:fillRect/>
            </a:stretch>
          </p:blipFill>
          <p:spPr>
            <a:xfrm>
              <a:off x="5513180" y="3311816"/>
              <a:ext cx="216000" cy="213447"/>
            </a:xfrm>
            <a:prstGeom prst="rect">
              <a:avLst/>
            </a:prstGeom>
          </p:spPr>
        </p:pic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EE81F1E8-AD41-F662-4573-C30F65B28CB1}"/>
                </a:ext>
              </a:extLst>
            </p:cNvPr>
            <p:cNvSpPr/>
            <p:nvPr/>
          </p:nvSpPr>
          <p:spPr>
            <a:xfrm rot="5400000">
              <a:off x="4515036" y="3265253"/>
              <a:ext cx="57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500DC194-D93A-7B49-1087-F2D10758D209}"/>
                </a:ext>
              </a:extLst>
            </p:cNvPr>
            <p:cNvSpPr/>
            <p:nvPr/>
          </p:nvSpPr>
          <p:spPr>
            <a:xfrm>
              <a:off x="4838921" y="3517156"/>
              <a:ext cx="1188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D8AE337C-3B8D-8A6A-FD25-9DECEB1E2C29}"/>
                </a:ext>
              </a:extLst>
            </p:cNvPr>
            <p:cNvCxnSpPr>
              <a:cxnSpLocks/>
              <a:stCxn id="94" idx="1"/>
              <a:endCxn id="94" idx="3"/>
            </p:cNvCxnSpPr>
            <p:nvPr/>
          </p:nvCxnSpPr>
          <p:spPr>
            <a:xfrm>
              <a:off x="4838921" y="3553156"/>
              <a:ext cx="1188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6BE8BBD5-F39A-0DA7-7B0B-89DDA21DA0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3036" y="3046595"/>
              <a:ext cx="0" cy="50400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箭头连接符 101">
              <a:extLst>
                <a:ext uri="{FF2B5EF4-FFF2-40B4-BE49-F238E27FC236}">
                  <a16:creationId xmlns:a16="http://schemas.microsoft.com/office/drawing/2014/main" id="{688829AC-1871-9B68-C52A-D5BA0C4E0622}"/>
                </a:ext>
              </a:extLst>
            </p:cNvPr>
            <p:cNvCxnSpPr>
              <a:cxnSpLocks/>
              <a:stCxn id="249" idx="3"/>
              <a:endCxn id="78" idx="3"/>
            </p:cNvCxnSpPr>
            <p:nvPr/>
          </p:nvCxnSpPr>
          <p:spPr>
            <a:xfrm flipV="1">
              <a:off x="5619608" y="3418540"/>
              <a:ext cx="109572" cy="887968"/>
            </a:xfrm>
            <a:prstGeom prst="bentConnector3">
              <a:avLst>
                <a:gd name="adj1" fmla="val 308630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9F2D1291-8E7A-4E6E-33D9-23DF0EA9C2AB}"/>
                </a:ext>
              </a:extLst>
            </p:cNvPr>
            <p:cNvCxnSpPr>
              <a:cxnSpLocks/>
              <a:stCxn id="57" idx="1"/>
            </p:cNvCxnSpPr>
            <p:nvPr/>
          </p:nvCxnSpPr>
          <p:spPr>
            <a:xfrm flipH="1">
              <a:off x="2344488" y="2903450"/>
              <a:ext cx="270257" cy="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箭头连接符 49">
              <a:extLst>
                <a:ext uri="{FF2B5EF4-FFF2-40B4-BE49-F238E27FC236}">
                  <a16:creationId xmlns:a16="http://schemas.microsoft.com/office/drawing/2014/main" id="{14866DEF-648B-B016-9B54-04A1160D442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560532" y="2330289"/>
              <a:ext cx="874" cy="432000"/>
            </a:xfrm>
            <a:prstGeom prst="bentConnector3">
              <a:avLst>
                <a:gd name="adj1" fmla="val -4722540"/>
              </a:avLst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9" name="图片 178" descr="图标&#10;&#10;AI 生成的内容可能不正确。">
              <a:extLst>
                <a:ext uri="{FF2B5EF4-FFF2-40B4-BE49-F238E27FC236}">
                  <a16:creationId xmlns:a16="http://schemas.microsoft.com/office/drawing/2014/main" id="{1C34D2C5-51C3-5643-83B0-C9BDD6173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513180" y="2873074"/>
              <a:ext cx="216000" cy="145046"/>
            </a:xfrm>
            <a:prstGeom prst="rect">
              <a:avLst/>
            </a:prstGeom>
          </p:spPr>
        </p:pic>
        <p:pic>
          <p:nvPicPr>
            <p:cNvPr id="214" name="图片 213" descr="图标&#10;&#10;AI 生成的内容可能不正确。">
              <a:extLst>
                <a:ext uri="{FF2B5EF4-FFF2-40B4-BE49-F238E27FC236}">
                  <a16:creationId xmlns:a16="http://schemas.microsoft.com/office/drawing/2014/main" id="{F8E2E2F8-A279-C3B7-31A4-8871E997C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28172" y="2813208"/>
              <a:ext cx="216000" cy="216000"/>
            </a:xfrm>
            <a:prstGeom prst="rect">
              <a:avLst/>
            </a:prstGeom>
          </p:spPr>
        </p:pic>
        <p:pic>
          <p:nvPicPr>
            <p:cNvPr id="222" name="图片 221" descr="图标&#10;&#10;AI 生成的内容可能不正确。">
              <a:extLst>
                <a:ext uri="{FF2B5EF4-FFF2-40B4-BE49-F238E27FC236}">
                  <a16:creationId xmlns:a16="http://schemas.microsoft.com/office/drawing/2014/main" id="{F9F19631-ADC7-92FB-985E-B7DEF0A4D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0397" y="3301654"/>
              <a:ext cx="216000" cy="216000"/>
            </a:xfrm>
            <a:prstGeom prst="rect">
              <a:avLst/>
            </a:prstGeom>
          </p:spPr>
        </p:pic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E97FF33E-FFA9-27D7-916C-E24F6E0CFF64}"/>
                </a:ext>
              </a:extLst>
            </p:cNvPr>
            <p:cNvCxnSpPr>
              <a:cxnSpLocks/>
              <a:stCxn id="78" idx="0"/>
              <a:endCxn id="179" idx="2"/>
            </p:cNvCxnSpPr>
            <p:nvPr/>
          </p:nvCxnSpPr>
          <p:spPr>
            <a:xfrm flipV="1">
              <a:off x="5621180" y="3018120"/>
              <a:ext cx="0" cy="293696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73023FAE-6993-4F83-EC0E-3003D04AE201}"/>
                </a:ext>
              </a:extLst>
            </p:cNvPr>
            <p:cNvCxnSpPr>
              <a:cxnSpLocks/>
              <a:stCxn id="222" idx="0"/>
              <a:endCxn id="344" idx="2"/>
            </p:cNvCxnSpPr>
            <p:nvPr/>
          </p:nvCxnSpPr>
          <p:spPr>
            <a:xfrm flipV="1">
              <a:off x="5368397" y="3018120"/>
              <a:ext cx="1000" cy="283534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箭头连接符 233">
              <a:extLst>
                <a:ext uri="{FF2B5EF4-FFF2-40B4-BE49-F238E27FC236}">
                  <a16:creationId xmlns:a16="http://schemas.microsoft.com/office/drawing/2014/main" id="{CCD1DF83-EE39-7370-F385-F7963C09F3D3}"/>
                </a:ext>
              </a:extLst>
            </p:cNvPr>
            <p:cNvCxnSpPr>
              <a:cxnSpLocks/>
              <a:stCxn id="343" idx="0"/>
              <a:endCxn id="214" idx="2"/>
            </p:cNvCxnSpPr>
            <p:nvPr/>
          </p:nvCxnSpPr>
          <p:spPr>
            <a:xfrm flipH="1" flipV="1">
              <a:off x="5136172" y="3029208"/>
              <a:ext cx="2315" cy="28598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90983D1E-55F7-904E-ECF2-8624F7A810A0}"/>
                </a:ext>
              </a:extLst>
            </p:cNvPr>
            <p:cNvSpPr txBox="1"/>
            <p:nvPr/>
          </p:nvSpPr>
          <p:spPr>
            <a:xfrm>
              <a:off x="5599893" y="3150281"/>
              <a:ext cx="498856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End-user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EDBBCA1B-C63F-EAB4-DB13-BD5D6FB71E91}"/>
                </a:ext>
              </a:extLst>
            </p:cNvPr>
            <p:cNvCxnSpPr>
              <a:cxnSpLocks/>
              <a:stCxn id="129" idx="3"/>
              <a:endCxn id="78" idx="2"/>
            </p:cNvCxnSpPr>
            <p:nvPr/>
          </p:nvCxnSpPr>
          <p:spPr>
            <a:xfrm flipV="1">
              <a:off x="4950032" y="3525263"/>
              <a:ext cx="671148" cy="290680"/>
            </a:xfrm>
            <a:prstGeom prst="bentConnector2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CE63ABE4-CA57-8704-D120-2FFAADBC4337}"/>
                </a:ext>
              </a:extLst>
            </p:cNvPr>
            <p:cNvCxnSpPr>
              <a:cxnSpLocks/>
              <a:endCxn id="222" idx="2"/>
            </p:cNvCxnSpPr>
            <p:nvPr/>
          </p:nvCxnSpPr>
          <p:spPr>
            <a:xfrm flipV="1">
              <a:off x="5368397" y="3517654"/>
              <a:ext cx="0" cy="298288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箭头连接符 300">
              <a:extLst>
                <a:ext uri="{FF2B5EF4-FFF2-40B4-BE49-F238E27FC236}">
                  <a16:creationId xmlns:a16="http://schemas.microsoft.com/office/drawing/2014/main" id="{DA5F2410-3FCF-CA2B-E366-1C3CB37FA233}"/>
                </a:ext>
              </a:extLst>
            </p:cNvPr>
            <p:cNvCxnSpPr>
              <a:cxnSpLocks/>
            </p:cNvCxnSpPr>
            <p:nvPr/>
          </p:nvCxnSpPr>
          <p:spPr>
            <a:xfrm>
              <a:off x="1865618" y="3051932"/>
              <a:ext cx="0" cy="33921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3" name="图片 342" descr="图标&#10;&#10;AI 生成的内容可能不正确。">
              <a:extLst>
                <a:ext uri="{FF2B5EF4-FFF2-40B4-BE49-F238E27FC236}">
                  <a16:creationId xmlns:a16="http://schemas.microsoft.com/office/drawing/2014/main" id="{E1733B92-750F-E6CB-106D-E90F76753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0487" y="3315189"/>
              <a:ext cx="216000" cy="216000"/>
            </a:xfrm>
            <a:prstGeom prst="rect">
              <a:avLst/>
            </a:prstGeom>
          </p:spPr>
        </p:pic>
        <p:pic>
          <p:nvPicPr>
            <p:cNvPr id="344" name="图片 343" descr="图标&#10;&#10;AI 生成的内容可能不正确。">
              <a:extLst>
                <a:ext uri="{FF2B5EF4-FFF2-40B4-BE49-F238E27FC236}">
                  <a16:creationId xmlns:a16="http://schemas.microsoft.com/office/drawing/2014/main" id="{E95102A8-4A21-09BF-AF10-C18E1137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261397" y="2873074"/>
              <a:ext cx="216000" cy="145046"/>
            </a:xfrm>
            <a:prstGeom prst="rect">
              <a:avLst/>
            </a:prstGeom>
          </p:spPr>
        </p:pic>
        <p:cxnSp>
          <p:nvCxnSpPr>
            <p:cNvPr id="352" name="直接箭头连接符 351">
              <a:extLst>
                <a:ext uri="{FF2B5EF4-FFF2-40B4-BE49-F238E27FC236}">
                  <a16:creationId xmlns:a16="http://schemas.microsoft.com/office/drawing/2014/main" id="{0D36EC36-3534-7D16-C333-7B5F087CF298}"/>
                </a:ext>
              </a:extLst>
            </p:cNvPr>
            <p:cNvCxnSpPr>
              <a:cxnSpLocks/>
              <a:endCxn id="343" idx="2"/>
            </p:cNvCxnSpPr>
            <p:nvPr/>
          </p:nvCxnSpPr>
          <p:spPr>
            <a:xfrm flipV="1">
              <a:off x="5138487" y="3531189"/>
              <a:ext cx="0" cy="284753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8" name="图片 67" descr="图标&#10;&#10;AI 生成的内容可能不正确。">
              <a:extLst>
                <a:ext uri="{FF2B5EF4-FFF2-40B4-BE49-F238E27FC236}">
                  <a16:creationId xmlns:a16="http://schemas.microsoft.com/office/drawing/2014/main" id="{924BEA93-CC36-F430-169E-285F752AC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ackgroundRemoval t="9961" b="89844" l="7422" r="91992">
                          <a14:foregroundMark x1="8203" y1="42188" x2="7422" y2="52148"/>
                          <a14:foregroundMark x1="7422" y1="52148" x2="7813" y2="53711"/>
                          <a14:foregroundMark x1="91602" y1="33789" x2="91992" y2="51953"/>
                          <a14:backgroundMark x1="13281" y1="74609" x2="67773" y2="75977"/>
                          <a14:backgroundMark x1="67773" y1="75977" x2="89844" y2="75195"/>
                          <a14:backgroundMark x1="8398" y1="69336" x2="34570" y2="70508"/>
                          <a14:backgroundMark x1="34570" y1="70508" x2="42773" y2="66992"/>
                          <a14:backgroundMark x1="50000" y1="69141" x2="66406" y2="69336"/>
                          <a14:backgroundMark x1="66406" y1="69336" x2="79297" y2="68555"/>
                          <a14:backgroundMark x1="79297" y1="68555" x2="88867" y2="687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661" b="29092"/>
            <a:stretch>
              <a:fillRect/>
            </a:stretch>
          </p:blipFill>
          <p:spPr>
            <a:xfrm>
              <a:off x="4765650" y="2935805"/>
              <a:ext cx="216000" cy="110693"/>
            </a:xfrm>
            <a:prstGeom prst="rect">
              <a:avLst/>
            </a:prstGeom>
          </p:spPr>
        </p:pic>
        <p:pic>
          <p:nvPicPr>
            <p:cNvPr id="6" name="图片 5" descr="图片包含 形状&#10;&#10;AI 生成的内容可能不正确。">
              <a:extLst>
                <a:ext uri="{FF2B5EF4-FFF2-40B4-BE49-F238E27FC236}">
                  <a16:creationId xmlns:a16="http://schemas.microsoft.com/office/drawing/2014/main" id="{8BFED0A3-ABC7-05F9-07D2-D6443CDB2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9493" y="3637304"/>
              <a:ext cx="288000" cy="288000"/>
            </a:xfrm>
            <a:prstGeom prst="rect">
              <a:avLst/>
            </a:prstGeom>
          </p:spPr>
        </p:pic>
        <p:cxnSp>
          <p:nvCxnSpPr>
            <p:cNvPr id="9" name="直接箭头连接符 101">
              <a:extLst>
                <a:ext uri="{FF2B5EF4-FFF2-40B4-BE49-F238E27FC236}">
                  <a16:creationId xmlns:a16="http://schemas.microsoft.com/office/drawing/2014/main" id="{E3A267B0-A550-6280-4768-1FB5B072894C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1763493" y="3925304"/>
              <a:ext cx="1052" cy="148879"/>
            </a:xfrm>
            <a:prstGeom prst="straightConnector1">
              <a:avLst/>
            </a:prstGeom>
            <a:ln w="6350">
              <a:solidFill>
                <a:schemeClr val="accent3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36A53F1B-FA88-AC38-22C9-35BC27021EDE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1763493" y="3395331"/>
              <a:ext cx="0" cy="241973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2DFB7A0-D0FB-AD36-302C-6A3531D8C222}"/>
                </a:ext>
              </a:extLst>
            </p:cNvPr>
            <p:cNvSpPr txBox="1"/>
            <p:nvPr/>
          </p:nvSpPr>
          <p:spPr>
            <a:xfrm>
              <a:off x="1843536" y="3692976"/>
              <a:ext cx="744114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Green hydrogen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8" name="图片 47" descr="黑暗的风车&#10;&#10;AI 生成的内容可能不正确。">
              <a:extLst>
                <a:ext uri="{FF2B5EF4-FFF2-40B4-BE49-F238E27FC236}">
                  <a16:creationId xmlns:a16="http://schemas.microsoft.com/office/drawing/2014/main" id="{65CDAADF-FB71-B99B-A073-49A3FEFF0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2150100" y="2115216"/>
              <a:ext cx="432000" cy="452219"/>
            </a:xfrm>
            <a:prstGeom prst="rect">
              <a:avLst/>
            </a:prstGeom>
          </p:spPr>
        </p:pic>
        <p:pic>
          <p:nvPicPr>
            <p:cNvPr id="49" name="图片 48" descr="黑暗的风车&#10;&#10;AI 生成的内容可能不正确。">
              <a:extLst>
                <a:ext uri="{FF2B5EF4-FFF2-40B4-BE49-F238E27FC236}">
                  <a16:creationId xmlns:a16="http://schemas.microsoft.com/office/drawing/2014/main" id="{4347924A-56E3-96EE-F1A0-FD9EB256C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2582100" y="2114342"/>
              <a:ext cx="432000" cy="452219"/>
            </a:xfrm>
            <a:prstGeom prst="rect">
              <a:avLst/>
            </a:prstGeom>
          </p:spPr>
        </p:pic>
        <p:sp>
          <p:nvSpPr>
            <p:cNvPr id="75" name="任意多边形: 形状 74">
              <a:extLst>
                <a:ext uri="{FF2B5EF4-FFF2-40B4-BE49-F238E27FC236}">
                  <a16:creationId xmlns:a16="http://schemas.microsoft.com/office/drawing/2014/main" id="{96C7FFB4-EF94-72BE-7DA5-18EC1CD9E9E7}"/>
                </a:ext>
              </a:extLst>
            </p:cNvPr>
            <p:cNvSpPr/>
            <p:nvPr/>
          </p:nvSpPr>
          <p:spPr>
            <a:xfrm>
              <a:off x="3764213" y="3015859"/>
              <a:ext cx="2088000" cy="379412"/>
            </a:xfrm>
            <a:custGeom>
              <a:avLst/>
              <a:gdLst>
                <a:gd name="connsiteX0" fmla="*/ 0 w 2119313"/>
                <a:gd name="connsiteY0" fmla="*/ 377825 h 379412"/>
                <a:gd name="connsiteX1" fmla="*/ 874713 w 2119313"/>
                <a:gd name="connsiteY1" fmla="*/ 379412 h 379412"/>
                <a:gd name="connsiteX2" fmla="*/ 874713 w 2119313"/>
                <a:gd name="connsiteY2" fmla="*/ 104775 h 379412"/>
                <a:gd name="connsiteX3" fmla="*/ 2119313 w 2119313"/>
                <a:gd name="connsiteY3" fmla="*/ 106362 h 379412"/>
                <a:gd name="connsiteX4" fmla="*/ 2117725 w 2119313"/>
                <a:gd name="connsiteY4" fmla="*/ 0 h 379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19313" h="379412">
                  <a:moveTo>
                    <a:pt x="0" y="377825"/>
                  </a:moveTo>
                  <a:lnTo>
                    <a:pt x="874713" y="379412"/>
                  </a:lnTo>
                  <a:lnTo>
                    <a:pt x="874713" y="104775"/>
                  </a:lnTo>
                  <a:lnTo>
                    <a:pt x="2119313" y="106362"/>
                  </a:lnTo>
                  <a:cubicBezTo>
                    <a:pt x="2118784" y="70908"/>
                    <a:pt x="2118254" y="35454"/>
                    <a:pt x="2117725" y="0"/>
                  </a:cubicBezTo>
                </a:path>
              </a:pathLst>
            </a:custGeom>
            <a:noFill/>
            <a:ln w="6350">
              <a:solidFill>
                <a:schemeClr val="accent1"/>
              </a:solidFill>
              <a:headEnd type="stealth" w="sm" len="sm"/>
              <a:tailEnd type="stealth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" name="圆柱体 155">
              <a:extLst>
                <a:ext uri="{FF2B5EF4-FFF2-40B4-BE49-F238E27FC236}">
                  <a16:creationId xmlns:a16="http://schemas.microsoft.com/office/drawing/2014/main" id="{A48C1709-E33B-07B3-078E-E097890A1792}"/>
                </a:ext>
              </a:extLst>
            </p:cNvPr>
            <p:cNvSpPr/>
            <p:nvPr/>
          </p:nvSpPr>
          <p:spPr>
            <a:xfrm rot="16200000">
              <a:off x="3383981" y="2128799"/>
              <a:ext cx="36000" cy="4356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pic>
          <p:nvPicPr>
            <p:cNvPr id="8" name="图片 7" descr="图标&#10;&#10;AI 生成的内容可能不正确。">
              <a:extLst>
                <a:ext uri="{FF2B5EF4-FFF2-40B4-BE49-F238E27FC236}">
                  <a16:creationId xmlns:a16="http://schemas.microsoft.com/office/drawing/2014/main" id="{906520D4-99D8-99B0-7123-AB5A54D95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0545" y="4074183"/>
              <a:ext cx="288000" cy="288000"/>
            </a:xfrm>
            <a:prstGeom prst="rect">
              <a:avLst/>
            </a:prstGeom>
          </p:spPr>
        </p:pic>
        <p:sp>
          <p:nvSpPr>
            <p:cNvPr id="143" name="圆柱体 142">
              <a:extLst>
                <a:ext uri="{FF2B5EF4-FFF2-40B4-BE49-F238E27FC236}">
                  <a16:creationId xmlns:a16="http://schemas.microsoft.com/office/drawing/2014/main" id="{34B021A7-8209-2612-5C96-B432FEE40AC9}"/>
                </a:ext>
              </a:extLst>
            </p:cNvPr>
            <p:cNvSpPr/>
            <p:nvPr/>
          </p:nvSpPr>
          <p:spPr>
            <a:xfrm>
              <a:off x="2676133" y="4107614"/>
              <a:ext cx="36000" cy="180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56B1B7F3-440F-F0D0-0514-0F255F2C914B}"/>
                </a:ext>
              </a:extLst>
            </p:cNvPr>
            <p:cNvSpPr/>
            <p:nvPr/>
          </p:nvSpPr>
          <p:spPr>
            <a:xfrm>
              <a:off x="2657014" y="42705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D6096CF2-D396-26A8-B8F6-E2D6F6357E95}"/>
                </a:ext>
              </a:extLst>
            </p:cNvPr>
            <p:cNvSpPr txBox="1"/>
            <p:nvPr/>
          </p:nvSpPr>
          <p:spPr>
            <a:xfrm>
              <a:off x="3771231" y="4104721"/>
              <a:ext cx="61747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Gas network</a:t>
              </a:r>
              <a:endParaRPr lang="en-GB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7C10AFB7-9B68-1526-C523-9D7B03E26381}"/>
              </a:ext>
            </a:extLst>
          </p:cNvPr>
          <p:cNvSpPr/>
          <p:nvPr/>
        </p:nvSpPr>
        <p:spPr>
          <a:xfrm>
            <a:off x="1633922" y="1622977"/>
            <a:ext cx="486000" cy="712787"/>
          </a:xfrm>
          <a:custGeom>
            <a:avLst/>
            <a:gdLst>
              <a:gd name="connsiteX0" fmla="*/ 0 w 500063"/>
              <a:gd name="connsiteY0" fmla="*/ 0 h 712787"/>
              <a:gd name="connsiteX1" fmla="*/ 1588 w 500063"/>
              <a:gd name="connsiteY1" fmla="*/ 712787 h 712787"/>
              <a:gd name="connsiteX2" fmla="*/ 500063 w 500063"/>
              <a:gd name="connsiteY2" fmla="*/ 711200 h 71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0063" h="712787">
                <a:moveTo>
                  <a:pt x="0" y="0"/>
                </a:moveTo>
                <a:cubicBezTo>
                  <a:pt x="529" y="237596"/>
                  <a:pt x="1059" y="475191"/>
                  <a:pt x="1588" y="712787"/>
                </a:cubicBezTo>
                <a:lnTo>
                  <a:pt x="500063" y="71120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DEBA70-9EBD-B67D-205F-C2C86E995204}"/>
              </a:ext>
            </a:extLst>
          </p:cNvPr>
          <p:cNvSpPr txBox="1"/>
          <p:nvPr/>
        </p:nvSpPr>
        <p:spPr>
          <a:xfrm>
            <a:off x="1292899" y="1701937"/>
            <a:ext cx="684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balancing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7DE2D8EA-F97E-E6E9-4CC8-CA24DBC358EF}"/>
              </a:ext>
            </a:extLst>
          </p:cNvPr>
          <p:cNvSpPr/>
          <p:nvPr/>
        </p:nvSpPr>
        <p:spPr>
          <a:xfrm>
            <a:off x="3328988" y="1620838"/>
            <a:ext cx="182563" cy="1273175"/>
          </a:xfrm>
          <a:custGeom>
            <a:avLst/>
            <a:gdLst>
              <a:gd name="connsiteX0" fmla="*/ 182563 w 182563"/>
              <a:gd name="connsiteY0" fmla="*/ 0 h 1273175"/>
              <a:gd name="connsiteX1" fmla="*/ 182563 w 182563"/>
              <a:gd name="connsiteY1" fmla="*/ 1273175 h 1273175"/>
              <a:gd name="connsiteX2" fmla="*/ 0 w 182563"/>
              <a:gd name="connsiteY2" fmla="*/ 1273175 h 127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2563" h="1273175">
                <a:moveTo>
                  <a:pt x="182563" y="0"/>
                </a:moveTo>
                <a:lnTo>
                  <a:pt x="182563" y="1273175"/>
                </a:lnTo>
                <a:lnTo>
                  <a:pt x="0" y="1273175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C2F98F-6DBE-B096-0FC8-966E591BE424}"/>
              </a:ext>
            </a:extLst>
          </p:cNvPr>
          <p:cNvSpPr txBox="1"/>
          <p:nvPr/>
        </p:nvSpPr>
        <p:spPr>
          <a:xfrm>
            <a:off x="3224725" y="1701937"/>
            <a:ext cx="576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Load ramping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DCEA0126-BF7C-FE77-A0BF-8E22D312A076}"/>
              </a:ext>
            </a:extLst>
          </p:cNvPr>
          <p:cNvSpPr/>
          <p:nvPr/>
        </p:nvSpPr>
        <p:spPr>
          <a:xfrm>
            <a:off x="2936080" y="1619250"/>
            <a:ext cx="2340000" cy="1600200"/>
          </a:xfrm>
          <a:custGeom>
            <a:avLst/>
            <a:gdLst>
              <a:gd name="connsiteX0" fmla="*/ 0 w 2297907"/>
              <a:gd name="connsiteY0" fmla="*/ 1600200 h 1600200"/>
              <a:gd name="connsiteX1" fmla="*/ 2382 w 2297907"/>
              <a:gd name="connsiteY1" fmla="*/ 1478756 h 1600200"/>
              <a:gd name="connsiteX2" fmla="*/ 1309688 w 2297907"/>
              <a:gd name="connsiteY2" fmla="*/ 1473994 h 1600200"/>
              <a:gd name="connsiteX3" fmla="*/ 1307307 w 2297907"/>
              <a:gd name="connsiteY3" fmla="*/ 647700 h 1600200"/>
              <a:gd name="connsiteX4" fmla="*/ 2297907 w 2297907"/>
              <a:gd name="connsiteY4" fmla="*/ 647700 h 1600200"/>
              <a:gd name="connsiteX5" fmla="*/ 2297907 w 2297907"/>
              <a:gd name="connsiteY5" fmla="*/ 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7907" h="1600200">
                <a:moveTo>
                  <a:pt x="0" y="1600200"/>
                </a:moveTo>
                <a:lnTo>
                  <a:pt x="2382" y="1478756"/>
                </a:lnTo>
                <a:lnTo>
                  <a:pt x="1309688" y="1473994"/>
                </a:lnTo>
                <a:cubicBezTo>
                  <a:pt x="1308894" y="1198563"/>
                  <a:pt x="1308101" y="923131"/>
                  <a:pt x="1307307" y="647700"/>
                </a:cubicBezTo>
                <a:lnTo>
                  <a:pt x="2297907" y="647700"/>
                </a:lnTo>
                <a:lnTo>
                  <a:pt x="2297907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173F12BA-4E9A-7177-E510-BE38C73F02E6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3618639" y="3095625"/>
            <a:ext cx="0" cy="153903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5D390A68-29D1-F925-1B70-BD6E0BA75AA6}"/>
              </a:ext>
            </a:extLst>
          </p:cNvPr>
          <p:cNvSpPr txBox="1"/>
          <p:nvPr/>
        </p:nvSpPr>
        <p:spPr>
          <a:xfrm>
            <a:off x="4791249" y="1705797"/>
            <a:ext cx="972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Congestion management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FE37B4C3-D167-AE76-74CE-C0BB92BC17E3}"/>
              </a:ext>
            </a:extLst>
          </p:cNvPr>
          <p:cNvSpPr/>
          <p:nvPr/>
        </p:nvSpPr>
        <p:spPr>
          <a:xfrm>
            <a:off x="1574007" y="3574256"/>
            <a:ext cx="1366838" cy="1316832"/>
          </a:xfrm>
          <a:custGeom>
            <a:avLst/>
            <a:gdLst>
              <a:gd name="connsiteX0" fmla="*/ 1364456 w 1366838"/>
              <a:gd name="connsiteY0" fmla="*/ 0 h 1316832"/>
              <a:gd name="connsiteX1" fmla="*/ 1366838 w 1366838"/>
              <a:gd name="connsiteY1" fmla="*/ 933450 h 1316832"/>
              <a:gd name="connsiteX2" fmla="*/ 0 w 1366838"/>
              <a:gd name="connsiteY2" fmla="*/ 933450 h 1316832"/>
              <a:gd name="connsiteX3" fmla="*/ 0 w 1366838"/>
              <a:gd name="connsiteY3" fmla="*/ 1316832 h 131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6838" h="1316832">
                <a:moveTo>
                  <a:pt x="1364456" y="0"/>
                </a:moveTo>
                <a:lnTo>
                  <a:pt x="1366838" y="933450"/>
                </a:lnTo>
                <a:lnTo>
                  <a:pt x="0" y="933450"/>
                </a:lnTo>
                <a:lnTo>
                  <a:pt x="0" y="1316832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7A06C7-6813-F44C-D652-B63C40F30AF6}"/>
              </a:ext>
            </a:extLst>
          </p:cNvPr>
          <p:cNvSpPr txBox="1"/>
          <p:nvPr/>
        </p:nvSpPr>
        <p:spPr>
          <a:xfrm>
            <a:off x="1178757" y="4617199"/>
            <a:ext cx="792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Frequency response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02D64A89-4E20-3AF7-85A4-4545F00C3A10}"/>
              </a:ext>
            </a:extLst>
          </p:cNvPr>
          <p:cNvSpPr/>
          <p:nvPr/>
        </p:nvSpPr>
        <p:spPr>
          <a:xfrm>
            <a:off x="3443289" y="3538538"/>
            <a:ext cx="178594" cy="1347787"/>
          </a:xfrm>
          <a:custGeom>
            <a:avLst/>
            <a:gdLst>
              <a:gd name="connsiteX0" fmla="*/ 178594 w 178594"/>
              <a:gd name="connsiteY0" fmla="*/ 0 h 1347787"/>
              <a:gd name="connsiteX1" fmla="*/ 178594 w 178594"/>
              <a:gd name="connsiteY1" fmla="*/ 976312 h 1347787"/>
              <a:gd name="connsiteX2" fmla="*/ 0 w 178594"/>
              <a:gd name="connsiteY2" fmla="*/ 978693 h 1347787"/>
              <a:gd name="connsiteX3" fmla="*/ 2382 w 178594"/>
              <a:gd name="connsiteY3" fmla="*/ 1347787 h 1347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594" h="1347787">
                <a:moveTo>
                  <a:pt x="178594" y="0"/>
                </a:moveTo>
                <a:lnTo>
                  <a:pt x="178594" y="976312"/>
                </a:lnTo>
                <a:lnTo>
                  <a:pt x="0" y="978693"/>
                </a:lnTo>
                <a:lnTo>
                  <a:pt x="2382" y="1347787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08F4BF-D7B4-7A82-4B50-798A420F7360}"/>
              </a:ext>
            </a:extLst>
          </p:cNvPr>
          <p:cNvSpPr txBox="1"/>
          <p:nvPr/>
        </p:nvSpPr>
        <p:spPr>
          <a:xfrm>
            <a:off x="3082967" y="4622216"/>
            <a:ext cx="720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Voltage regulation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8C22385-A979-C362-354B-27AE7F078C45}"/>
              </a:ext>
            </a:extLst>
          </p:cNvPr>
          <p:cNvGrpSpPr/>
          <p:nvPr/>
        </p:nvGrpSpPr>
        <p:grpSpPr>
          <a:xfrm>
            <a:off x="5194282" y="3527504"/>
            <a:ext cx="504000" cy="144000"/>
            <a:chOff x="6042007" y="3683794"/>
            <a:chExt cx="504000" cy="144000"/>
          </a:xfrm>
        </p:grpSpPr>
        <p:sp>
          <p:nvSpPr>
            <p:cNvPr id="2" name="任意多边形: 形状 1">
              <a:extLst>
                <a:ext uri="{FF2B5EF4-FFF2-40B4-BE49-F238E27FC236}">
                  <a16:creationId xmlns:a16="http://schemas.microsoft.com/office/drawing/2014/main" id="{6D125984-A2DE-BD07-DD45-DB8352E71462}"/>
                </a:ext>
              </a:extLst>
            </p:cNvPr>
            <p:cNvSpPr/>
            <p:nvPr/>
          </p:nvSpPr>
          <p:spPr>
            <a:xfrm>
              <a:off x="6042007" y="3683794"/>
              <a:ext cx="504000" cy="144000"/>
            </a:xfrm>
            <a:custGeom>
              <a:avLst/>
              <a:gdLst>
                <a:gd name="connsiteX0" fmla="*/ 0 w 1481138"/>
                <a:gd name="connsiteY0" fmla="*/ 1587 h 217487"/>
                <a:gd name="connsiteX1" fmla="*/ 0 w 1481138"/>
                <a:gd name="connsiteY1" fmla="*/ 215900 h 217487"/>
                <a:gd name="connsiteX2" fmla="*/ 1481138 w 1481138"/>
                <a:gd name="connsiteY2" fmla="*/ 217487 h 217487"/>
                <a:gd name="connsiteX3" fmla="*/ 1481138 w 1481138"/>
                <a:gd name="connsiteY3" fmla="*/ 0 h 217487"/>
                <a:gd name="connsiteX4" fmla="*/ 1481138 w 1481138"/>
                <a:gd name="connsiteY4" fmla="*/ 0 h 21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1138" h="217487">
                  <a:moveTo>
                    <a:pt x="0" y="1587"/>
                  </a:moveTo>
                  <a:lnTo>
                    <a:pt x="0" y="215900"/>
                  </a:lnTo>
                  <a:lnTo>
                    <a:pt x="1481138" y="217487"/>
                  </a:lnTo>
                  <a:lnTo>
                    <a:pt x="1481138" y="0"/>
                  </a:lnTo>
                  <a:lnTo>
                    <a:pt x="1481138" y="0"/>
                  </a:lnTo>
                </a:path>
              </a:pathLst>
            </a:cu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B4F881A5-45AE-8209-6AF8-7E40AA644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4007" y="3683794"/>
              <a:ext cx="0" cy="14400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BEC28A72-C02E-3B6F-559D-969692ABE7EF}"/>
              </a:ext>
            </a:extLst>
          </p:cNvPr>
          <p:cNvSpPr/>
          <p:nvPr/>
        </p:nvSpPr>
        <p:spPr>
          <a:xfrm>
            <a:off x="5292730" y="3671888"/>
            <a:ext cx="554831" cy="1214437"/>
          </a:xfrm>
          <a:custGeom>
            <a:avLst/>
            <a:gdLst>
              <a:gd name="connsiteX0" fmla="*/ 423863 w 554831"/>
              <a:gd name="connsiteY0" fmla="*/ 0 h 1214437"/>
              <a:gd name="connsiteX1" fmla="*/ 552450 w 554831"/>
              <a:gd name="connsiteY1" fmla="*/ 0 h 1214437"/>
              <a:gd name="connsiteX2" fmla="*/ 554831 w 554831"/>
              <a:gd name="connsiteY2" fmla="*/ 854868 h 1214437"/>
              <a:gd name="connsiteX3" fmla="*/ 0 w 554831"/>
              <a:gd name="connsiteY3" fmla="*/ 857250 h 1214437"/>
              <a:gd name="connsiteX4" fmla="*/ 0 w 554831"/>
              <a:gd name="connsiteY4" fmla="*/ 1214437 h 121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831" h="1214437">
                <a:moveTo>
                  <a:pt x="423863" y="0"/>
                </a:moveTo>
                <a:lnTo>
                  <a:pt x="552450" y="0"/>
                </a:lnTo>
                <a:cubicBezTo>
                  <a:pt x="553244" y="284956"/>
                  <a:pt x="554037" y="569912"/>
                  <a:pt x="554831" y="854868"/>
                </a:cubicBezTo>
                <a:lnTo>
                  <a:pt x="0" y="857250"/>
                </a:lnTo>
                <a:lnTo>
                  <a:pt x="0" y="1214437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DFEBD46-B495-9725-C15F-1974ACDBAE52}"/>
              </a:ext>
            </a:extLst>
          </p:cNvPr>
          <p:cNvSpPr txBox="1"/>
          <p:nvPr/>
        </p:nvSpPr>
        <p:spPr>
          <a:xfrm>
            <a:off x="4824140" y="4617199"/>
            <a:ext cx="93600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Resilience enhancement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9" name="图表 38">
            <a:extLst>
              <a:ext uri="{FF2B5EF4-FFF2-40B4-BE49-F238E27FC236}">
                <a16:creationId xmlns:a16="http://schemas.microsoft.com/office/drawing/2014/main" id="{00AF3A6D-C3DF-D00F-B782-AB27CCE83A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6233138"/>
              </p:ext>
            </p:extLst>
          </p:nvPr>
        </p:nvGraphicFramePr>
        <p:xfrm>
          <a:off x="870388" y="1144191"/>
          <a:ext cx="1548000" cy="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>
        <p:nvSpPr>
          <p:cNvPr id="63" name="文本框 62">
            <a:extLst>
              <a:ext uri="{FF2B5EF4-FFF2-40B4-BE49-F238E27FC236}">
                <a16:creationId xmlns:a16="http://schemas.microsoft.com/office/drawing/2014/main" id="{825D72E4-0534-0613-A18B-45B63460B015}"/>
              </a:ext>
            </a:extLst>
          </p:cNvPr>
          <p:cNvSpPr txBox="1"/>
          <p:nvPr/>
        </p:nvSpPr>
        <p:spPr>
          <a:xfrm rot="16200000">
            <a:off x="608868" y="987302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3D8ADFCD-9261-45ED-8F66-A0B06FAF4AC5}"/>
              </a:ext>
            </a:extLst>
          </p:cNvPr>
          <p:cNvCxnSpPr>
            <a:cxnSpLocks/>
          </p:cNvCxnSpPr>
          <p:nvPr/>
        </p:nvCxnSpPr>
        <p:spPr>
          <a:xfrm>
            <a:off x="1005916" y="1478239"/>
            <a:ext cx="129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6E28FE86-A193-6CF7-AEE1-710D2F8AF515}"/>
              </a:ext>
            </a:extLst>
          </p:cNvPr>
          <p:cNvCxnSpPr>
            <a:cxnSpLocks/>
          </p:cNvCxnSpPr>
          <p:nvPr/>
        </p:nvCxnSpPr>
        <p:spPr>
          <a:xfrm rot="5400000">
            <a:off x="861916" y="1411084"/>
            <a:ext cx="28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0641B131-8BF0-E9EA-F5E2-0D793C1BEEE3}"/>
              </a:ext>
            </a:extLst>
          </p:cNvPr>
          <p:cNvGrpSpPr/>
          <p:nvPr/>
        </p:nvGrpSpPr>
        <p:grpSpPr>
          <a:xfrm>
            <a:off x="906916" y="710638"/>
            <a:ext cx="1481241" cy="540000"/>
            <a:chOff x="906916" y="685238"/>
            <a:chExt cx="1481241" cy="564371"/>
          </a:xfrm>
        </p:grpSpPr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84C0DFA5-3290-4CF5-876F-32CF2DAADA9B}"/>
                </a:ext>
              </a:extLst>
            </p:cNvPr>
            <p:cNvGrpSpPr/>
            <p:nvPr/>
          </p:nvGrpSpPr>
          <p:grpSpPr>
            <a:xfrm>
              <a:off x="1005916" y="685238"/>
              <a:ext cx="1296000" cy="396000"/>
              <a:chOff x="1027447" y="697785"/>
              <a:chExt cx="1296000" cy="396000"/>
            </a:xfrm>
          </p:grpSpPr>
          <p:sp>
            <p:nvSpPr>
              <p:cNvPr id="47" name="任意多边形: 形状 46">
                <a:extLst>
                  <a:ext uri="{FF2B5EF4-FFF2-40B4-BE49-F238E27FC236}">
                    <a16:creationId xmlns:a16="http://schemas.microsoft.com/office/drawing/2014/main" id="{831D9271-CC30-EA35-2C99-99294C6BB98A}"/>
                  </a:ext>
                </a:extLst>
              </p:cNvPr>
              <p:cNvSpPr/>
              <p:nvPr/>
            </p:nvSpPr>
            <p:spPr>
              <a:xfrm>
                <a:off x="1027447" y="697785"/>
                <a:ext cx="1296000" cy="396000"/>
              </a:xfrm>
              <a:custGeom>
                <a:avLst/>
                <a:gdLst>
                  <a:gd name="connsiteX0" fmla="*/ 0 w 1444625"/>
                  <a:gd name="connsiteY0" fmla="*/ 0 h 527050"/>
                  <a:gd name="connsiteX1" fmla="*/ 0 w 1444625"/>
                  <a:gd name="connsiteY1" fmla="*/ 525462 h 527050"/>
                  <a:gd name="connsiteX2" fmla="*/ 1444625 w 1444625"/>
                  <a:gd name="connsiteY2" fmla="*/ 527050 h 527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4625" h="527050">
                    <a:moveTo>
                      <a:pt x="0" y="0"/>
                    </a:moveTo>
                    <a:lnTo>
                      <a:pt x="0" y="525462"/>
                    </a:lnTo>
                    <a:lnTo>
                      <a:pt x="1444625" y="527050"/>
                    </a:lnTo>
                  </a:path>
                </a:pathLst>
              </a:cu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18329437-FAFA-88E7-5C4E-C90632C83DCC}"/>
                  </a:ext>
                </a:extLst>
              </p:cNvPr>
              <p:cNvSpPr txBox="1"/>
              <p:nvPr/>
            </p:nvSpPr>
            <p:spPr>
              <a:xfrm>
                <a:off x="1281895" y="891697"/>
                <a:ext cx="615874" cy="184666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altLang="zh-CN" sz="600">
                    <a:latin typeface="Arial" panose="020B0604020202020204" pitchFamily="34" charset="0"/>
                    <a:cs typeface="Arial" panose="020B0604020202020204" pitchFamily="34" charset="0"/>
                  </a:rPr>
                  <a:t>Dunkelflaute</a:t>
                </a:r>
                <a:endParaRPr lang="en-GB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415CF35F-4803-DCF8-CBEC-7A61A26F9B94}"/>
                </a:ext>
              </a:extLst>
            </p:cNvPr>
            <p:cNvSpPr txBox="1"/>
            <p:nvPr/>
          </p:nvSpPr>
          <p:spPr>
            <a:xfrm>
              <a:off x="906916" y="1064943"/>
              <a:ext cx="36580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Day1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E184F0CA-0597-F86E-3539-24209985E584}"/>
                </a:ext>
              </a:extLst>
            </p:cNvPr>
            <p:cNvSpPr txBox="1"/>
            <p:nvPr/>
          </p:nvSpPr>
          <p:spPr>
            <a:xfrm>
              <a:off x="1451019" y="1064943"/>
              <a:ext cx="36580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Day7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A1EB48F9-2FB2-061E-6885-A8A118DBCE4A}"/>
                </a:ext>
              </a:extLst>
            </p:cNvPr>
            <p:cNvSpPr txBox="1"/>
            <p:nvPr/>
          </p:nvSpPr>
          <p:spPr>
            <a:xfrm>
              <a:off x="1979071" y="1064943"/>
              <a:ext cx="40908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Day12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2EA2973B-51BB-165D-5105-18C96A92CD01}"/>
              </a:ext>
            </a:extLst>
          </p:cNvPr>
          <p:cNvSpPr/>
          <p:nvPr/>
        </p:nvSpPr>
        <p:spPr>
          <a:xfrm>
            <a:off x="2867731" y="711004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A8B2C627-97F0-2AC7-FE10-40A616235166}"/>
              </a:ext>
            </a:extLst>
          </p:cNvPr>
          <p:cNvSpPr txBox="1"/>
          <p:nvPr/>
        </p:nvSpPr>
        <p:spPr>
          <a:xfrm>
            <a:off x="3375937" y="139084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45BA3DC-275A-88CF-DCC9-BEDE152C820B}"/>
              </a:ext>
            </a:extLst>
          </p:cNvPr>
          <p:cNvSpPr txBox="1"/>
          <p:nvPr/>
        </p:nvSpPr>
        <p:spPr>
          <a:xfrm>
            <a:off x="3970465" y="139084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2729C01-273E-B7AF-41A1-2D813BAD15C1}"/>
              </a:ext>
            </a:extLst>
          </p:cNvPr>
          <p:cNvSpPr txBox="1"/>
          <p:nvPr/>
        </p:nvSpPr>
        <p:spPr>
          <a:xfrm>
            <a:off x="3677644" y="139084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7E881CBE-5CC3-196B-0289-02A6ABC08BE1}"/>
              </a:ext>
            </a:extLst>
          </p:cNvPr>
          <p:cNvSpPr txBox="1"/>
          <p:nvPr/>
        </p:nvSpPr>
        <p:spPr>
          <a:xfrm>
            <a:off x="2770602" y="1391785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B24C596F-CA6E-FD70-41FC-E640AB2640A9}"/>
              </a:ext>
            </a:extLst>
          </p:cNvPr>
          <p:cNvSpPr txBox="1"/>
          <p:nvPr/>
        </p:nvSpPr>
        <p:spPr>
          <a:xfrm>
            <a:off x="3095679" y="1389119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29927E12-852C-DD64-817A-B02CED6FC21A}"/>
              </a:ext>
            </a:extLst>
          </p:cNvPr>
          <p:cNvSpPr txBox="1"/>
          <p:nvPr/>
        </p:nvSpPr>
        <p:spPr>
          <a:xfrm rot="16200000">
            <a:off x="2471469" y="985184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1" name="图表 110">
            <a:extLst>
              <a:ext uri="{FF2B5EF4-FFF2-40B4-BE49-F238E27FC236}">
                <a16:creationId xmlns:a16="http://schemas.microsoft.com/office/drawing/2014/main" id="{B1C8B099-ADC9-B83D-8380-4E09C70570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1484920"/>
              </p:ext>
            </p:extLst>
          </p:nvPr>
        </p:nvGraphicFramePr>
        <p:xfrm>
          <a:off x="2846083" y="705837"/>
          <a:ext cx="1314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113" name="椭圆 112">
            <a:extLst>
              <a:ext uri="{FF2B5EF4-FFF2-40B4-BE49-F238E27FC236}">
                <a16:creationId xmlns:a16="http://schemas.microsoft.com/office/drawing/2014/main" id="{0B9E3ACE-565F-D1B0-ACAA-C2C65518E9A3}"/>
              </a:ext>
            </a:extLst>
          </p:cNvPr>
          <p:cNvSpPr/>
          <p:nvPr/>
        </p:nvSpPr>
        <p:spPr>
          <a:xfrm>
            <a:off x="2917093" y="773497"/>
            <a:ext cx="36000" cy="3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6DFEF880-9187-6675-7772-8018F00DB393}"/>
              </a:ext>
            </a:extLst>
          </p:cNvPr>
          <p:cNvSpPr txBox="1"/>
          <p:nvPr/>
        </p:nvSpPr>
        <p:spPr>
          <a:xfrm>
            <a:off x="2899021" y="695669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2015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614F259B-07DF-37AE-17F7-90BEBC2FD59F}"/>
              </a:ext>
            </a:extLst>
          </p:cNvPr>
          <p:cNvSpPr/>
          <p:nvPr/>
        </p:nvSpPr>
        <p:spPr>
          <a:xfrm>
            <a:off x="3220585" y="773497"/>
            <a:ext cx="36000" cy="36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51FD7DC7-27EE-3328-2388-E3AB8AFA6251}"/>
              </a:ext>
            </a:extLst>
          </p:cNvPr>
          <p:cNvSpPr txBox="1"/>
          <p:nvPr/>
        </p:nvSpPr>
        <p:spPr>
          <a:xfrm>
            <a:off x="3202513" y="695669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A93693E4-176F-DDE1-E0BF-B3E5F5EFB629}"/>
              </a:ext>
            </a:extLst>
          </p:cNvPr>
          <p:cNvSpPr/>
          <p:nvPr/>
        </p:nvSpPr>
        <p:spPr>
          <a:xfrm>
            <a:off x="3524453" y="773093"/>
            <a:ext cx="36000" cy="36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CA97C4BD-3908-6D82-721A-5368C9C30C65}"/>
              </a:ext>
            </a:extLst>
          </p:cNvPr>
          <p:cNvSpPr txBox="1"/>
          <p:nvPr/>
        </p:nvSpPr>
        <p:spPr>
          <a:xfrm>
            <a:off x="3504264" y="695265"/>
            <a:ext cx="35779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ED9702AA-8A1A-4E22-39AC-2922C42D07EB}"/>
              </a:ext>
            </a:extLst>
          </p:cNvPr>
          <p:cNvSpPr txBox="1"/>
          <p:nvPr/>
        </p:nvSpPr>
        <p:spPr>
          <a:xfrm>
            <a:off x="2899021" y="1157282"/>
            <a:ext cx="441992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Down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BDA1E868-E7A5-45C8-8816-A69B8895D448}"/>
              </a:ext>
            </a:extLst>
          </p:cNvPr>
          <p:cNvCxnSpPr>
            <a:cxnSpLocks/>
          </p:cNvCxnSpPr>
          <p:nvPr/>
        </p:nvCxnSpPr>
        <p:spPr>
          <a:xfrm>
            <a:off x="3190833" y="1078253"/>
            <a:ext cx="132031" cy="306299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9FC729F1-DEFC-A924-6EEC-2B7BA486EE92}"/>
              </a:ext>
            </a:extLst>
          </p:cNvPr>
          <p:cNvCxnSpPr>
            <a:cxnSpLocks/>
          </p:cNvCxnSpPr>
          <p:nvPr/>
        </p:nvCxnSpPr>
        <p:spPr>
          <a:xfrm flipV="1">
            <a:off x="3739649" y="918909"/>
            <a:ext cx="218002" cy="462878"/>
          </a:xfrm>
          <a:prstGeom prst="straightConnector1">
            <a:avLst/>
          </a:prstGeom>
          <a:ln w="6350" cap="rnd">
            <a:solidFill>
              <a:schemeClr val="tx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3" name="任意多边形: 形状 1032">
            <a:extLst>
              <a:ext uri="{FF2B5EF4-FFF2-40B4-BE49-F238E27FC236}">
                <a16:creationId xmlns:a16="http://schemas.microsoft.com/office/drawing/2014/main" id="{F048313B-EC35-D4BA-165F-A02F586B614B}"/>
              </a:ext>
            </a:extLst>
          </p:cNvPr>
          <p:cNvSpPr/>
          <p:nvPr/>
        </p:nvSpPr>
        <p:spPr>
          <a:xfrm>
            <a:off x="4693603" y="710336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4" name="文本框 1033">
            <a:extLst>
              <a:ext uri="{FF2B5EF4-FFF2-40B4-BE49-F238E27FC236}">
                <a16:creationId xmlns:a16="http://schemas.microsoft.com/office/drawing/2014/main" id="{37BD9C9A-6CDB-2415-AE75-62B0FA43327C}"/>
              </a:ext>
            </a:extLst>
          </p:cNvPr>
          <p:cNvSpPr txBox="1"/>
          <p:nvPr/>
        </p:nvSpPr>
        <p:spPr>
          <a:xfrm>
            <a:off x="5201809" y="140711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5" name="文本框 1034">
            <a:extLst>
              <a:ext uri="{FF2B5EF4-FFF2-40B4-BE49-F238E27FC236}">
                <a16:creationId xmlns:a16="http://schemas.microsoft.com/office/drawing/2014/main" id="{938B347F-FC58-41DD-29BF-0D00A682669C}"/>
              </a:ext>
            </a:extLst>
          </p:cNvPr>
          <p:cNvSpPr txBox="1"/>
          <p:nvPr/>
        </p:nvSpPr>
        <p:spPr>
          <a:xfrm>
            <a:off x="5796337" y="140711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7574E174-A796-4046-65F5-7BBF858A2ECD}"/>
              </a:ext>
            </a:extLst>
          </p:cNvPr>
          <p:cNvSpPr txBox="1"/>
          <p:nvPr/>
        </p:nvSpPr>
        <p:spPr>
          <a:xfrm>
            <a:off x="5503516" y="140711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7" name="文本框 1036">
            <a:extLst>
              <a:ext uri="{FF2B5EF4-FFF2-40B4-BE49-F238E27FC236}">
                <a16:creationId xmlns:a16="http://schemas.microsoft.com/office/drawing/2014/main" id="{783F9CCC-6989-36FB-981E-BDF81853F68B}"/>
              </a:ext>
            </a:extLst>
          </p:cNvPr>
          <p:cNvSpPr txBox="1"/>
          <p:nvPr/>
        </p:nvSpPr>
        <p:spPr>
          <a:xfrm>
            <a:off x="4596474" y="1408053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0F442BF5-5309-1031-0028-9992AC046DC5}"/>
              </a:ext>
            </a:extLst>
          </p:cNvPr>
          <p:cNvSpPr txBox="1"/>
          <p:nvPr/>
        </p:nvSpPr>
        <p:spPr>
          <a:xfrm>
            <a:off x="4921551" y="1401153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9" name="文本框 1038">
            <a:extLst>
              <a:ext uri="{FF2B5EF4-FFF2-40B4-BE49-F238E27FC236}">
                <a16:creationId xmlns:a16="http://schemas.microsoft.com/office/drawing/2014/main" id="{DC6B403A-47FE-0290-1B72-19A2CC47FD4D}"/>
              </a:ext>
            </a:extLst>
          </p:cNvPr>
          <p:cNvSpPr txBox="1"/>
          <p:nvPr/>
        </p:nvSpPr>
        <p:spPr>
          <a:xfrm rot="16200000">
            <a:off x="4297341" y="984517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E714D72-6A11-254B-97B0-E6C50640C5D9}"/>
              </a:ext>
            </a:extLst>
          </p:cNvPr>
          <p:cNvSpPr txBox="1"/>
          <p:nvPr/>
        </p:nvSpPr>
        <p:spPr>
          <a:xfrm>
            <a:off x="5186246" y="941014"/>
            <a:ext cx="64953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Peak shaving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AC7914BA-30B4-5A4B-9ADA-AF43E9F4BFD8}"/>
              </a:ext>
            </a:extLst>
          </p:cNvPr>
          <p:cNvSpPr txBox="1"/>
          <p:nvPr/>
        </p:nvSpPr>
        <p:spPr>
          <a:xfrm>
            <a:off x="1258541" y="1219306"/>
            <a:ext cx="73289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Forecast errors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1" name="文本框 1050">
            <a:extLst>
              <a:ext uri="{FF2B5EF4-FFF2-40B4-BE49-F238E27FC236}">
                <a16:creationId xmlns:a16="http://schemas.microsoft.com/office/drawing/2014/main" id="{8B8B8C43-ACB7-D187-0FDF-42E4C2608D4A}"/>
              </a:ext>
            </a:extLst>
          </p:cNvPr>
          <p:cNvSpPr txBox="1"/>
          <p:nvPr/>
        </p:nvSpPr>
        <p:spPr>
          <a:xfrm>
            <a:off x="792381" y="562020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2" name="文本框 1051">
            <a:extLst>
              <a:ext uri="{FF2B5EF4-FFF2-40B4-BE49-F238E27FC236}">
                <a16:creationId xmlns:a16="http://schemas.microsoft.com/office/drawing/2014/main" id="{E4920495-DD36-DFE3-6C7B-14EB64B0DA2B}"/>
              </a:ext>
            </a:extLst>
          </p:cNvPr>
          <p:cNvSpPr txBox="1"/>
          <p:nvPr/>
        </p:nvSpPr>
        <p:spPr>
          <a:xfrm>
            <a:off x="2644215" y="563447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3" name="文本框 1052">
            <a:extLst>
              <a:ext uri="{FF2B5EF4-FFF2-40B4-BE49-F238E27FC236}">
                <a16:creationId xmlns:a16="http://schemas.microsoft.com/office/drawing/2014/main" id="{B7CDB5FF-27E3-2B44-ED51-C6E636EDAE31}"/>
              </a:ext>
            </a:extLst>
          </p:cNvPr>
          <p:cNvSpPr txBox="1"/>
          <p:nvPr/>
        </p:nvSpPr>
        <p:spPr>
          <a:xfrm>
            <a:off x="4479925" y="563447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4" name="文本框 1053">
            <a:extLst>
              <a:ext uri="{FF2B5EF4-FFF2-40B4-BE49-F238E27FC236}">
                <a16:creationId xmlns:a16="http://schemas.microsoft.com/office/drawing/2014/main" id="{B2391B0F-2559-0235-DCE4-C57471653907}"/>
              </a:ext>
            </a:extLst>
          </p:cNvPr>
          <p:cNvSpPr txBox="1"/>
          <p:nvPr/>
        </p:nvSpPr>
        <p:spPr>
          <a:xfrm>
            <a:off x="3770530" y="1101874"/>
            <a:ext cx="336484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Up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62" name="直接连接符 1061">
            <a:extLst>
              <a:ext uri="{FF2B5EF4-FFF2-40B4-BE49-F238E27FC236}">
                <a16:creationId xmlns:a16="http://schemas.microsoft.com/office/drawing/2014/main" id="{509AD153-4624-7EE7-7149-34A2BDCE633C}"/>
              </a:ext>
            </a:extLst>
          </p:cNvPr>
          <p:cNvCxnSpPr/>
          <p:nvPr/>
        </p:nvCxnSpPr>
        <p:spPr>
          <a:xfrm>
            <a:off x="4694319" y="937270"/>
            <a:ext cx="12816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4" name="任意多边形: 形状 1063">
            <a:extLst>
              <a:ext uri="{FF2B5EF4-FFF2-40B4-BE49-F238E27FC236}">
                <a16:creationId xmlns:a16="http://schemas.microsoft.com/office/drawing/2014/main" id="{837062E9-5A0B-901D-F8EC-2A84C529EF6C}"/>
              </a:ext>
            </a:extLst>
          </p:cNvPr>
          <p:cNvSpPr/>
          <p:nvPr/>
        </p:nvSpPr>
        <p:spPr>
          <a:xfrm>
            <a:off x="1006464" y="5042627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6" name="文本框 1065">
            <a:extLst>
              <a:ext uri="{FF2B5EF4-FFF2-40B4-BE49-F238E27FC236}">
                <a16:creationId xmlns:a16="http://schemas.microsoft.com/office/drawing/2014/main" id="{D438269C-718F-19BF-3C93-33F1FA977E18}"/>
              </a:ext>
            </a:extLst>
          </p:cNvPr>
          <p:cNvSpPr txBox="1"/>
          <p:nvPr/>
        </p:nvSpPr>
        <p:spPr>
          <a:xfrm>
            <a:off x="1826764" y="5722466"/>
            <a:ext cx="5693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Time (sec.)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0" name="文本框 1069">
            <a:extLst>
              <a:ext uri="{FF2B5EF4-FFF2-40B4-BE49-F238E27FC236}">
                <a16:creationId xmlns:a16="http://schemas.microsoft.com/office/drawing/2014/main" id="{6BF903A1-DC51-39CF-8072-0C146A6FE838}"/>
              </a:ext>
            </a:extLst>
          </p:cNvPr>
          <p:cNvSpPr txBox="1"/>
          <p:nvPr/>
        </p:nvSpPr>
        <p:spPr>
          <a:xfrm rot="16200000">
            <a:off x="555702" y="5313633"/>
            <a:ext cx="71686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Frequency (Hz)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E835B745-9A91-035C-769B-46B4FB6D7231}"/>
              </a:ext>
            </a:extLst>
          </p:cNvPr>
          <p:cNvSpPr txBox="1"/>
          <p:nvPr/>
        </p:nvSpPr>
        <p:spPr>
          <a:xfrm>
            <a:off x="1009670" y="4939114"/>
            <a:ext cx="92204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Instant of disturbance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2" name="文本框 1071">
            <a:extLst>
              <a:ext uri="{FF2B5EF4-FFF2-40B4-BE49-F238E27FC236}">
                <a16:creationId xmlns:a16="http://schemas.microsoft.com/office/drawing/2014/main" id="{01CB7BA5-9FD4-CE5F-8371-E449F43E8B16}"/>
              </a:ext>
            </a:extLst>
          </p:cNvPr>
          <p:cNvSpPr txBox="1"/>
          <p:nvPr/>
        </p:nvSpPr>
        <p:spPr>
          <a:xfrm>
            <a:off x="792501" y="4896336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85" name="组合 1084">
            <a:extLst>
              <a:ext uri="{FF2B5EF4-FFF2-40B4-BE49-F238E27FC236}">
                <a16:creationId xmlns:a16="http://schemas.microsoft.com/office/drawing/2014/main" id="{02581559-9A70-6FB3-D116-AA9FDA4FDC91}"/>
              </a:ext>
            </a:extLst>
          </p:cNvPr>
          <p:cNvGrpSpPr/>
          <p:nvPr/>
        </p:nvGrpSpPr>
        <p:grpSpPr>
          <a:xfrm>
            <a:off x="1008525" y="5214909"/>
            <a:ext cx="1232733" cy="225173"/>
            <a:chOff x="972810" y="6588911"/>
            <a:chExt cx="1232733" cy="225173"/>
          </a:xfrm>
        </p:grpSpPr>
        <p:sp>
          <p:nvSpPr>
            <p:cNvPr id="1080" name="任意多边形: 形状 1079">
              <a:extLst>
                <a:ext uri="{FF2B5EF4-FFF2-40B4-BE49-F238E27FC236}">
                  <a16:creationId xmlns:a16="http://schemas.microsoft.com/office/drawing/2014/main" id="{1466326E-BE9F-4926-FBCC-02994BAF654A}"/>
                </a:ext>
              </a:extLst>
            </p:cNvPr>
            <p:cNvSpPr/>
            <p:nvPr/>
          </p:nvSpPr>
          <p:spPr>
            <a:xfrm>
              <a:off x="1161257" y="6588911"/>
              <a:ext cx="523875" cy="225173"/>
            </a:xfrm>
            <a:custGeom>
              <a:avLst/>
              <a:gdLst>
                <a:gd name="connsiteX0" fmla="*/ 0 w 523875"/>
                <a:gd name="connsiteY0" fmla="*/ 0 h 233967"/>
                <a:gd name="connsiteX1" fmla="*/ 164306 w 523875"/>
                <a:gd name="connsiteY1" fmla="*/ 230981 h 233967"/>
                <a:gd name="connsiteX2" fmla="*/ 364331 w 523875"/>
                <a:gd name="connsiteY2" fmla="*/ 133350 h 233967"/>
                <a:gd name="connsiteX3" fmla="*/ 473869 w 523875"/>
                <a:gd name="connsiteY3" fmla="*/ 164306 h 233967"/>
                <a:gd name="connsiteX4" fmla="*/ 523875 w 523875"/>
                <a:gd name="connsiteY4" fmla="*/ 150019 h 233967"/>
                <a:gd name="connsiteX0" fmla="*/ 0 w 523875"/>
                <a:gd name="connsiteY0" fmla="*/ 0 h 229304"/>
                <a:gd name="connsiteX1" fmla="*/ 135731 w 523875"/>
                <a:gd name="connsiteY1" fmla="*/ 226219 h 229304"/>
                <a:gd name="connsiteX2" fmla="*/ 364331 w 523875"/>
                <a:gd name="connsiteY2" fmla="*/ 133350 h 229304"/>
                <a:gd name="connsiteX3" fmla="*/ 473869 w 523875"/>
                <a:gd name="connsiteY3" fmla="*/ 164306 h 229304"/>
                <a:gd name="connsiteX4" fmla="*/ 523875 w 523875"/>
                <a:gd name="connsiteY4" fmla="*/ 150019 h 229304"/>
                <a:gd name="connsiteX0" fmla="*/ 0 w 523875"/>
                <a:gd name="connsiteY0" fmla="*/ 0 h 231635"/>
                <a:gd name="connsiteX1" fmla="*/ 145256 w 523875"/>
                <a:gd name="connsiteY1" fmla="*/ 228600 h 231635"/>
                <a:gd name="connsiteX2" fmla="*/ 364331 w 523875"/>
                <a:gd name="connsiteY2" fmla="*/ 133350 h 231635"/>
                <a:gd name="connsiteX3" fmla="*/ 473869 w 523875"/>
                <a:gd name="connsiteY3" fmla="*/ 164306 h 231635"/>
                <a:gd name="connsiteX4" fmla="*/ 523875 w 523875"/>
                <a:gd name="connsiteY4" fmla="*/ 150019 h 231635"/>
                <a:gd name="connsiteX0" fmla="*/ 0 w 523875"/>
                <a:gd name="connsiteY0" fmla="*/ 0 h 224647"/>
                <a:gd name="connsiteX1" fmla="*/ 147637 w 523875"/>
                <a:gd name="connsiteY1" fmla="*/ 221456 h 224647"/>
                <a:gd name="connsiteX2" fmla="*/ 364331 w 523875"/>
                <a:gd name="connsiteY2" fmla="*/ 133350 h 224647"/>
                <a:gd name="connsiteX3" fmla="*/ 473869 w 523875"/>
                <a:gd name="connsiteY3" fmla="*/ 164306 h 224647"/>
                <a:gd name="connsiteX4" fmla="*/ 523875 w 523875"/>
                <a:gd name="connsiteY4" fmla="*/ 150019 h 224647"/>
                <a:gd name="connsiteX0" fmla="*/ 0 w 523875"/>
                <a:gd name="connsiteY0" fmla="*/ 0 h 225161"/>
                <a:gd name="connsiteX1" fmla="*/ 147637 w 523875"/>
                <a:gd name="connsiteY1" fmla="*/ 221456 h 225161"/>
                <a:gd name="connsiteX2" fmla="*/ 345281 w 523875"/>
                <a:gd name="connsiteY2" fmla="*/ 140494 h 225161"/>
                <a:gd name="connsiteX3" fmla="*/ 473869 w 523875"/>
                <a:gd name="connsiteY3" fmla="*/ 164306 h 225161"/>
                <a:gd name="connsiteX4" fmla="*/ 523875 w 523875"/>
                <a:gd name="connsiteY4" fmla="*/ 150019 h 225161"/>
                <a:gd name="connsiteX0" fmla="*/ 0 w 523875"/>
                <a:gd name="connsiteY0" fmla="*/ 0 h 225136"/>
                <a:gd name="connsiteX1" fmla="*/ 147637 w 523875"/>
                <a:gd name="connsiteY1" fmla="*/ 221456 h 225136"/>
                <a:gd name="connsiteX2" fmla="*/ 345281 w 523875"/>
                <a:gd name="connsiteY2" fmla="*/ 140494 h 225136"/>
                <a:gd name="connsiteX3" fmla="*/ 483394 w 523875"/>
                <a:gd name="connsiteY3" fmla="*/ 169069 h 225136"/>
                <a:gd name="connsiteX4" fmla="*/ 523875 w 523875"/>
                <a:gd name="connsiteY4" fmla="*/ 150019 h 225136"/>
                <a:gd name="connsiteX0" fmla="*/ 0 w 523875"/>
                <a:gd name="connsiteY0" fmla="*/ 0 h 225173"/>
                <a:gd name="connsiteX1" fmla="*/ 147637 w 523875"/>
                <a:gd name="connsiteY1" fmla="*/ 221456 h 225173"/>
                <a:gd name="connsiteX2" fmla="*/ 345281 w 523875"/>
                <a:gd name="connsiteY2" fmla="*/ 140494 h 225173"/>
                <a:gd name="connsiteX3" fmla="*/ 476250 w 523875"/>
                <a:gd name="connsiteY3" fmla="*/ 161925 h 225173"/>
                <a:gd name="connsiteX4" fmla="*/ 523875 w 523875"/>
                <a:gd name="connsiteY4" fmla="*/ 150019 h 2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3875" h="225173">
                  <a:moveTo>
                    <a:pt x="0" y="0"/>
                  </a:moveTo>
                  <a:cubicBezTo>
                    <a:pt x="51792" y="104378"/>
                    <a:pt x="90090" y="198040"/>
                    <a:pt x="147637" y="221456"/>
                  </a:cubicBezTo>
                  <a:cubicBezTo>
                    <a:pt x="205184" y="244872"/>
                    <a:pt x="290512" y="150416"/>
                    <a:pt x="345281" y="140494"/>
                  </a:cubicBezTo>
                  <a:cubicBezTo>
                    <a:pt x="400050" y="130572"/>
                    <a:pt x="449659" y="159147"/>
                    <a:pt x="476250" y="161925"/>
                  </a:cubicBezTo>
                  <a:cubicBezTo>
                    <a:pt x="502841" y="164703"/>
                    <a:pt x="512167" y="158551"/>
                    <a:pt x="523875" y="150019"/>
                  </a:cubicBezTo>
                </a:path>
              </a:pathLst>
            </a:cu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82" name="直接连接符 1081">
              <a:extLst>
                <a:ext uri="{FF2B5EF4-FFF2-40B4-BE49-F238E27FC236}">
                  <a16:creationId xmlns:a16="http://schemas.microsoft.com/office/drawing/2014/main" id="{F7B6C795-B672-2D30-27B7-7AD6DA972C7A}"/>
                </a:ext>
              </a:extLst>
            </p:cNvPr>
            <p:cNvCxnSpPr>
              <a:cxnSpLocks/>
            </p:cNvCxnSpPr>
            <p:nvPr/>
          </p:nvCxnSpPr>
          <p:spPr>
            <a:xfrm>
              <a:off x="972810" y="6588911"/>
              <a:ext cx="186859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直接连接符 1083">
              <a:extLst>
                <a:ext uri="{FF2B5EF4-FFF2-40B4-BE49-F238E27FC236}">
                  <a16:creationId xmlns:a16="http://schemas.microsoft.com/office/drawing/2014/main" id="{C45060B6-1FF2-1F4D-1B90-61F25332FCF8}"/>
                </a:ext>
              </a:extLst>
            </p:cNvPr>
            <p:cNvCxnSpPr>
              <a:cxnSpLocks/>
            </p:cNvCxnSpPr>
            <p:nvPr/>
          </p:nvCxnSpPr>
          <p:spPr>
            <a:xfrm>
              <a:off x="1683543" y="6739723"/>
              <a:ext cx="522000" cy="0"/>
            </a:xfrm>
            <a:prstGeom prst="line">
              <a:avLst/>
            </a:prstGeom>
            <a:ln w="6350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2E3E2DA7-760B-771A-2A5A-52D9DD73DAA8}"/>
              </a:ext>
            </a:extLst>
          </p:cNvPr>
          <p:cNvGrpSpPr/>
          <p:nvPr/>
        </p:nvGrpSpPr>
        <p:grpSpPr>
          <a:xfrm>
            <a:off x="1008528" y="5212523"/>
            <a:ext cx="1232428" cy="355160"/>
            <a:chOff x="972810" y="6422217"/>
            <a:chExt cx="1232428" cy="355160"/>
          </a:xfrm>
        </p:grpSpPr>
        <p:sp>
          <p:nvSpPr>
            <p:cNvPr id="1079" name="任意多边形: 形状 1078">
              <a:extLst>
                <a:ext uri="{FF2B5EF4-FFF2-40B4-BE49-F238E27FC236}">
                  <a16:creationId xmlns:a16="http://schemas.microsoft.com/office/drawing/2014/main" id="{634A5036-77A5-A601-2744-58D6597F6EC4}"/>
                </a:ext>
              </a:extLst>
            </p:cNvPr>
            <p:cNvSpPr/>
            <p:nvPr/>
          </p:nvSpPr>
          <p:spPr>
            <a:xfrm>
              <a:off x="1162050" y="6422217"/>
              <a:ext cx="611981" cy="355160"/>
            </a:xfrm>
            <a:custGeom>
              <a:avLst/>
              <a:gdLst>
                <a:gd name="connsiteX0" fmla="*/ 0 w 611981"/>
                <a:gd name="connsiteY0" fmla="*/ 0 h 355160"/>
                <a:gd name="connsiteX1" fmla="*/ 80963 w 611981"/>
                <a:gd name="connsiteY1" fmla="*/ 354806 h 355160"/>
                <a:gd name="connsiteX2" fmla="*/ 207169 w 611981"/>
                <a:gd name="connsiteY2" fmla="*/ 69056 h 355160"/>
                <a:gd name="connsiteX3" fmla="*/ 330994 w 611981"/>
                <a:gd name="connsiteY3" fmla="*/ 207169 h 355160"/>
                <a:gd name="connsiteX4" fmla="*/ 461963 w 611981"/>
                <a:gd name="connsiteY4" fmla="*/ 128588 h 355160"/>
                <a:gd name="connsiteX5" fmla="*/ 564356 w 611981"/>
                <a:gd name="connsiteY5" fmla="*/ 169069 h 355160"/>
                <a:gd name="connsiteX6" fmla="*/ 611981 w 611981"/>
                <a:gd name="connsiteY6" fmla="*/ 152400 h 35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1981" h="355160">
                  <a:moveTo>
                    <a:pt x="0" y="0"/>
                  </a:moveTo>
                  <a:cubicBezTo>
                    <a:pt x="23217" y="171648"/>
                    <a:pt x="46435" y="343297"/>
                    <a:pt x="80963" y="354806"/>
                  </a:cubicBezTo>
                  <a:cubicBezTo>
                    <a:pt x="115491" y="366315"/>
                    <a:pt x="165497" y="93662"/>
                    <a:pt x="207169" y="69056"/>
                  </a:cubicBezTo>
                  <a:cubicBezTo>
                    <a:pt x="248841" y="44450"/>
                    <a:pt x="288528" y="197247"/>
                    <a:pt x="330994" y="207169"/>
                  </a:cubicBezTo>
                  <a:cubicBezTo>
                    <a:pt x="373460" y="217091"/>
                    <a:pt x="423069" y="134938"/>
                    <a:pt x="461963" y="128588"/>
                  </a:cubicBezTo>
                  <a:cubicBezTo>
                    <a:pt x="500857" y="122238"/>
                    <a:pt x="539353" y="165100"/>
                    <a:pt x="564356" y="169069"/>
                  </a:cubicBezTo>
                  <a:cubicBezTo>
                    <a:pt x="589359" y="173038"/>
                    <a:pt x="600670" y="162719"/>
                    <a:pt x="611981" y="152400"/>
                  </a:cubicBezTo>
                </a:path>
              </a:pathLst>
            </a:custGeom>
            <a:noFill/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86" name="直接连接符 1085">
              <a:extLst>
                <a:ext uri="{FF2B5EF4-FFF2-40B4-BE49-F238E27FC236}">
                  <a16:creationId xmlns:a16="http://schemas.microsoft.com/office/drawing/2014/main" id="{DEF4AA1B-59DF-425C-7FF6-14536F088BBF}"/>
                </a:ext>
              </a:extLst>
            </p:cNvPr>
            <p:cNvCxnSpPr>
              <a:cxnSpLocks/>
            </p:cNvCxnSpPr>
            <p:nvPr/>
          </p:nvCxnSpPr>
          <p:spPr>
            <a:xfrm>
              <a:off x="972810" y="6424598"/>
              <a:ext cx="186859" cy="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直接连接符 1086">
              <a:extLst>
                <a:ext uri="{FF2B5EF4-FFF2-40B4-BE49-F238E27FC236}">
                  <a16:creationId xmlns:a16="http://schemas.microsoft.com/office/drawing/2014/main" id="{2D705C11-572C-E417-37C6-7E0AD2B344D1}"/>
                </a:ext>
              </a:extLst>
            </p:cNvPr>
            <p:cNvCxnSpPr>
              <a:cxnSpLocks/>
            </p:cNvCxnSpPr>
            <p:nvPr/>
          </p:nvCxnSpPr>
          <p:spPr>
            <a:xfrm>
              <a:off x="1773238" y="6576199"/>
              <a:ext cx="432000" cy="0"/>
            </a:xfrm>
            <a:prstGeom prst="line">
              <a:avLst/>
            </a:prstGeom>
            <a:ln w="63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0" name="直接箭头连接符 101">
            <a:extLst>
              <a:ext uri="{FF2B5EF4-FFF2-40B4-BE49-F238E27FC236}">
                <a16:creationId xmlns:a16="http://schemas.microsoft.com/office/drawing/2014/main" id="{D9313538-4885-BBE8-1372-17FA6FD76EAB}"/>
              </a:ext>
            </a:extLst>
          </p:cNvPr>
          <p:cNvCxnSpPr>
            <a:cxnSpLocks/>
          </p:cNvCxnSpPr>
          <p:nvPr/>
        </p:nvCxnSpPr>
        <p:spPr>
          <a:xfrm>
            <a:off x="1194841" y="5088936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F1256B85-E99E-A1E1-7571-DCE2CBE0EEC5}"/>
              </a:ext>
            </a:extLst>
          </p:cNvPr>
          <p:cNvCxnSpPr>
            <a:cxnSpLocks/>
          </p:cNvCxnSpPr>
          <p:nvPr/>
        </p:nvCxnSpPr>
        <p:spPr>
          <a:xfrm>
            <a:off x="1194841" y="5213320"/>
            <a:ext cx="59173" cy="458281"/>
          </a:xfrm>
          <a:prstGeom prst="line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0D3B4283-639D-B7D0-4781-A75D6EFA5380}"/>
              </a:ext>
            </a:extLst>
          </p:cNvPr>
          <p:cNvCxnSpPr>
            <a:cxnSpLocks/>
          </p:cNvCxnSpPr>
          <p:nvPr/>
        </p:nvCxnSpPr>
        <p:spPr>
          <a:xfrm>
            <a:off x="1194307" y="5212669"/>
            <a:ext cx="201615" cy="433197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7658C720-6597-7C64-EADA-61014A542119}"/>
              </a:ext>
            </a:extLst>
          </p:cNvPr>
          <p:cNvCxnSpPr>
            <a:cxnSpLocks/>
          </p:cNvCxnSpPr>
          <p:nvPr/>
        </p:nvCxnSpPr>
        <p:spPr>
          <a:xfrm>
            <a:off x="1342230" y="5440066"/>
            <a:ext cx="414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6374A7AD-24DC-39A1-B0F1-E8B5995200FF}"/>
              </a:ext>
            </a:extLst>
          </p:cNvPr>
          <p:cNvCxnSpPr>
            <a:cxnSpLocks/>
          </p:cNvCxnSpPr>
          <p:nvPr/>
        </p:nvCxnSpPr>
        <p:spPr>
          <a:xfrm>
            <a:off x="1278034" y="5567063"/>
            <a:ext cx="468000" cy="0"/>
          </a:xfrm>
          <a:prstGeom prst="line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弧形 138">
            <a:extLst>
              <a:ext uri="{FF2B5EF4-FFF2-40B4-BE49-F238E27FC236}">
                <a16:creationId xmlns:a16="http://schemas.microsoft.com/office/drawing/2014/main" id="{D58C2D03-C3AF-334C-0DCC-9B6E44782DE4}"/>
              </a:ext>
            </a:extLst>
          </p:cNvPr>
          <p:cNvSpPr/>
          <p:nvPr/>
        </p:nvSpPr>
        <p:spPr>
          <a:xfrm rot="6505422">
            <a:off x="1216056" y="5522360"/>
            <a:ext cx="141270" cy="216781"/>
          </a:xfrm>
          <a:prstGeom prst="arc">
            <a:avLst/>
          </a:prstGeom>
          <a:ln w="6350">
            <a:solidFill>
              <a:schemeClr val="tx1"/>
            </a:solidFill>
            <a:headEnd type="none" w="med" len="med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0" name="直接箭头连接符 101">
            <a:extLst>
              <a:ext uri="{FF2B5EF4-FFF2-40B4-BE49-F238E27FC236}">
                <a16:creationId xmlns:a16="http://schemas.microsoft.com/office/drawing/2014/main" id="{2EF4EB67-E295-5B30-A29D-7CC0788DA8C8}"/>
              </a:ext>
            </a:extLst>
          </p:cNvPr>
          <p:cNvCxnSpPr>
            <a:cxnSpLocks/>
          </p:cNvCxnSpPr>
          <p:nvPr/>
        </p:nvCxnSpPr>
        <p:spPr>
          <a:xfrm>
            <a:off x="1644965" y="5450359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文本框 140">
            <a:extLst>
              <a:ext uri="{FF2B5EF4-FFF2-40B4-BE49-F238E27FC236}">
                <a16:creationId xmlns:a16="http://schemas.microsoft.com/office/drawing/2014/main" id="{ABA3F5CD-6649-E8B1-81C1-5E8568149AA3}"/>
              </a:ext>
            </a:extLst>
          </p:cNvPr>
          <p:cNvSpPr txBox="1"/>
          <p:nvPr/>
        </p:nvSpPr>
        <p:spPr>
          <a:xfrm>
            <a:off x="1648843" y="5408850"/>
            <a:ext cx="68480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Nadir increase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9C50E6D0-4230-A277-15AD-865DC6268642}"/>
              </a:ext>
            </a:extLst>
          </p:cNvPr>
          <p:cNvSpPr txBox="1"/>
          <p:nvPr/>
        </p:nvSpPr>
        <p:spPr>
          <a:xfrm>
            <a:off x="1325907" y="5583409"/>
            <a:ext cx="74411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 err="1">
                <a:latin typeface="Arial" panose="020B0604020202020204" pitchFamily="34" charset="0"/>
                <a:cs typeface="Arial" panose="020B0604020202020204" pitchFamily="34" charset="0"/>
              </a:rPr>
              <a:t>RoCoF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 increase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0259DBA0-992A-B1A8-CE04-1DD3AE928F3D}"/>
              </a:ext>
            </a:extLst>
          </p:cNvPr>
          <p:cNvSpPr/>
          <p:nvPr/>
        </p:nvSpPr>
        <p:spPr>
          <a:xfrm>
            <a:off x="2869543" y="5042627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CED4E69A-FC0E-8006-86B6-55176DC6768A}"/>
              </a:ext>
            </a:extLst>
          </p:cNvPr>
          <p:cNvSpPr txBox="1"/>
          <p:nvPr/>
        </p:nvSpPr>
        <p:spPr>
          <a:xfrm>
            <a:off x="3689843" y="5722466"/>
            <a:ext cx="56938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Time (sec.)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DE49EB39-FB03-4F75-7601-D52422456D50}"/>
              </a:ext>
            </a:extLst>
          </p:cNvPr>
          <p:cNvSpPr txBox="1"/>
          <p:nvPr/>
        </p:nvSpPr>
        <p:spPr>
          <a:xfrm rot="16200000">
            <a:off x="2450844" y="5315218"/>
            <a:ext cx="65274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Voltage (Volt)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045EE53C-359F-A484-2BBC-A4729484C29F}"/>
              </a:ext>
            </a:extLst>
          </p:cNvPr>
          <p:cNvCxnSpPr>
            <a:cxnSpLocks/>
          </p:cNvCxnSpPr>
          <p:nvPr/>
        </p:nvCxnSpPr>
        <p:spPr>
          <a:xfrm>
            <a:off x="2869757" y="5258559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B7D93C7D-08EC-E1CD-9468-28764057A8A2}"/>
              </a:ext>
            </a:extLst>
          </p:cNvPr>
          <p:cNvCxnSpPr>
            <a:cxnSpLocks/>
          </p:cNvCxnSpPr>
          <p:nvPr/>
        </p:nvCxnSpPr>
        <p:spPr>
          <a:xfrm>
            <a:off x="2871717" y="5545339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B9A07A4B-0AA3-68EE-BC50-94A17E5105E7}"/>
              </a:ext>
            </a:extLst>
          </p:cNvPr>
          <p:cNvSpPr txBox="1"/>
          <p:nvPr/>
        </p:nvSpPr>
        <p:spPr>
          <a:xfrm>
            <a:off x="3858629" y="5311753"/>
            <a:ext cx="43473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Normal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9E5C0737-E3B7-3B69-8A5E-449A21F61C75}"/>
              </a:ext>
            </a:extLst>
          </p:cNvPr>
          <p:cNvSpPr txBox="1"/>
          <p:nvPr/>
        </p:nvSpPr>
        <p:spPr>
          <a:xfrm>
            <a:off x="2664098" y="4891873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A2FC9EE6-F0AD-5ACE-1F19-AD19BD877336}"/>
              </a:ext>
            </a:extLst>
          </p:cNvPr>
          <p:cNvCxnSpPr>
            <a:cxnSpLocks/>
          </p:cNvCxnSpPr>
          <p:nvPr/>
        </p:nvCxnSpPr>
        <p:spPr>
          <a:xfrm>
            <a:off x="2870966" y="5403556"/>
            <a:ext cx="10620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665EE14E-15E4-504F-C5B0-94F861B13001}"/>
              </a:ext>
            </a:extLst>
          </p:cNvPr>
          <p:cNvSpPr txBox="1"/>
          <p:nvPr/>
        </p:nvSpPr>
        <p:spPr>
          <a:xfrm>
            <a:off x="3881630" y="5163763"/>
            <a:ext cx="385042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+15%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A6089DA8-AE68-BC00-C035-29DA0817E74D}"/>
              </a:ext>
            </a:extLst>
          </p:cNvPr>
          <p:cNvSpPr txBox="1"/>
          <p:nvPr/>
        </p:nvSpPr>
        <p:spPr>
          <a:xfrm>
            <a:off x="2807962" y="5580403"/>
            <a:ext cx="646331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Undervoltage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551448E7-6B1B-A2E0-EF74-F521EE72327F}"/>
              </a:ext>
            </a:extLst>
          </p:cNvPr>
          <p:cNvSpPr txBox="1"/>
          <p:nvPr/>
        </p:nvSpPr>
        <p:spPr>
          <a:xfrm>
            <a:off x="3673961" y="4975842"/>
            <a:ext cx="39946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Peaks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EB16EE39-134D-5026-6346-4BEA8F55EE2B}"/>
              </a:ext>
            </a:extLst>
          </p:cNvPr>
          <p:cNvSpPr txBox="1"/>
          <p:nvPr/>
        </p:nvSpPr>
        <p:spPr>
          <a:xfrm>
            <a:off x="3891416" y="5444197"/>
            <a:ext cx="36580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-15%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BEAB115B-BD02-3105-DF69-889E80F25DDC}"/>
              </a:ext>
            </a:extLst>
          </p:cNvPr>
          <p:cNvSpPr/>
          <p:nvPr/>
        </p:nvSpPr>
        <p:spPr>
          <a:xfrm>
            <a:off x="2870379" y="5084903"/>
            <a:ext cx="1062000" cy="520700"/>
          </a:xfrm>
          <a:custGeom>
            <a:avLst/>
            <a:gdLst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20725 w 1073150"/>
              <a:gd name="connsiteY8" fmla="*/ 323850 h 520700"/>
              <a:gd name="connsiteX9" fmla="*/ 806450 w 1073150"/>
              <a:gd name="connsiteY9" fmla="*/ 323850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06450 w 1073150"/>
              <a:gd name="connsiteY9" fmla="*/ 323850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08038 w 1073150"/>
              <a:gd name="connsiteY9" fmla="*/ 319088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12800 w 1073150"/>
              <a:gd name="connsiteY9" fmla="*/ 320676 h 520700"/>
              <a:gd name="connsiteX10" fmla="*/ 866775 w 1073150"/>
              <a:gd name="connsiteY10" fmla="*/ 0 h 520700"/>
              <a:gd name="connsiteX11" fmla="*/ 925512 w 1073150"/>
              <a:gd name="connsiteY11" fmla="*/ 323850 h 520700"/>
              <a:gd name="connsiteX12" fmla="*/ 1073150 w 1073150"/>
              <a:gd name="connsiteY12" fmla="*/ 323850 h 520700"/>
              <a:gd name="connsiteX0" fmla="*/ 0 w 1073150"/>
              <a:gd name="connsiteY0" fmla="*/ 320675 h 520700"/>
              <a:gd name="connsiteX1" fmla="*/ 119062 w 1073150"/>
              <a:gd name="connsiteY1" fmla="*/ 320675 h 520700"/>
              <a:gd name="connsiteX2" fmla="*/ 184150 w 1073150"/>
              <a:gd name="connsiteY2" fmla="*/ 520700 h 520700"/>
              <a:gd name="connsiteX3" fmla="*/ 301625 w 1073150"/>
              <a:gd name="connsiteY3" fmla="*/ 520700 h 520700"/>
              <a:gd name="connsiteX4" fmla="*/ 374650 w 1073150"/>
              <a:gd name="connsiteY4" fmla="*/ 319087 h 520700"/>
              <a:gd name="connsiteX5" fmla="*/ 463550 w 1073150"/>
              <a:gd name="connsiteY5" fmla="*/ 319087 h 520700"/>
              <a:gd name="connsiteX6" fmla="*/ 528637 w 1073150"/>
              <a:gd name="connsiteY6" fmla="*/ 119062 h 520700"/>
              <a:gd name="connsiteX7" fmla="*/ 660400 w 1073150"/>
              <a:gd name="connsiteY7" fmla="*/ 119062 h 520700"/>
              <a:gd name="connsiteX8" fmla="*/ 717550 w 1073150"/>
              <a:gd name="connsiteY8" fmla="*/ 320675 h 520700"/>
              <a:gd name="connsiteX9" fmla="*/ 812800 w 1073150"/>
              <a:gd name="connsiteY9" fmla="*/ 320676 h 520700"/>
              <a:gd name="connsiteX10" fmla="*/ 866775 w 1073150"/>
              <a:gd name="connsiteY10" fmla="*/ 0 h 520700"/>
              <a:gd name="connsiteX11" fmla="*/ 925512 w 1073150"/>
              <a:gd name="connsiteY11" fmla="*/ 319088 h 520700"/>
              <a:gd name="connsiteX12" fmla="*/ 1073150 w 1073150"/>
              <a:gd name="connsiteY12" fmla="*/ 323850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20676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15914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7550 w 1074738"/>
              <a:gd name="connsiteY8" fmla="*/ 320675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09563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0677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09625 w 1074738"/>
              <a:gd name="connsiteY9" fmla="*/ 306390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1213 w 1074738"/>
              <a:gd name="connsiteY9" fmla="*/ 315915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1213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22265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  <a:gd name="connsiteX0" fmla="*/ 0 w 1074738"/>
              <a:gd name="connsiteY0" fmla="*/ 320675 h 520700"/>
              <a:gd name="connsiteX1" fmla="*/ 119062 w 1074738"/>
              <a:gd name="connsiteY1" fmla="*/ 320675 h 520700"/>
              <a:gd name="connsiteX2" fmla="*/ 184150 w 1074738"/>
              <a:gd name="connsiteY2" fmla="*/ 520700 h 520700"/>
              <a:gd name="connsiteX3" fmla="*/ 301625 w 1074738"/>
              <a:gd name="connsiteY3" fmla="*/ 520700 h 520700"/>
              <a:gd name="connsiteX4" fmla="*/ 374650 w 1074738"/>
              <a:gd name="connsiteY4" fmla="*/ 319087 h 520700"/>
              <a:gd name="connsiteX5" fmla="*/ 463550 w 1074738"/>
              <a:gd name="connsiteY5" fmla="*/ 319087 h 520700"/>
              <a:gd name="connsiteX6" fmla="*/ 528637 w 1074738"/>
              <a:gd name="connsiteY6" fmla="*/ 119062 h 520700"/>
              <a:gd name="connsiteX7" fmla="*/ 660400 w 1074738"/>
              <a:gd name="connsiteY7" fmla="*/ 119062 h 520700"/>
              <a:gd name="connsiteX8" fmla="*/ 715962 w 1074738"/>
              <a:gd name="connsiteY8" fmla="*/ 319088 h 520700"/>
              <a:gd name="connsiteX9" fmla="*/ 812800 w 1074738"/>
              <a:gd name="connsiteY9" fmla="*/ 317503 h 520700"/>
              <a:gd name="connsiteX10" fmla="*/ 866775 w 1074738"/>
              <a:gd name="connsiteY10" fmla="*/ 0 h 520700"/>
              <a:gd name="connsiteX11" fmla="*/ 925512 w 1074738"/>
              <a:gd name="connsiteY11" fmla="*/ 319088 h 520700"/>
              <a:gd name="connsiteX12" fmla="*/ 1074738 w 1074738"/>
              <a:gd name="connsiteY12" fmla="*/ 319087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74738" h="520700">
                <a:moveTo>
                  <a:pt x="0" y="320675"/>
                </a:moveTo>
                <a:lnTo>
                  <a:pt x="119062" y="320675"/>
                </a:lnTo>
                <a:lnTo>
                  <a:pt x="184150" y="520700"/>
                </a:lnTo>
                <a:lnTo>
                  <a:pt x="301625" y="520700"/>
                </a:lnTo>
                <a:lnTo>
                  <a:pt x="374650" y="319087"/>
                </a:lnTo>
                <a:lnTo>
                  <a:pt x="463550" y="319087"/>
                </a:lnTo>
                <a:lnTo>
                  <a:pt x="528637" y="119062"/>
                </a:lnTo>
                <a:lnTo>
                  <a:pt x="660400" y="119062"/>
                </a:lnTo>
                <a:lnTo>
                  <a:pt x="715962" y="319088"/>
                </a:lnTo>
                <a:cubicBezTo>
                  <a:pt x="748241" y="318560"/>
                  <a:pt x="812271" y="319618"/>
                  <a:pt x="812800" y="317503"/>
                </a:cubicBezTo>
                <a:lnTo>
                  <a:pt x="866775" y="0"/>
                </a:lnTo>
                <a:lnTo>
                  <a:pt x="925512" y="319088"/>
                </a:lnTo>
                <a:lnTo>
                  <a:pt x="1074738" y="319087"/>
                </a:lnTo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26B27049-A1AF-7F61-BE6A-94D616AA3F79}"/>
              </a:ext>
            </a:extLst>
          </p:cNvPr>
          <p:cNvSpPr txBox="1"/>
          <p:nvPr/>
        </p:nvSpPr>
        <p:spPr>
          <a:xfrm>
            <a:off x="3137641" y="5039387"/>
            <a:ext cx="60144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Overvoltage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23F4B0E5-7AD4-BCDC-927E-61B4C9AFC475}"/>
              </a:ext>
            </a:extLst>
          </p:cNvPr>
          <p:cNvSpPr/>
          <p:nvPr/>
        </p:nvSpPr>
        <p:spPr>
          <a:xfrm>
            <a:off x="4690022" y="5042627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4900CDE8-5B37-0DFD-92FA-10F75715EBEE}"/>
              </a:ext>
            </a:extLst>
          </p:cNvPr>
          <p:cNvSpPr txBox="1"/>
          <p:nvPr/>
        </p:nvSpPr>
        <p:spPr>
          <a:xfrm rot="16200000">
            <a:off x="4284149" y="5312046"/>
            <a:ext cx="62709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1A5D664F-21AE-5432-39E8-14248DC7BF6B}"/>
              </a:ext>
            </a:extLst>
          </p:cNvPr>
          <p:cNvCxnSpPr>
            <a:cxnSpLocks/>
          </p:cNvCxnSpPr>
          <p:nvPr/>
        </p:nvCxnSpPr>
        <p:spPr>
          <a:xfrm rot="5400000">
            <a:off x="4563811" y="5487433"/>
            <a:ext cx="540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文本框 188">
            <a:extLst>
              <a:ext uri="{FF2B5EF4-FFF2-40B4-BE49-F238E27FC236}">
                <a16:creationId xmlns:a16="http://schemas.microsoft.com/office/drawing/2014/main" id="{09DDA4CE-10E4-F0A4-899E-52CE56645931}"/>
              </a:ext>
            </a:extLst>
          </p:cNvPr>
          <p:cNvSpPr txBox="1"/>
          <p:nvPr/>
        </p:nvSpPr>
        <p:spPr>
          <a:xfrm>
            <a:off x="5666704" y="4939114"/>
            <a:ext cx="32252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F72A8268-63A8-0D02-5D97-12113DE57A76}"/>
              </a:ext>
            </a:extLst>
          </p:cNvPr>
          <p:cNvCxnSpPr>
            <a:cxnSpLocks/>
          </p:cNvCxnSpPr>
          <p:nvPr/>
        </p:nvCxnSpPr>
        <p:spPr>
          <a:xfrm>
            <a:off x="4690022" y="5217577"/>
            <a:ext cx="1440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文本框 191">
            <a:extLst>
              <a:ext uri="{FF2B5EF4-FFF2-40B4-BE49-F238E27FC236}">
                <a16:creationId xmlns:a16="http://schemas.microsoft.com/office/drawing/2014/main" id="{CB8AC3E6-22C4-DFD8-0F60-0B19BF4E21F6}"/>
              </a:ext>
            </a:extLst>
          </p:cNvPr>
          <p:cNvSpPr txBox="1"/>
          <p:nvPr/>
        </p:nvSpPr>
        <p:spPr>
          <a:xfrm>
            <a:off x="4652612" y="4934381"/>
            <a:ext cx="58381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Occurrence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0AE94E46-6E6B-4688-1594-B652E5D6F8D6}"/>
              </a:ext>
            </a:extLst>
          </p:cNvPr>
          <p:cNvSpPr txBox="1"/>
          <p:nvPr/>
        </p:nvSpPr>
        <p:spPr>
          <a:xfrm>
            <a:off x="4708813" y="5733923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B15FC92E-BF4D-66CE-8C6C-5BBBCE7FC14A}"/>
              </a:ext>
            </a:extLst>
          </p:cNvPr>
          <p:cNvSpPr txBox="1"/>
          <p:nvPr/>
        </p:nvSpPr>
        <p:spPr>
          <a:xfrm>
            <a:off x="4499871" y="4891124"/>
            <a:ext cx="2183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8" name="直接箭头连接符 101">
            <a:extLst>
              <a:ext uri="{FF2B5EF4-FFF2-40B4-BE49-F238E27FC236}">
                <a16:creationId xmlns:a16="http://schemas.microsoft.com/office/drawing/2014/main" id="{B2EA22CB-348B-5EE7-D641-53386635195D}"/>
              </a:ext>
            </a:extLst>
          </p:cNvPr>
          <p:cNvCxnSpPr>
            <a:cxnSpLocks/>
          </p:cNvCxnSpPr>
          <p:nvPr/>
        </p:nvCxnSpPr>
        <p:spPr>
          <a:xfrm>
            <a:off x="4835276" y="5088936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8BA8B824-42FE-0482-4D06-E4CB0A79F158}"/>
              </a:ext>
            </a:extLst>
          </p:cNvPr>
          <p:cNvCxnSpPr>
            <a:cxnSpLocks/>
          </p:cNvCxnSpPr>
          <p:nvPr/>
        </p:nvCxnSpPr>
        <p:spPr>
          <a:xfrm>
            <a:off x="5826688" y="5217433"/>
            <a:ext cx="144000" cy="0"/>
          </a:xfrm>
          <a:prstGeom prst="line">
            <a:avLst/>
          </a:prstGeom>
          <a:ln w="6350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96234C51-C948-A815-29FF-8DA1EEE16A83}"/>
              </a:ext>
            </a:extLst>
          </p:cNvPr>
          <p:cNvCxnSpPr>
            <a:cxnSpLocks/>
          </p:cNvCxnSpPr>
          <p:nvPr/>
        </p:nvCxnSpPr>
        <p:spPr>
          <a:xfrm>
            <a:off x="5135434" y="5532938"/>
            <a:ext cx="360000" cy="0"/>
          </a:xfrm>
          <a:prstGeom prst="line">
            <a:avLst/>
          </a:prstGeom>
          <a:ln w="6350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文本框 200">
            <a:extLst>
              <a:ext uri="{FF2B5EF4-FFF2-40B4-BE49-F238E27FC236}">
                <a16:creationId xmlns:a16="http://schemas.microsoft.com/office/drawing/2014/main" id="{4FE3F97F-2D0D-F7A2-624C-E2679AEF4701}"/>
              </a:ext>
            </a:extLst>
          </p:cNvPr>
          <p:cNvSpPr txBox="1"/>
          <p:nvPr/>
        </p:nvSpPr>
        <p:spPr>
          <a:xfrm>
            <a:off x="5068140" y="5544268"/>
            <a:ext cx="47801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Derating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C8B01EB6-8AD8-2441-92CE-700599610D80}"/>
              </a:ext>
            </a:extLst>
          </p:cNvPr>
          <p:cNvSpPr txBox="1"/>
          <p:nvPr/>
        </p:nvSpPr>
        <p:spPr>
          <a:xfrm>
            <a:off x="5416253" y="5296893"/>
            <a:ext cx="634369" cy="18000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Grid restoration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7C73FA08-C1AE-7E09-3D59-FC45BBF636C8}"/>
              </a:ext>
            </a:extLst>
          </p:cNvPr>
          <p:cNvSpPr txBox="1"/>
          <p:nvPr/>
        </p:nvSpPr>
        <p:spPr>
          <a:xfrm>
            <a:off x="4867086" y="5296897"/>
            <a:ext cx="417958" cy="18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Failure occurs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弧形 205">
            <a:extLst>
              <a:ext uri="{FF2B5EF4-FFF2-40B4-BE49-F238E27FC236}">
                <a16:creationId xmlns:a16="http://schemas.microsoft.com/office/drawing/2014/main" id="{03690BF6-984C-EAAE-38F6-E4105C4FA586}"/>
              </a:ext>
            </a:extLst>
          </p:cNvPr>
          <p:cNvSpPr/>
          <p:nvPr/>
        </p:nvSpPr>
        <p:spPr>
          <a:xfrm rot="10800000">
            <a:off x="4836287" y="4901747"/>
            <a:ext cx="612000" cy="630000"/>
          </a:xfrm>
          <a:prstGeom prst="arc">
            <a:avLst/>
          </a:prstGeom>
          <a:ln w="63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7" name="弧形 206">
            <a:extLst>
              <a:ext uri="{FF2B5EF4-FFF2-40B4-BE49-F238E27FC236}">
                <a16:creationId xmlns:a16="http://schemas.microsoft.com/office/drawing/2014/main" id="{1C2119FD-CDBA-4144-6D00-5219B5CE7FDE}"/>
              </a:ext>
            </a:extLst>
          </p:cNvPr>
          <p:cNvSpPr/>
          <p:nvPr/>
        </p:nvSpPr>
        <p:spPr>
          <a:xfrm rot="16200000">
            <a:off x="5511874" y="5200597"/>
            <a:ext cx="630000" cy="666000"/>
          </a:xfrm>
          <a:prstGeom prst="arc">
            <a:avLst/>
          </a:prstGeom>
          <a:ln w="63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DA9B92BF-78DB-D6DB-E92E-E50E5B59A9C2}"/>
              </a:ext>
            </a:extLst>
          </p:cNvPr>
          <p:cNvCxnSpPr>
            <a:cxnSpLocks/>
          </p:cNvCxnSpPr>
          <p:nvPr/>
        </p:nvCxnSpPr>
        <p:spPr>
          <a:xfrm rot="5400000">
            <a:off x="5002034" y="5654050"/>
            <a:ext cx="216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0C0B2B12-31AC-F40A-002F-C9A88683D4F2}"/>
              </a:ext>
            </a:extLst>
          </p:cNvPr>
          <p:cNvCxnSpPr>
            <a:cxnSpLocks/>
          </p:cNvCxnSpPr>
          <p:nvPr/>
        </p:nvCxnSpPr>
        <p:spPr>
          <a:xfrm rot="5400000">
            <a:off x="5384617" y="5651751"/>
            <a:ext cx="216000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93F1B568-D2D7-BBFF-BB7B-4B3745150F37}"/>
              </a:ext>
            </a:extLst>
          </p:cNvPr>
          <p:cNvSpPr txBox="1"/>
          <p:nvPr/>
        </p:nvSpPr>
        <p:spPr>
          <a:xfrm>
            <a:off x="4986647" y="5733923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77531CFC-4A95-D014-55B4-AB170BD9EA0E}"/>
              </a:ext>
            </a:extLst>
          </p:cNvPr>
          <p:cNvSpPr txBox="1"/>
          <p:nvPr/>
        </p:nvSpPr>
        <p:spPr>
          <a:xfrm>
            <a:off x="5366985" y="5733923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4BD1515E-636D-B5F1-CB9D-93816600551B}"/>
              </a:ext>
            </a:extLst>
          </p:cNvPr>
          <p:cNvSpPr txBox="1"/>
          <p:nvPr/>
        </p:nvSpPr>
        <p:spPr>
          <a:xfrm>
            <a:off x="5702107" y="5733923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8" name="直接箭头连接符 101">
            <a:extLst>
              <a:ext uri="{FF2B5EF4-FFF2-40B4-BE49-F238E27FC236}">
                <a16:creationId xmlns:a16="http://schemas.microsoft.com/office/drawing/2014/main" id="{AD640ADF-9660-2071-C201-8A49F0F53784}"/>
              </a:ext>
            </a:extLst>
          </p:cNvPr>
          <p:cNvCxnSpPr>
            <a:cxnSpLocks/>
          </p:cNvCxnSpPr>
          <p:nvPr/>
        </p:nvCxnSpPr>
        <p:spPr>
          <a:xfrm flipV="1">
            <a:off x="5827971" y="5088936"/>
            <a:ext cx="1052" cy="108000"/>
          </a:xfrm>
          <a:prstGeom prst="straightConnector1">
            <a:avLst/>
          </a:prstGeom>
          <a:ln w="6350">
            <a:solidFill>
              <a:schemeClr val="tx1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United Kingdom flag round icon. UK flag symbol. Official color scheme.  British flag in circle. Circular button, banner. National sign. 32426157 PNG">
            <a:extLst>
              <a:ext uri="{FF2B5EF4-FFF2-40B4-BE49-F238E27FC236}">
                <a16:creationId xmlns:a16="http://schemas.microsoft.com/office/drawing/2014/main" id="{B56824CC-7B82-0D16-10D6-D8F01A3D1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29" y="1724204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sa Flag In Circle Images – Browse 36,149 Stock Photos, Vectors, and Video  | Adobe Stock">
            <a:extLst>
              <a:ext uri="{FF2B5EF4-FFF2-40B4-BE49-F238E27FC236}">
                <a16:creationId xmlns:a16="http://schemas.microsoft.com/office/drawing/2014/main" id="{3885FDCA-9148-958F-6BCC-7FC91D0674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969" r="1713" b="1517"/>
          <a:stretch>
            <a:fillRect/>
          </a:stretch>
        </p:blipFill>
        <p:spPr bwMode="auto">
          <a:xfrm>
            <a:off x="3048017" y="1726184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0" descr="Round flag of the Netherlands . Netherlands round button flag vector.  National Dutch flag 27438631 Vector Art at Vecteezy">
            <a:extLst>
              <a:ext uri="{FF2B5EF4-FFF2-40B4-BE49-F238E27FC236}">
                <a16:creationId xmlns:a16="http://schemas.microsoft.com/office/drawing/2014/main" id="{0C0272D1-2AA4-91DB-4EB7-5CD3B3087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022" y="1726074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1,000+ Australia Flag Circle Stock Photos, Pictures &amp; Royalty-Free Images -  iStock">
            <a:extLst>
              <a:ext uri="{FF2B5EF4-FFF2-40B4-BE49-F238E27FC236}">
                <a16:creationId xmlns:a16="http://schemas.microsoft.com/office/drawing/2014/main" id="{23AFD7D4-D440-13E5-5619-ED9C745D0C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9" t="21012" r="21205" b="21396"/>
          <a:stretch>
            <a:fillRect/>
          </a:stretch>
        </p:blipFill>
        <p:spPr bwMode="auto">
          <a:xfrm>
            <a:off x="999472" y="4637532"/>
            <a:ext cx="144181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pain flag icon - Country flags">
            <a:extLst>
              <a:ext uri="{FF2B5EF4-FFF2-40B4-BE49-F238E27FC236}">
                <a16:creationId xmlns:a16="http://schemas.microsoft.com/office/drawing/2014/main" id="{22F26A78-FF3D-C762-B5EB-022D7AEB9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056" y="4637532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 descr="Malta flag icon - Country flags">
            <a:extLst>
              <a:ext uri="{FF2B5EF4-FFF2-40B4-BE49-F238E27FC236}">
                <a16:creationId xmlns:a16="http://schemas.microsoft.com/office/drawing/2014/main" id="{9CADBEA1-AC37-637E-5973-F235CE7BD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009" y="4639196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341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DBF2-59E1-B013-170E-E638ACC44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D46163F4-E3AA-C1C2-BDB1-99E8A2822A80}"/>
              </a:ext>
            </a:extLst>
          </p:cNvPr>
          <p:cNvSpPr/>
          <p:nvPr/>
        </p:nvSpPr>
        <p:spPr>
          <a:xfrm>
            <a:off x="824857" y="2656681"/>
            <a:ext cx="5202000" cy="144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A649A98-B793-5695-2990-97AE5697E3BF}"/>
              </a:ext>
            </a:extLst>
          </p:cNvPr>
          <p:cNvSpPr txBox="1"/>
          <p:nvPr/>
        </p:nvSpPr>
        <p:spPr>
          <a:xfrm>
            <a:off x="2941107" y="2227409"/>
            <a:ext cx="53572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Wind farm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B2586AB-51CD-39B0-5098-3362A5DBA6FF}"/>
              </a:ext>
            </a:extLst>
          </p:cNvPr>
          <p:cNvSpPr txBox="1"/>
          <p:nvPr/>
        </p:nvSpPr>
        <p:spPr>
          <a:xfrm>
            <a:off x="1124071" y="2043642"/>
            <a:ext cx="32573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1F68732F-D991-FF17-88E4-99DCB73104AC}"/>
              </a:ext>
            </a:extLst>
          </p:cNvPr>
          <p:cNvSpPr/>
          <p:nvPr/>
        </p:nvSpPr>
        <p:spPr>
          <a:xfrm>
            <a:off x="823538" y="4100865"/>
            <a:ext cx="5205600" cy="28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6" name="椭圆 345">
            <a:extLst>
              <a:ext uri="{FF2B5EF4-FFF2-40B4-BE49-F238E27FC236}">
                <a16:creationId xmlns:a16="http://schemas.microsoft.com/office/drawing/2014/main" id="{E377AAE1-EC95-794B-C5BC-70C5738C64BF}"/>
              </a:ext>
            </a:extLst>
          </p:cNvPr>
          <p:cNvSpPr/>
          <p:nvPr/>
        </p:nvSpPr>
        <p:spPr>
          <a:xfrm>
            <a:off x="6059813" y="3521013"/>
            <a:ext cx="0" cy="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CB9538C-F2B3-417F-FE26-DACC27FD4BD5}"/>
              </a:ext>
            </a:extLst>
          </p:cNvPr>
          <p:cNvGrpSpPr/>
          <p:nvPr/>
        </p:nvGrpSpPr>
        <p:grpSpPr>
          <a:xfrm>
            <a:off x="823538" y="2394987"/>
            <a:ext cx="5207158" cy="360000"/>
            <a:chOff x="2128011" y="9358507"/>
            <a:chExt cx="7521451" cy="540000"/>
          </a:xfrm>
        </p:grpSpPr>
        <p:pic>
          <p:nvPicPr>
            <p:cNvPr id="7" name="图片 6" descr="矩形&#10;&#10;AI 生成的内容可能不正确。">
              <a:extLst>
                <a:ext uri="{FF2B5EF4-FFF2-40B4-BE49-F238E27FC236}">
                  <a16:creationId xmlns:a16="http://schemas.microsoft.com/office/drawing/2014/main" id="{EFC255C7-0D8F-6CA3-8706-129FB5CB2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8011" y="9358507"/>
              <a:ext cx="540000" cy="540000"/>
            </a:xfrm>
            <a:prstGeom prst="rect">
              <a:avLst/>
            </a:prstGeom>
          </p:spPr>
        </p:pic>
        <p:pic>
          <p:nvPicPr>
            <p:cNvPr id="14" name="图片 13" descr="矩形&#10;&#10;AI 生成的内容可能不正确。">
              <a:extLst>
                <a:ext uri="{FF2B5EF4-FFF2-40B4-BE49-F238E27FC236}">
                  <a16:creationId xmlns:a16="http://schemas.microsoft.com/office/drawing/2014/main" id="{D624B8C8-4DE5-6431-B168-75CAEF5F5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2504" y="9358507"/>
              <a:ext cx="540000" cy="540000"/>
            </a:xfrm>
            <a:prstGeom prst="rect">
              <a:avLst/>
            </a:prstGeom>
          </p:spPr>
        </p:pic>
        <p:pic>
          <p:nvPicPr>
            <p:cNvPr id="15" name="图片 14" descr="矩形&#10;&#10;AI 生成的内容可能不正确。">
              <a:extLst>
                <a:ext uri="{FF2B5EF4-FFF2-40B4-BE49-F238E27FC236}">
                  <a16:creationId xmlns:a16="http://schemas.microsoft.com/office/drawing/2014/main" id="{087B79C8-81B2-4CB2-1DE0-DCC5A3617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504" y="9358507"/>
              <a:ext cx="540000" cy="540000"/>
            </a:xfrm>
            <a:prstGeom prst="rect">
              <a:avLst/>
            </a:prstGeom>
          </p:spPr>
        </p:pic>
        <p:pic>
          <p:nvPicPr>
            <p:cNvPr id="16" name="图片 15" descr="矩形&#10;&#10;AI 生成的内容可能不正确。">
              <a:extLst>
                <a:ext uri="{FF2B5EF4-FFF2-40B4-BE49-F238E27FC236}">
                  <a16:creationId xmlns:a16="http://schemas.microsoft.com/office/drawing/2014/main" id="{5FC4CE43-4FB4-BD6A-FCD6-047E01E1E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6997" y="9358507"/>
              <a:ext cx="540000" cy="540000"/>
            </a:xfrm>
            <a:prstGeom prst="rect">
              <a:avLst/>
            </a:prstGeom>
          </p:spPr>
        </p:pic>
        <p:pic>
          <p:nvPicPr>
            <p:cNvPr id="17" name="图片 16" descr="矩形&#10;&#10;AI 生成的内容可能不正确。">
              <a:extLst>
                <a:ext uri="{FF2B5EF4-FFF2-40B4-BE49-F238E27FC236}">
                  <a16:creationId xmlns:a16="http://schemas.microsoft.com/office/drawing/2014/main" id="{B0979141-EC64-3AD2-F867-4BC297EE3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6997" y="9358507"/>
              <a:ext cx="540000" cy="540000"/>
            </a:xfrm>
            <a:prstGeom prst="rect">
              <a:avLst/>
            </a:prstGeom>
          </p:spPr>
        </p:pic>
        <p:pic>
          <p:nvPicPr>
            <p:cNvPr id="18" name="图片 17" descr="矩形&#10;&#10;AI 生成的内容可能不正确。">
              <a:extLst>
                <a:ext uri="{FF2B5EF4-FFF2-40B4-BE49-F238E27FC236}">
                  <a16:creationId xmlns:a16="http://schemas.microsoft.com/office/drawing/2014/main" id="{0D99D970-C2CD-EBCC-26F6-BFF4F06D5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1490" y="9358507"/>
              <a:ext cx="540000" cy="540000"/>
            </a:xfrm>
            <a:prstGeom prst="rect">
              <a:avLst/>
            </a:prstGeom>
          </p:spPr>
        </p:pic>
        <p:pic>
          <p:nvPicPr>
            <p:cNvPr id="19" name="图片 18" descr="矩形&#10;&#10;AI 生成的内容可能不正确。">
              <a:extLst>
                <a:ext uri="{FF2B5EF4-FFF2-40B4-BE49-F238E27FC236}">
                  <a16:creationId xmlns:a16="http://schemas.microsoft.com/office/drawing/2014/main" id="{CC06D0D6-27E0-01F1-8319-92367B16E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1490" y="9358507"/>
              <a:ext cx="540000" cy="540000"/>
            </a:xfrm>
            <a:prstGeom prst="rect">
              <a:avLst/>
            </a:prstGeom>
          </p:spPr>
        </p:pic>
        <p:pic>
          <p:nvPicPr>
            <p:cNvPr id="20" name="图片 19" descr="矩形&#10;&#10;AI 生成的内容可能不正确。">
              <a:extLst>
                <a:ext uri="{FF2B5EF4-FFF2-40B4-BE49-F238E27FC236}">
                  <a16:creationId xmlns:a16="http://schemas.microsoft.com/office/drawing/2014/main" id="{28116894-36EC-6903-66C7-292EAAFA4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5983" y="9358507"/>
              <a:ext cx="540000" cy="540000"/>
            </a:xfrm>
            <a:prstGeom prst="rect">
              <a:avLst/>
            </a:prstGeom>
          </p:spPr>
        </p:pic>
        <p:pic>
          <p:nvPicPr>
            <p:cNvPr id="21" name="图片 20" descr="矩形&#10;&#10;AI 生成的内容可能不正确。">
              <a:extLst>
                <a:ext uri="{FF2B5EF4-FFF2-40B4-BE49-F238E27FC236}">
                  <a16:creationId xmlns:a16="http://schemas.microsoft.com/office/drawing/2014/main" id="{933BB930-2750-298B-5DDB-C6823641D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5983" y="9358507"/>
              <a:ext cx="540000" cy="540000"/>
            </a:xfrm>
            <a:prstGeom prst="rect">
              <a:avLst/>
            </a:prstGeom>
          </p:spPr>
        </p:pic>
        <p:pic>
          <p:nvPicPr>
            <p:cNvPr id="22" name="图片 21" descr="矩形&#10;&#10;AI 生成的内容可能不正确。">
              <a:extLst>
                <a:ext uri="{FF2B5EF4-FFF2-40B4-BE49-F238E27FC236}">
                  <a16:creationId xmlns:a16="http://schemas.microsoft.com/office/drawing/2014/main" id="{DD04BAF3-D741-AA84-CB0C-0084A804F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0476" y="9358507"/>
              <a:ext cx="540000" cy="540000"/>
            </a:xfrm>
            <a:prstGeom prst="rect">
              <a:avLst/>
            </a:prstGeom>
          </p:spPr>
        </p:pic>
        <p:pic>
          <p:nvPicPr>
            <p:cNvPr id="23" name="图片 22" descr="矩形&#10;&#10;AI 生成的内容可能不正确。">
              <a:extLst>
                <a:ext uri="{FF2B5EF4-FFF2-40B4-BE49-F238E27FC236}">
                  <a16:creationId xmlns:a16="http://schemas.microsoft.com/office/drawing/2014/main" id="{D7815080-3DBD-6D3C-1CBE-802300245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0476" y="9358507"/>
              <a:ext cx="540000" cy="540000"/>
            </a:xfrm>
            <a:prstGeom prst="rect">
              <a:avLst/>
            </a:prstGeom>
          </p:spPr>
        </p:pic>
        <p:pic>
          <p:nvPicPr>
            <p:cNvPr id="24" name="图片 23" descr="矩形&#10;&#10;AI 生成的内容可能不正确。">
              <a:extLst>
                <a:ext uri="{FF2B5EF4-FFF2-40B4-BE49-F238E27FC236}">
                  <a16:creationId xmlns:a16="http://schemas.microsoft.com/office/drawing/2014/main" id="{0069D957-B3BF-E2D9-0FAF-C9D043F9A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4969" y="9358507"/>
              <a:ext cx="540000" cy="540000"/>
            </a:xfrm>
            <a:prstGeom prst="rect">
              <a:avLst/>
            </a:prstGeom>
          </p:spPr>
        </p:pic>
        <p:pic>
          <p:nvPicPr>
            <p:cNvPr id="25" name="图片 24" descr="矩形&#10;&#10;AI 生成的内容可能不正确。">
              <a:extLst>
                <a:ext uri="{FF2B5EF4-FFF2-40B4-BE49-F238E27FC236}">
                  <a16:creationId xmlns:a16="http://schemas.microsoft.com/office/drawing/2014/main" id="{0B8EBF86-9A73-2B1B-8E49-8E0D95F10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4969" y="9358507"/>
              <a:ext cx="540000" cy="540000"/>
            </a:xfrm>
            <a:prstGeom prst="rect">
              <a:avLst/>
            </a:prstGeom>
          </p:spPr>
        </p:pic>
        <p:pic>
          <p:nvPicPr>
            <p:cNvPr id="27" name="图片 26" descr="矩形&#10;&#10;AI 生成的内容可能不正确。">
              <a:extLst>
                <a:ext uri="{FF2B5EF4-FFF2-40B4-BE49-F238E27FC236}">
                  <a16:creationId xmlns:a16="http://schemas.microsoft.com/office/drawing/2014/main" id="{2482CCD9-3E6F-8BA3-D556-E24AAAAE7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9462" y="9358507"/>
              <a:ext cx="540000" cy="540000"/>
            </a:xfrm>
            <a:prstGeom prst="rect">
              <a:avLst/>
            </a:prstGeom>
          </p:spPr>
        </p:pic>
      </p:grpSp>
      <p:pic>
        <p:nvPicPr>
          <p:cNvPr id="37" name="图片 36" descr="文本&#10;&#10;AI 生成的内容可能不正确。">
            <a:extLst>
              <a:ext uri="{FF2B5EF4-FFF2-40B4-BE49-F238E27FC236}">
                <a16:creationId xmlns:a16="http://schemas.microsoft.com/office/drawing/2014/main" id="{90C4EF46-1711-CF1B-011C-307C7454C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81" y="2189140"/>
            <a:ext cx="360000" cy="360000"/>
          </a:xfrm>
          <a:prstGeom prst="rect">
            <a:avLst/>
          </a:prstGeom>
        </p:spPr>
      </p:pic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29C283C-3DE8-694C-6DA6-98D74D5304FC}"/>
              </a:ext>
            </a:extLst>
          </p:cNvPr>
          <p:cNvCxnSpPr>
            <a:cxnSpLocks/>
            <a:stCxn id="37" idx="1"/>
            <a:endCxn id="162" idx="1"/>
          </p:cNvCxnSpPr>
          <p:nvPr/>
        </p:nvCxnSpPr>
        <p:spPr>
          <a:xfrm rot="10800000" flipH="1" flipV="1">
            <a:off x="1096781" y="2369140"/>
            <a:ext cx="78080" cy="1937368"/>
          </a:xfrm>
          <a:prstGeom prst="bentConnector3">
            <a:avLst>
              <a:gd name="adj1" fmla="val -292777"/>
            </a:avLst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图片 44" descr="图标&#10;&#10;AI 生成的内容可能不正确。">
            <a:extLst>
              <a:ext uri="{FF2B5EF4-FFF2-40B4-BE49-F238E27FC236}">
                <a16:creationId xmlns:a16="http://schemas.microsoft.com/office/drawing/2014/main" id="{AD348207-F294-5C23-CB0F-18737E2CA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75" y="3213279"/>
            <a:ext cx="360000" cy="360000"/>
          </a:xfrm>
          <a:prstGeom prst="rect">
            <a:avLst/>
          </a:prstGeom>
        </p:spPr>
      </p:pic>
      <p:pic>
        <p:nvPicPr>
          <p:cNvPr id="47" name="图片 46" descr="黑暗的风车&#10;&#10;AI 生成的内容可能不正确。">
            <a:extLst>
              <a:ext uri="{FF2B5EF4-FFF2-40B4-BE49-F238E27FC236}">
                <a16:creationId xmlns:a16="http://schemas.microsoft.com/office/drawing/2014/main" id="{6EBB9D1A-3791-2647-D1CE-E0AA9F35559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2128969" y="2094507"/>
            <a:ext cx="432000" cy="452219"/>
          </a:xfrm>
          <a:prstGeom prst="rect">
            <a:avLst/>
          </a:prstGeom>
        </p:spPr>
      </p:pic>
      <p:pic>
        <p:nvPicPr>
          <p:cNvPr id="58" name="图片 57" descr="图标&#10;&#10;AI 生成的内容可能不正确。">
            <a:extLst>
              <a:ext uri="{FF2B5EF4-FFF2-40B4-BE49-F238E27FC236}">
                <a16:creationId xmlns:a16="http://schemas.microsoft.com/office/drawing/2014/main" id="{DCC814F3-F65C-2717-69FF-A6C40F5A9F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617" b="91602" l="9961" r="89844">
                        <a14:foregroundMark x1="35547" y1="91602" x2="79688" y2="91016"/>
                        <a14:foregroundMark x1="34375" y1="8203" x2="41992" y2="76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653514" y="2623410"/>
            <a:ext cx="448615" cy="448615"/>
          </a:xfrm>
          <a:prstGeom prst="rect">
            <a:avLst/>
          </a:prstGeom>
        </p:spPr>
      </p:pic>
      <p:pic>
        <p:nvPicPr>
          <p:cNvPr id="62" name="图片 61" descr="建筑的设计&#10;&#10;AI 生成的内容可能不正确。">
            <a:extLst>
              <a:ext uri="{FF2B5EF4-FFF2-40B4-BE49-F238E27FC236}">
                <a16:creationId xmlns:a16="http://schemas.microsoft.com/office/drawing/2014/main" id="{C3CCEBF0-3B16-587E-85B9-386B0D0B4A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444" y="3213797"/>
            <a:ext cx="360000" cy="360000"/>
          </a:xfrm>
          <a:prstGeom prst="rect">
            <a:avLst/>
          </a:prstGeom>
        </p:spPr>
      </p:pic>
      <p:pic>
        <p:nvPicPr>
          <p:cNvPr id="67" name="图片 66" descr="图标&#10;&#10;AI 生成的内容可能不正确。">
            <a:extLst>
              <a:ext uri="{FF2B5EF4-FFF2-40B4-BE49-F238E27FC236}">
                <a16:creationId xmlns:a16="http://schemas.microsoft.com/office/drawing/2014/main" id="{14E46158-23D0-7244-D2CF-26664DE96EF2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616" y="3249528"/>
            <a:ext cx="288000" cy="288000"/>
          </a:xfrm>
          <a:prstGeom prst="rect">
            <a:avLst/>
          </a:prstGeom>
        </p:spPr>
      </p:pic>
      <p:pic>
        <p:nvPicPr>
          <p:cNvPr id="77" name="图片 76" descr="图标&#10;&#10;AI 生成的内容可能不正确。">
            <a:extLst>
              <a:ext uri="{FF2B5EF4-FFF2-40B4-BE49-F238E27FC236}">
                <a16:creationId xmlns:a16="http://schemas.microsoft.com/office/drawing/2014/main" id="{2635FA05-FE54-11FA-ADD8-C5C1DE52B9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7" t="19121" r="7765" b="19638"/>
          <a:stretch>
            <a:fillRect/>
          </a:stretch>
        </p:blipFill>
        <p:spPr>
          <a:xfrm>
            <a:off x="1641310" y="2744718"/>
            <a:ext cx="448615" cy="335789"/>
          </a:xfrm>
          <a:prstGeom prst="rect">
            <a:avLst/>
          </a:prstGeom>
        </p:spPr>
      </p:pic>
      <p:pic>
        <p:nvPicPr>
          <p:cNvPr id="108" name="图片 107" descr="图标&#10;&#10;AI 生成的内容可能不正确。">
            <a:extLst>
              <a:ext uri="{FF2B5EF4-FFF2-40B4-BE49-F238E27FC236}">
                <a16:creationId xmlns:a16="http://schemas.microsoft.com/office/drawing/2014/main" id="{1EA58B58-0D5F-BD53-1107-BB26E8E8AA4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948" y="3655200"/>
            <a:ext cx="288000" cy="288000"/>
          </a:xfrm>
          <a:prstGeom prst="rect">
            <a:avLst/>
          </a:prstGeom>
        </p:spPr>
      </p:pic>
      <p:pic>
        <p:nvPicPr>
          <p:cNvPr id="129" name="图片 128" descr="徽标&#10;&#10;AI 生成的内容可能不正确。">
            <a:extLst>
              <a:ext uri="{FF2B5EF4-FFF2-40B4-BE49-F238E27FC236}">
                <a16:creationId xmlns:a16="http://schemas.microsoft.com/office/drawing/2014/main" id="{7B38B864-B99D-0A99-A50B-3BBE56CB7BC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426" y="3656069"/>
            <a:ext cx="288000" cy="288000"/>
          </a:xfrm>
          <a:prstGeom prst="rect">
            <a:avLst/>
          </a:prstGeom>
        </p:spPr>
      </p:pic>
      <p:pic>
        <p:nvPicPr>
          <p:cNvPr id="138" name="图片 137" descr="图标&#10;&#10;AI 生成的内容可能不正确。">
            <a:extLst>
              <a:ext uri="{FF2B5EF4-FFF2-40B4-BE49-F238E27FC236}">
                <a16:creationId xmlns:a16="http://schemas.microsoft.com/office/drawing/2014/main" id="{301D8002-63CF-5C44-3D81-AB6B99B072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249" y="3276826"/>
            <a:ext cx="216000" cy="216000"/>
          </a:xfrm>
          <a:prstGeom prst="rect">
            <a:avLst/>
          </a:prstGeom>
        </p:spPr>
      </p:pic>
      <p:sp>
        <p:nvSpPr>
          <p:cNvPr id="156" name="圆柱体 155">
            <a:extLst>
              <a:ext uri="{FF2B5EF4-FFF2-40B4-BE49-F238E27FC236}">
                <a16:creationId xmlns:a16="http://schemas.microsoft.com/office/drawing/2014/main" id="{23AA420E-8F3A-1FB2-C52D-48277AF89DE5}"/>
              </a:ext>
            </a:extLst>
          </p:cNvPr>
          <p:cNvSpPr/>
          <p:nvPr/>
        </p:nvSpPr>
        <p:spPr>
          <a:xfrm rot="16200000">
            <a:off x="3383981" y="2128799"/>
            <a:ext cx="36000" cy="4356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5A291B81-6D55-7103-2526-32FE76C1F891}"/>
              </a:ext>
            </a:extLst>
          </p:cNvPr>
          <p:cNvSpPr txBox="1"/>
          <p:nvPr/>
        </p:nvSpPr>
        <p:spPr>
          <a:xfrm>
            <a:off x="3501356" y="4104721"/>
            <a:ext cx="61747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 network</a:t>
            </a:r>
            <a:endParaRPr lang="en-GB" sz="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圆柱体 157">
            <a:extLst>
              <a:ext uri="{FF2B5EF4-FFF2-40B4-BE49-F238E27FC236}">
                <a16:creationId xmlns:a16="http://schemas.microsoft.com/office/drawing/2014/main" id="{5345BDAD-03F7-629E-BC30-74160866F119}"/>
              </a:ext>
            </a:extLst>
          </p:cNvPr>
          <p:cNvSpPr/>
          <p:nvPr/>
        </p:nvSpPr>
        <p:spPr>
          <a:xfrm>
            <a:off x="1193980" y="4107614"/>
            <a:ext cx="36000" cy="180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6CDE7F13-6F59-0DC4-14A6-8770F1B8C827}"/>
              </a:ext>
            </a:extLst>
          </p:cNvPr>
          <p:cNvSpPr/>
          <p:nvPr/>
        </p:nvSpPr>
        <p:spPr>
          <a:xfrm>
            <a:off x="1174861" y="4270508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176" name="直接箭头连接符 101">
            <a:extLst>
              <a:ext uri="{FF2B5EF4-FFF2-40B4-BE49-F238E27FC236}">
                <a16:creationId xmlns:a16="http://schemas.microsoft.com/office/drawing/2014/main" id="{B17011C9-2DC2-BA94-F0E9-02CF4D9E3F79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865878" y="3393279"/>
            <a:ext cx="194797" cy="0"/>
          </a:xfrm>
          <a:prstGeom prst="straightConnector1">
            <a:avLst/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C4089132-FC0A-9A40-CBAA-9D075DD49FF7}"/>
              </a:ext>
            </a:extLst>
          </p:cNvPr>
          <p:cNvCxnSpPr>
            <a:cxnSpLocks/>
            <a:stCxn id="45" idx="3"/>
            <a:endCxn id="62" idx="1"/>
          </p:cNvCxnSpPr>
          <p:nvPr/>
        </p:nvCxnSpPr>
        <p:spPr>
          <a:xfrm>
            <a:off x="1420675" y="3393279"/>
            <a:ext cx="1220769" cy="518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文本框 250">
            <a:extLst>
              <a:ext uri="{FF2B5EF4-FFF2-40B4-BE49-F238E27FC236}">
                <a16:creationId xmlns:a16="http://schemas.microsoft.com/office/drawing/2014/main" id="{CDA566C6-795F-51A3-B475-F8E896CBB6F6}"/>
              </a:ext>
            </a:extLst>
          </p:cNvPr>
          <p:cNvSpPr txBox="1"/>
          <p:nvPr/>
        </p:nvSpPr>
        <p:spPr>
          <a:xfrm>
            <a:off x="2741958" y="3535477"/>
            <a:ext cx="69602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network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D85C9892-8A83-7667-326C-A29B488C79AB}"/>
              </a:ext>
            </a:extLst>
          </p:cNvPr>
          <p:cNvCxnSpPr>
            <a:cxnSpLocks/>
            <a:stCxn id="62" idx="3"/>
            <a:endCxn id="67" idx="1"/>
          </p:cNvCxnSpPr>
          <p:nvPr/>
        </p:nvCxnSpPr>
        <p:spPr>
          <a:xfrm flipV="1">
            <a:off x="3001444" y="3393528"/>
            <a:ext cx="196172" cy="269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图片 56" descr="图标&#10;&#10;AI 生成的内容可能不正确。">
            <a:extLst>
              <a:ext uri="{FF2B5EF4-FFF2-40B4-BE49-F238E27FC236}">
                <a16:creationId xmlns:a16="http://schemas.microsoft.com/office/drawing/2014/main" id="{8547D7D9-E6D6-CE73-8646-0108D912C46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9961" b="99805" l="4297" r="99219">
                        <a14:foregroundMark x1="37891" y1="53906" x2="12695" y2="72461"/>
                        <a14:foregroundMark x1="10156" y1="97266" x2="93359" y2="97266"/>
                        <a14:foregroundMark x1="6055" y1="95117" x2="8594" y2="95117"/>
                        <a14:foregroundMark x1="4297" y1="95117" x2="10156" y2="99805"/>
                        <a14:foregroundMark x1="95898" y1="53516" x2="94141" y2="57227"/>
                        <a14:foregroundMark x1="99219" y1="53906" x2="99219" y2="539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4839"/>
          <a:stretch>
            <a:fillRect/>
          </a:stretch>
        </p:blipFill>
        <p:spPr>
          <a:xfrm>
            <a:off x="2609981" y="2761825"/>
            <a:ext cx="360000" cy="198582"/>
          </a:xfrm>
          <a:prstGeom prst="rect">
            <a:avLst/>
          </a:prstGeom>
        </p:spPr>
      </p:pic>
      <p:cxnSp>
        <p:nvCxnSpPr>
          <p:cNvPr id="86" name="直接箭头连接符 49">
            <a:extLst>
              <a:ext uri="{FF2B5EF4-FFF2-40B4-BE49-F238E27FC236}">
                <a16:creationId xmlns:a16="http://schemas.microsoft.com/office/drawing/2014/main" id="{4146C9C6-9029-94ED-83F8-37E57FEB89A7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2339724" y="2546726"/>
            <a:ext cx="5245" cy="844421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6" name="图片 95" descr="图标&#10;&#10;AI 生成的内容可能不正确。">
            <a:extLst>
              <a:ext uri="{FF2B5EF4-FFF2-40B4-BE49-F238E27FC236}">
                <a16:creationId xmlns:a16="http://schemas.microsoft.com/office/drawing/2014/main" id="{B25CBBA2-2123-ED8D-490B-7B3F1F86198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9961" b="99805" l="4297" r="99219">
                        <a14:foregroundMark x1="37891" y1="53906" x2="12695" y2="72461"/>
                        <a14:foregroundMark x1="10156" y1="97266" x2="93359" y2="97266"/>
                        <a14:foregroundMark x1="6055" y1="95117" x2="8594" y2="95117"/>
                        <a14:foregroundMark x1="4297" y1="95117" x2="10156" y2="99805"/>
                        <a14:foregroundMark x1="95898" y1="53516" x2="94141" y2="57227"/>
                        <a14:foregroundMark x1="99219" y1="53906" x2="99219" y2="539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4839"/>
          <a:stretch>
            <a:fillRect/>
          </a:stretch>
        </p:blipFill>
        <p:spPr>
          <a:xfrm>
            <a:off x="2968786" y="2761825"/>
            <a:ext cx="360000" cy="198582"/>
          </a:xfrm>
          <a:prstGeom prst="rect">
            <a:avLst/>
          </a:prstGeom>
        </p:spPr>
      </p:pic>
      <p:sp>
        <p:nvSpPr>
          <p:cNvPr id="143" name="圆柱体 142">
            <a:extLst>
              <a:ext uri="{FF2B5EF4-FFF2-40B4-BE49-F238E27FC236}">
                <a16:creationId xmlns:a16="http://schemas.microsoft.com/office/drawing/2014/main" id="{EA6A9467-0A6B-0706-B311-6F7A238BA085}"/>
              </a:ext>
            </a:extLst>
          </p:cNvPr>
          <p:cNvSpPr/>
          <p:nvPr/>
        </p:nvSpPr>
        <p:spPr>
          <a:xfrm>
            <a:off x="2676133" y="4107614"/>
            <a:ext cx="36000" cy="180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C32FF7F2-8C1C-1FD6-2458-F361057575FB}"/>
              </a:ext>
            </a:extLst>
          </p:cNvPr>
          <p:cNvSpPr/>
          <p:nvPr/>
        </p:nvSpPr>
        <p:spPr>
          <a:xfrm>
            <a:off x="2657014" y="4270508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08CF373A-5D99-C0D4-F3AA-55742EEDC05F}"/>
              </a:ext>
            </a:extLst>
          </p:cNvPr>
          <p:cNvCxnSpPr>
            <a:cxnSpLocks/>
            <a:stCxn id="108" idx="3"/>
            <a:endCxn id="129" idx="1"/>
          </p:cNvCxnSpPr>
          <p:nvPr/>
        </p:nvCxnSpPr>
        <p:spPr>
          <a:xfrm>
            <a:off x="3895948" y="3799200"/>
            <a:ext cx="529478" cy="869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文本框 201">
            <a:extLst>
              <a:ext uri="{FF2B5EF4-FFF2-40B4-BE49-F238E27FC236}">
                <a16:creationId xmlns:a16="http://schemas.microsoft.com/office/drawing/2014/main" id="{A80E2A68-DC62-B613-E90D-F884F57FF8A0}"/>
              </a:ext>
            </a:extLst>
          </p:cNvPr>
          <p:cNvSpPr txBox="1"/>
          <p:nvPr/>
        </p:nvSpPr>
        <p:spPr>
          <a:xfrm>
            <a:off x="2708005" y="2959300"/>
            <a:ext cx="54053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Solar farm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63400183-07F1-2E65-DDE8-FCC4BF8BB3E3}"/>
              </a:ext>
            </a:extLst>
          </p:cNvPr>
          <p:cNvCxnSpPr>
            <a:cxnSpLocks/>
            <a:stCxn id="138" idx="2"/>
            <a:endCxn id="129" idx="0"/>
          </p:cNvCxnSpPr>
          <p:nvPr/>
        </p:nvCxnSpPr>
        <p:spPr>
          <a:xfrm rot="16200000" flipH="1">
            <a:off x="4321216" y="3407858"/>
            <a:ext cx="163243" cy="333177"/>
          </a:xfrm>
          <a:prstGeom prst="bentConnector3">
            <a:avLst>
              <a:gd name="adj1" fmla="val 50000"/>
            </a:avLst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33B6FA97-F115-C0EF-8A08-E329207479CF}"/>
              </a:ext>
            </a:extLst>
          </p:cNvPr>
          <p:cNvCxnSpPr>
            <a:cxnSpLocks/>
            <a:endCxn id="138" idx="0"/>
          </p:cNvCxnSpPr>
          <p:nvPr/>
        </p:nvCxnSpPr>
        <p:spPr>
          <a:xfrm>
            <a:off x="4236249" y="3127375"/>
            <a:ext cx="0" cy="149451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圆柱体 247">
            <a:extLst>
              <a:ext uri="{FF2B5EF4-FFF2-40B4-BE49-F238E27FC236}">
                <a16:creationId xmlns:a16="http://schemas.microsoft.com/office/drawing/2014/main" id="{BBE7BE31-A10B-0E35-BCAB-3EA68C5A39CB}"/>
              </a:ext>
            </a:extLst>
          </p:cNvPr>
          <p:cNvSpPr/>
          <p:nvPr/>
        </p:nvSpPr>
        <p:spPr>
          <a:xfrm>
            <a:off x="5566727" y="4107614"/>
            <a:ext cx="36000" cy="180000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969BB862-0538-6C75-6252-1A89DC655BF1}"/>
              </a:ext>
            </a:extLst>
          </p:cNvPr>
          <p:cNvSpPr/>
          <p:nvPr/>
        </p:nvSpPr>
        <p:spPr>
          <a:xfrm>
            <a:off x="5547608" y="4270508"/>
            <a:ext cx="72000" cy="720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368829-087C-D028-6A1A-8B4DE37ABA21}"/>
              </a:ext>
            </a:extLst>
          </p:cNvPr>
          <p:cNvSpPr txBox="1"/>
          <p:nvPr/>
        </p:nvSpPr>
        <p:spPr>
          <a:xfrm>
            <a:off x="933677" y="3527008"/>
            <a:ext cx="58060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Natural gas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F1F4663-2E70-A24E-9F35-DBEA24D70447}"/>
              </a:ext>
            </a:extLst>
          </p:cNvPr>
          <p:cNvSpPr txBox="1"/>
          <p:nvPr/>
        </p:nvSpPr>
        <p:spPr>
          <a:xfrm>
            <a:off x="1165923" y="2823268"/>
            <a:ext cx="468000" cy="144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Hydropower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46DE36-9CFC-39CC-F592-68229D2BD362}"/>
              </a:ext>
            </a:extLst>
          </p:cNvPr>
          <p:cNvSpPr txBox="1"/>
          <p:nvPr/>
        </p:nvSpPr>
        <p:spPr>
          <a:xfrm>
            <a:off x="3076598" y="3919113"/>
            <a:ext cx="1353321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Combined heat and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4C91CE1-E869-42AB-73C6-292F55BE2447}"/>
              </a:ext>
            </a:extLst>
          </p:cNvPr>
          <p:cNvSpPr txBox="1"/>
          <p:nvPr/>
        </p:nvSpPr>
        <p:spPr>
          <a:xfrm>
            <a:off x="4296342" y="3925174"/>
            <a:ext cx="59657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District heat</a:t>
            </a:r>
            <a:endParaRPr lang="en-GB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8A2CF79-63E7-E1B9-6B4B-154C2E5E5FC1}"/>
              </a:ext>
            </a:extLst>
          </p:cNvPr>
          <p:cNvSpPr txBox="1"/>
          <p:nvPr/>
        </p:nvSpPr>
        <p:spPr>
          <a:xfrm>
            <a:off x="4217505" y="3284081"/>
            <a:ext cx="58372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Heat pump</a:t>
            </a:r>
            <a:endParaRPr lang="en-GB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EA7C7789-0F96-76CE-8A8B-AF95585F5243}"/>
              </a:ext>
            </a:extLst>
          </p:cNvPr>
          <p:cNvCxnSpPr>
            <a:cxnSpLocks/>
            <a:stCxn id="108" idx="0"/>
          </p:cNvCxnSpPr>
          <p:nvPr/>
        </p:nvCxnSpPr>
        <p:spPr>
          <a:xfrm flipV="1">
            <a:off x="3751948" y="3393279"/>
            <a:ext cx="0" cy="261921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A612DBA5-6D20-56FD-A906-BFD16A603537}"/>
              </a:ext>
            </a:extLst>
          </p:cNvPr>
          <p:cNvSpPr/>
          <p:nvPr/>
        </p:nvSpPr>
        <p:spPr>
          <a:xfrm>
            <a:off x="4838921" y="3012970"/>
            <a:ext cx="1188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0185DBD-64A3-3A98-EFF6-045A576A32BD}"/>
              </a:ext>
            </a:extLst>
          </p:cNvPr>
          <p:cNvCxnSpPr>
            <a:cxnSpLocks/>
            <a:stCxn id="52" idx="1"/>
            <a:endCxn id="52" idx="3"/>
          </p:cNvCxnSpPr>
          <p:nvPr/>
        </p:nvCxnSpPr>
        <p:spPr>
          <a:xfrm>
            <a:off x="4838921" y="3048970"/>
            <a:ext cx="118800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图片 55" descr="图标&#10;&#10;AI 生成的内容可能不正确。">
            <a:extLst>
              <a:ext uri="{FF2B5EF4-FFF2-40B4-BE49-F238E27FC236}">
                <a16:creationId xmlns:a16="http://schemas.microsoft.com/office/drawing/2014/main" id="{48D016CA-2FCA-FDF5-56E3-E0D1392ADFF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743075" y="2872794"/>
            <a:ext cx="216000" cy="145046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C00E18D8-3A9C-1E86-9954-BC27487F4752}"/>
              </a:ext>
            </a:extLst>
          </p:cNvPr>
          <p:cNvSpPr txBox="1"/>
          <p:nvPr/>
        </p:nvSpPr>
        <p:spPr>
          <a:xfrm>
            <a:off x="5262377" y="2684790"/>
            <a:ext cx="74892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Charging station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75A48AE3-77E7-522D-7498-294BE201C4D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" t="4449" r="4023" b="3329"/>
          <a:stretch>
            <a:fillRect/>
          </a:stretch>
        </p:blipFill>
        <p:spPr>
          <a:xfrm>
            <a:off x="5513180" y="3311816"/>
            <a:ext cx="216000" cy="213447"/>
          </a:xfrm>
          <a:prstGeom prst="rect">
            <a:avLst/>
          </a:prstGeom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1334828A-F425-21D3-07B1-73456A7D7086}"/>
              </a:ext>
            </a:extLst>
          </p:cNvPr>
          <p:cNvSpPr/>
          <p:nvPr/>
        </p:nvSpPr>
        <p:spPr>
          <a:xfrm rot="5400000">
            <a:off x="4515036" y="3265253"/>
            <a:ext cx="576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C0ADAFBD-E98D-6DD6-0C73-767900EDA952}"/>
              </a:ext>
            </a:extLst>
          </p:cNvPr>
          <p:cNvSpPr/>
          <p:nvPr/>
        </p:nvSpPr>
        <p:spPr>
          <a:xfrm>
            <a:off x="4838921" y="3517156"/>
            <a:ext cx="1188000" cy="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21868508-EB8E-983E-F4F9-E0D38FD1A4FE}"/>
              </a:ext>
            </a:extLst>
          </p:cNvPr>
          <p:cNvCxnSpPr>
            <a:cxnSpLocks/>
            <a:stCxn id="94" idx="1"/>
            <a:endCxn id="94" idx="3"/>
          </p:cNvCxnSpPr>
          <p:nvPr/>
        </p:nvCxnSpPr>
        <p:spPr>
          <a:xfrm>
            <a:off x="4838921" y="3553156"/>
            <a:ext cx="118800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7" name="图片 96" descr="黑暗的风车&#10;&#10;AI 生成的内容可能不正确。">
            <a:extLst>
              <a:ext uri="{FF2B5EF4-FFF2-40B4-BE49-F238E27FC236}">
                <a16:creationId xmlns:a16="http://schemas.microsoft.com/office/drawing/2014/main" id="{DE5310BE-56FB-C7B8-91BF-95F929BAEC5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2560969" y="2093633"/>
            <a:ext cx="432000" cy="452219"/>
          </a:xfrm>
          <a:prstGeom prst="rect">
            <a:avLst/>
          </a:prstGeom>
        </p:spPr>
      </p:pic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BF7B5F40-5AF8-57C3-4055-7272D1455A41}"/>
              </a:ext>
            </a:extLst>
          </p:cNvPr>
          <p:cNvCxnSpPr>
            <a:cxnSpLocks/>
          </p:cNvCxnSpPr>
          <p:nvPr/>
        </p:nvCxnSpPr>
        <p:spPr>
          <a:xfrm flipV="1">
            <a:off x="4803036" y="3046595"/>
            <a:ext cx="0" cy="50400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101">
            <a:extLst>
              <a:ext uri="{FF2B5EF4-FFF2-40B4-BE49-F238E27FC236}">
                <a16:creationId xmlns:a16="http://schemas.microsoft.com/office/drawing/2014/main" id="{575F9B61-94C3-E747-1E69-292837BA2813}"/>
              </a:ext>
            </a:extLst>
          </p:cNvPr>
          <p:cNvCxnSpPr>
            <a:cxnSpLocks/>
            <a:stCxn id="249" idx="3"/>
            <a:endCxn id="78" idx="3"/>
          </p:cNvCxnSpPr>
          <p:nvPr/>
        </p:nvCxnSpPr>
        <p:spPr>
          <a:xfrm flipV="1">
            <a:off x="5619608" y="3418540"/>
            <a:ext cx="109572" cy="887968"/>
          </a:xfrm>
          <a:prstGeom prst="bentConnector3">
            <a:avLst>
              <a:gd name="adj1" fmla="val 308630"/>
            </a:avLst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405E7AC9-C994-B074-E911-E37EB202A80C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2339724" y="2861116"/>
            <a:ext cx="270257" cy="0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49">
            <a:extLst>
              <a:ext uri="{FF2B5EF4-FFF2-40B4-BE49-F238E27FC236}">
                <a16:creationId xmlns:a16="http://schemas.microsoft.com/office/drawing/2014/main" id="{A28BEE76-8615-FA09-4732-8AF847EE5D94}"/>
              </a:ext>
            </a:extLst>
          </p:cNvPr>
          <p:cNvCxnSpPr>
            <a:cxnSpLocks/>
            <a:stCxn id="47" idx="2"/>
            <a:endCxn id="97" idx="2"/>
          </p:cNvCxnSpPr>
          <p:nvPr/>
        </p:nvCxnSpPr>
        <p:spPr>
          <a:xfrm rot="5400000" flipH="1" flipV="1">
            <a:off x="2560532" y="2330289"/>
            <a:ext cx="874" cy="432000"/>
          </a:xfrm>
          <a:prstGeom prst="bentConnector3">
            <a:avLst>
              <a:gd name="adj1" fmla="val -4722540"/>
            </a:avLst>
          </a:prstGeom>
          <a:ln w="6350" cap="rnd">
            <a:solidFill>
              <a:schemeClr val="accent1"/>
            </a:solidFill>
            <a:bevel/>
            <a:headEnd type="none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9" name="图片 178" descr="图标&#10;&#10;AI 生成的内容可能不正确。">
            <a:extLst>
              <a:ext uri="{FF2B5EF4-FFF2-40B4-BE49-F238E27FC236}">
                <a16:creationId xmlns:a16="http://schemas.microsoft.com/office/drawing/2014/main" id="{E7966FEE-665C-F538-7A05-E960A6F77D6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513180" y="2873074"/>
            <a:ext cx="216000" cy="145046"/>
          </a:xfrm>
          <a:prstGeom prst="rect">
            <a:avLst/>
          </a:prstGeom>
        </p:spPr>
      </p:pic>
      <p:pic>
        <p:nvPicPr>
          <p:cNvPr id="214" name="图片 213" descr="图标&#10;&#10;AI 生成的内容可能不正确。">
            <a:extLst>
              <a:ext uri="{FF2B5EF4-FFF2-40B4-BE49-F238E27FC236}">
                <a16:creationId xmlns:a16="http://schemas.microsoft.com/office/drawing/2014/main" id="{3690B20A-C0AC-A1B8-2333-B7FE2607081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172" y="2813208"/>
            <a:ext cx="216000" cy="216000"/>
          </a:xfrm>
          <a:prstGeom prst="rect">
            <a:avLst/>
          </a:prstGeom>
        </p:spPr>
      </p:pic>
      <p:pic>
        <p:nvPicPr>
          <p:cNvPr id="222" name="图片 221" descr="图标&#10;&#10;AI 生成的内容可能不正确。">
            <a:extLst>
              <a:ext uri="{FF2B5EF4-FFF2-40B4-BE49-F238E27FC236}">
                <a16:creationId xmlns:a16="http://schemas.microsoft.com/office/drawing/2014/main" id="{819F7CC3-89EE-BF92-4749-29FDEA6E1AD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397" y="3301654"/>
            <a:ext cx="216000" cy="216000"/>
          </a:xfrm>
          <a:prstGeom prst="rect">
            <a:avLst/>
          </a:prstGeom>
        </p:spPr>
      </p:pic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1E512756-2AB7-0CB0-E452-E89AFD510F8A}"/>
              </a:ext>
            </a:extLst>
          </p:cNvPr>
          <p:cNvCxnSpPr>
            <a:cxnSpLocks/>
            <a:stCxn id="78" idx="0"/>
            <a:endCxn id="179" idx="2"/>
          </p:cNvCxnSpPr>
          <p:nvPr/>
        </p:nvCxnSpPr>
        <p:spPr>
          <a:xfrm flipV="1">
            <a:off x="5621180" y="3018120"/>
            <a:ext cx="0" cy="293696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542E73A9-E719-36E2-F3DD-4747D18E18AC}"/>
              </a:ext>
            </a:extLst>
          </p:cNvPr>
          <p:cNvCxnSpPr>
            <a:cxnSpLocks/>
            <a:stCxn id="222" idx="0"/>
            <a:endCxn id="344" idx="2"/>
          </p:cNvCxnSpPr>
          <p:nvPr/>
        </p:nvCxnSpPr>
        <p:spPr>
          <a:xfrm flipV="1">
            <a:off x="5368397" y="3018120"/>
            <a:ext cx="1000" cy="283534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B8F990AB-547B-3005-80EE-C007CF2B71BC}"/>
              </a:ext>
            </a:extLst>
          </p:cNvPr>
          <p:cNvCxnSpPr>
            <a:cxnSpLocks/>
            <a:stCxn id="343" idx="0"/>
            <a:endCxn id="214" idx="2"/>
          </p:cNvCxnSpPr>
          <p:nvPr/>
        </p:nvCxnSpPr>
        <p:spPr>
          <a:xfrm flipH="1" flipV="1">
            <a:off x="5136172" y="3029208"/>
            <a:ext cx="2315" cy="285981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88E44B5B-C83E-C506-7316-CC0755941160}"/>
              </a:ext>
            </a:extLst>
          </p:cNvPr>
          <p:cNvSpPr txBox="1"/>
          <p:nvPr/>
        </p:nvSpPr>
        <p:spPr>
          <a:xfrm>
            <a:off x="5599893" y="3150281"/>
            <a:ext cx="49885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End-user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850148DB-D0C4-8DC6-9864-FFD62F0B5F35}"/>
              </a:ext>
            </a:extLst>
          </p:cNvPr>
          <p:cNvCxnSpPr>
            <a:cxnSpLocks/>
            <a:stCxn id="129" idx="3"/>
            <a:endCxn id="78" idx="2"/>
          </p:cNvCxnSpPr>
          <p:nvPr/>
        </p:nvCxnSpPr>
        <p:spPr>
          <a:xfrm flipV="1">
            <a:off x="4713426" y="3525263"/>
            <a:ext cx="907754" cy="274806"/>
          </a:xfrm>
          <a:prstGeom prst="bentConnector2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6F30793C-68FF-56F9-CFEE-CCC9A575EF07}"/>
              </a:ext>
            </a:extLst>
          </p:cNvPr>
          <p:cNvCxnSpPr>
            <a:cxnSpLocks/>
            <a:endCxn id="222" idx="2"/>
          </p:cNvCxnSpPr>
          <p:nvPr/>
        </p:nvCxnSpPr>
        <p:spPr>
          <a:xfrm flipV="1">
            <a:off x="5368397" y="3517654"/>
            <a:ext cx="0" cy="280800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直接箭头连接符 101">
            <a:extLst>
              <a:ext uri="{FF2B5EF4-FFF2-40B4-BE49-F238E27FC236}">
                <a16:creationId xmlns:a16="http://schemas.microsoft.com/office/drawing/2014/main" id="{9D572750-3368-72C8-B946-9BE55D4C6F79}"/>
              </a:ext>
            </a:extLst>
          </p:cNvPr>
          <p:cNvCxnSpPr>
            <a:cxnSpLocks/>
            <a:stCxn id="143" idx="0"/>
            <a:endCxn id="108" idx="1"/>
          </p:cNvCxnSpPr>
          <p:nvPr/>
        </p:nvCxnSpPr>
        <p:spPr>
          <a:xfrm rot="5400000" flipH="1" flipV="1">
            <a:off x="2992333" y="3501000"/>
            <a:ext cx="317414" cy="913815"/>
          </a:xfrm>
          <a:prstGeom prst="bentConnector2">
            <a:avLst/>
          </a:prstGeom>
          <a:ln w="6350">
            <a:solidFill>
              <a:schemeClr val="accent2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直接箭头连接符 300">
            <a:extLst>
              <a:ext uri="{FF2B5EF4-FFF2-40B4-BE49-F238E27FC236}">
                <a16:creationId xmlns:a16="http://schemas.microsoft.com/office/drawing/2014/main" id="{5F8EA916-D7C9-F062-F285-B24AFBF077A6}"/>
              </a:ext>
            </a:extLst>
          </p:cNvPr>
          <p:cNvCxnSpPr>
            <a:cxnSpLocks/>
          </p:cNvCxnSpPr>
          <p:nvPr/>
        </p:nvCxnSpPr>
        <p:spPr>
          <a:xfrm>
            <a:off x="1865618" y="3051932"/>
            <a:ext cx="0" cy="339215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3" name="图片 342" descr="图标&#10;&#10;AI 生成的内容可能不正确。">
            <a:extLst>
              <a:ext uri="{FF2B5EF4-FFF2-40B4-BE49-F238E27FC236}">
                <a16:creationId xmlns:a16="http://schemas.microsoft.com/office/drawing/2014/main" id="{02A0DEB0-F785-975C-EBFF-0698A0D4C3F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0487" y="3315189"/>
            <a:ext cx="216000" cy="216000"/>
          </a:xfrm>
          <a:prstGeom prst="rect">
            <a:avLst/>
          </a:prstGeom>
        </p:spPr>
      </p:pic>
      <p:pic>
        <p:nvPicPr>
          <p:cNvPr id="344" name="图片 343" descr="图标&#10;&#10;AI 生成的内容可能不正确。">
            <a:extLst>
              <a:ext uri="{FF2B5EF4-FFF2-40B4-BE49-F238E27FC236}">
                <a16:creationId xmlns:a16="http://schemas.microsoft.com/office/drawing/2014/main" id="{0D854A1A-FF81-88C6-78C7-041BB5E057C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7" b="16441"/>
          <a:stretch>
            <a:fillRect/>
          </a:stretch>
        </p:blipFill>
        <p:spPr>
          <a:xfrm>
            <a:off x="5261397" y="2873074"/>
            <a:ext cx="216000" cy="145046"/>
          </a:xfrm>
          <a:prstGeom prst="rect">
            <a:avLst/>
          </a:prstGeom>
        </p:spPr>
      </p:pic>
      <p:cxnSp>
        <p:nvCxnSpPr>
          <p:cNvPr id="352" name="直接箭头连接符 351">
            <a:extLst>
              <a:ext uri="{FF2B5EF4-FFF2-40B4-BE49-F238E27FC236}">
                <a16:creationId xmlns:a16="http://schemas.microsoft.com/office/drawing/2014/main" id="{0DBE1353-6742-D7D4-B8CC-F85C3840C2FE}"/>
              </a:ext>
            </a:extLst>
          </p:cNvPr>
          <p:cNvCxnSpPr>
            <a:cxnSpLocks/>
            <a:endCxn id="343" idx="2"/>
          </p:cNvCxnSpPr>
          <p:nvPr/>
        </p:nvCxnSpPr>
        <p:spPr>
          <a:xfrm flipV="1">
            <a:off x="5138487" y="3531189"/>
            <a:ext cx="0" cy="270000"/>
          </a:xfrm>
          <a:prstGeom prst="straightConnector1">
            <a:avLst/>
          </a:prstGeom>
          <a:ln w="6350" cap="rnd">
            <a:solidFill>
              <a:srgbClr val="C00000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图片 67" descr="图标&#10;&#10;AI 生成的内容可能不正确。">
            <a:extLst>
              <a:ext uri="{FF2B5EF4-FFF2-40B4-BE49-F238E27FC236}">
                <a16:creationId xmlns:a16="http://schemas.microsoft.com/office/drawing/2014/main" id="{ED1DC4F1-E655-28B0-1B4B-81D7E9CBC26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961" b="89844" l="7422" r="91992">
                        <a14:foregroundMark x1="8203" y1="42188" x2="7422" y2="52148"/>
                        <a14:foregroundMark x1="7422" y1="52148" x2="7813" y2="53711"/>
                        <a14:foregroundMark x1="91602" y1="33789" x2="91992" y2="51953"/>
                        <a14:backgroundMark x1="13281" y1="74609" x2="67773" y2="75977"/>
                        <a14:backgroundMark x1="67773" y1="75977" x2="89844" y2="75195"/>
                        <a14:backgroundMark x1="8398" y1="69336" x2="34570" y2="70508"/>
                        <a14:backgroundMark x1="34570" y1="70508" x2="42773" y2="66992"/>
                        <a14:backgroundMark x1="50000" y1="69141" x2="66406" y2="69336"/>
                        <a14:backgroundMark x1="66406" y1="69336" x2="79297" y2="68555"/>
                        <a14:backgroundMark x1="79297" y1="68555" x2="88867" y2="68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661" b="29092"/>
          <a:stretch>
            <a:fillRect/>
          </a:stretch>
        </p:blipFill>
        <p:spPr>
          <a:xfrm>
            <a:off x="4765650" y="2935805"/>
            <a:ext cx="216000" cy="110693"/>
          </a:xfrm>
          <a:prstGeom prst="rect">
            <a:avLst/>
          </a:prstGeom>
        </p:spPr>
      </p:pic>
      <p:pic>
        <p:nvPicPr>
          <p:cNvPr id="6" name="图片 5" descr="图片包含 形状&#10;&#10;AI 生成的内容可能不正确。">
            <a:extLst>
              <a:ext uri="{FF2B5EF4-FFF2-40B4-BE49-F238E27FC236}">
                <a16:creationId xmlns:a16="http://schemas.microsoft.com/office/drawing/2014/main" id="{E7D87C81-B1AB-F797-053D-5E6ECE6AC5F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493" y="3637304"/>
            <a:ext cx="288000" cy="288000"/>
          </a:xfrm>
          <a:prstGeom prst="rect">
            <a:avLst/>
          </a:prstGeom>
        </p:spPr>
      </p:pic>
      <p:pic>
        <p:nvPicPr>
          <p:cNvPr id="8" name="图片 7" descr="图标&#10;&#10;AI 生成的内容可能不正确。">
            <a:extLst>
              <a:ext uri="{FF2B5EF4-FFF2-40B4-BE49-F238E27FC236}">
                <a16:creationId xmlns:a16="http://schemas.microsoft.com/office/drawing/2014/main" id="{E412591A-61E5-5F91-EB2A-A268D487E5B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545" y="4074183"/>
            <a:ext cx="288000" cy="288000"/>
          </a:xfrm>
          <a:prstGeom prst="rect">
            <a:avLst/>
          </a:prstGeom>
        </p:spPr>
      </p:pic>
      <p:cxnSp>
        <p:nvCxnSpPr>
          <p:cNvPr id="9" name="直接箭头连接符 101">
            <a:extLst>
              <a:ext uri="{FF2B5EF4-FFF2-40B4-BE49-F238E27FC236}">
                <a16:creationId xmlns:a16="http://schemas.microsoft.com/office/drawing/2014/main" id="{E04B98E8-2820-0D68-BAC6-2456ACB5468B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1763493" y="3925304"/>
            <a:ext cx="1052" cy="148879"/>
          </a:xfrm>
          <a:prstGeom prst="straightConnector1">
            <a:avLst/>
          </a:prstGeom>
          <a:ln w="6350">
            <a:solidFill>
              <a:schemeClr val="accent3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ED856F6-996D-7CF8-A3DC-96ABC364627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763493" y="3395331"/>
            <a:ext cx="0" cy="241973"/>
          </a:xfrm>
          <a:prstGeom prst="straightConnector1">
            <a:avLst/>
          </a:prstGeom>
          <a:ln w="6350" cap="rnd">
            <a:solidFill>
              <a:schemeClr val="accent1"/>
            </a:solidFill>
            <a:bevel/>
            <a:headEnd type="none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3393880D-0C53-FB35-5B21-0105F11C989B}"/>
              </a:ext>
            </a:extLst>
          </p:cNvPr>
          <p:cNvSpPr txBox="1"/>
          <p:nvPr/>
        </p:nvSpPr>
        <p:spPr>
          <a:xfrm>
            <a:off x="1843536" y="3692976"/>
            <a:ext cx="744114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Green hydrogen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341B49C6-3167-9529-77E1-7B5BE8090F41}"/>
              </a:ext>
            </a:extLst>
          </p:cNvPr>
          <p:cNvSpPr/>
          <p:nvPr/>
        </p:nvSpPr>
        <p:spPr>
          <a:xfrm>
            <a:off x="3469481" y="3019425"/>
            <a:ext cx="2395538" cy="373856"/>
          </a:xfrm>
          <a:custGeom>
            <a:avLst/>
            <a:gdLst>
              <a:gd name="connsiteX0" fmla="*/ 0 w 2395538"/>
              <a:gd name="connsiteY0" fmla="*/ 371475 h 373856"/>
              <a:gd name="connsiteX1" fmla="*/ 519113 w 2395538"/>
              <a:gd name="connsiteY1" fmla="*/ 373856 h 373856"/>
              <a:gd name="connsiteX2" fmla="*/ 519113 w 2395538"/>
              <a:gd name="connsiteY2" fmla="*/ 102393 h 373856"/>
              <a:gd name="connsiteX3" fmla="*/ 2395538 w 2395538"/>
              <a:gd name="connsiteY3" fmla="*/ 107156 h 373856"/>
              <a:gd name="connsiteX4" fmla="*/ 2393157 w 2395538"/>
              <a:gd name="connsiteY4" fmla="*/ 0 h 373856"/>
              <a:gd name="connsiteX5" fmla="*/ 2393157 w 2395538"/>
              <a:gd name="connsiteY5" fmla="*/ 0 h 37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95538" h="373856">
                <a:moveTo>
                  <a:pt x="0" y="371475"/>
                </a:moveTo>
                <a:lnTo>
                  <a:pt x="519113" y="373856"/>
                </a:lnTo>
                <a:lnTo>
                  <a:pt x="519113" y="102393"/>
                </a:lnTo>
                <a:lnTo>
                  <a:pt x="2395538" y="107156"/>
                </a:lnTo>
                <a:cubicBezTo>
                  <a:pt x="2394744" y="71437"/>
                  <a:pt x="2393951" y="35719"/>
                  <a:pt x="2393157" y="0"/>
                </a:cubicBezTo>
                <a:lnTo>
                  <a:pt x="2393157" y="0"/>
                </a:lnTo>
              </a:path>
            </a:pathLst>
          </a:custGeom>
          <a:noFill/>
          <a:ln w="6350">
            <a:solidFill>
              <a:schemeClr val="accent1"/>
            </a:solidFill>
            <a:headEnd type="stealth" w="sm" len="sm"/>
            <a:tail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E5062A-0F3C-20FD-3C83-E38A6B19B70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87788" y="6255809"/>
            <a:ext cx="1081176" cy="720000"/>
          </a:xfrm>
          <a:prstGeom prst="rect">
            <a:avLst/>
          </a:prstGeom>
        </p:spPr>
      </p:pic>
      <p:pic>
        <p:nvPicPr>
          <p:cNvPr id="1026" name="Picture 2" descr="Power Quality Problems">
            <a:extLst>
              <a:ext uri="{FF2B5EF4-FFF2-40B4-BE49-F238E27FC236}">
                <a16:creationId xmlns:a16="http://schemas.microsoft.com/office/drawing/2014/main" id="{E1E5A76B-B427-7E26-1DD5-8A48AA3F6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71" y="5045720"/>
            <a:ext cx="1081176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B23CAC0-2856-D52F-A53C-D430B39D17CE}"/>
              </a:ext>
            </a:extLst>
          </p:cNvPr>
          <p:cNvSpPr txBox="1"/>
          <p:nvPr/>
        </p:nvSpPr>
        <p:spPr>
          <a:xfrm>
            <a:off x="1483382" y="7183552"/>
            <a:ext cx="889988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Frequency response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2F3A32-EEDD-811C-69CF-2E52C40609E8}"/>
              </a:ext>
            </a:extLst>
          </p:cNvPr>
          <p:cNvSpPr txBox="1"/>
          <p:nvPr/>
        </p:nvSpPr>
        <p:spPr>
          <a:xfrm>
            <a:off x="1259740" y="4643056"/>
            <a:ext cx="809838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Voltage regulation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The duck curve">
            <a:extLst>
              <a:ext uri="{FF2B5EF4-FFF2-40B4-BE49-F238E27FC236}">
                <a16:creationId xmlns:a16="http://schemas.microsoft.com/office/drawing/2014/main" id="{A3C33A7C-B799-D72E-D73C-11418E873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882" y="870454"/>
            <a:ext cx="1081176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AB7B960-3220-C44C-7032-B190F89004B4}"/>
              </a:ext>
            </a:extLst>
          </p:cNvPr>
          <p:cNvSpPr txBox="1"/>
          <p:nvPr/>
        </p:nvSpPr>
        <p:spPr>
          <a:xfrm>
            <a:off x="3238634" y="1739959"/>
            <a:ext cx="659155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Load ramping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图片 12" descr="图表&#10;&#10;AI 生成的内容可能不正确。">
            <a:extLst>
              <a:ext uri="{FF2B5EF4-FFF2-40B4-BE49-F238E27FC236}">
                <a16:creationId xmlns:a16="http://schemas.microsoft.com/office/drawing/2014/main" id="{7FF81A78-6980-AB1D-62CE-D5377A1080B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29388" y="808869"/>
            <a:ext cx="1079700" cy="7200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63A1537D-6E17-7594-B344-591BC1A9EE9B}"/>
              </a:ext>
            </a:extLst>
          </p:cNvPr>
          <p:cNvSpPr txBox="1"/>
          <p:nvPr/>
        </p:nvSpPr>
        <p:spPr>
          <a:xfrm>
            <a:off x="1302059" y="1728840"/>
            <a:ext cx="758541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balancing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Picture 6" descr="The Power of Peak Shaving: A Complete Guide - EVESCO">
            <a:extLst>
              <a:ext uri="{FF2B5EF4-FFF2-40B4-BE49-F238E27FC236}">
                <a16:creationId xmlns:a16="http://schemas.microsoft.com/office/drawing/2014/main" id="{0519987B-36A8-121B-282A-EF1FC65A9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005" y="898394"/>
            <a:ext cx="1081175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903B9552-38A6-65DD-4DF9-35D3982B2765}"/>
              </a:ext>
            </a:extLst>
          </p:cNvPr>
          <p:cNvSpPr txBox="1"/>
          <p:nvPr/>
        </p:nvSpPr>
        <p:spPr>
          <a:xfrm>
            <a:off x="4735252" y="1734206"/>
            <a:ext cx="1050289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Congestion management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39D5D156-947F-BAAF-9247-3775C5364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187" y="5045720"/>
            <a:ext cx="1081177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E990C30A-9AA2-E053-E74F-08CBCE6BE51D}"/>
              </a:ext>
            </a:extLst>
          </p:cNvPr>
          <p:cNvSpPr txBox="1"/>
          <p:nvPr/>
        </p:nvSpPr>
        <p:spPr>
          <a:xfrm>
            <a:off x="4754064" y="4654716"/>
            <a:ext cx="1034259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Resilience enhancement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0A90028-2365-C045-97BC-2D4C49CCD846}"/>
              </a:ext>
            </a:extLst>
          </p:cNvPr>
          <p:cNvSpPr txBox="1"/>
          <p:nvPr/>
        </p:nvSpPr>
        <p:spPr>
          <a:xfrm>
            <a:off x="982807" y="704950"/>
            <a:ext cx="22794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9EF9F33-A828-AF97-0590-D227D881BDE1}"/>
              </a:ext>
            </a:extLst>
          </p:cNvPr>
          <p:cNvSpPr txBox="1"/>
          <p:nvPr/>
        </p:nvSpPr>
        <p:spPr>
          <a:xfrm>
            <a:off x="1246861" y="6160469"/>
            <a:ext cx="2311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GB" sz="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FCAFF2F-EB53-514F-576F-8DCD0BFD03C5}"/>
              </a:ext>
            </a:extLst>
          </p:cNvPr>
          <p:cNvSpPr txBox="1"/>
          <p:nvPr/>
        </p:nvSpPr>
        <p:spPr>
          <a:xfrm>
            <a:off x="2837256" y="769057"/>
            <a:ext cx="2311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45491A4-A171-EF6D-AF0E-AD527079E15C}"/>
              </a:ext>
            </a:extLst>
          </p:cNvPr>
          <p:cNvSpPr txBox="1"/>
          <p:nvPr/>
        </p:nvSpPr>
        <p:spPr>
          <a:xfrm>
            <a:off x="1055296" y="4969288"/>
            <a:ext cx="2311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GB" sz="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742D462-5B67-1FFB-7CAA-66FCE3DACAAA}"/>
              </a:ext>
            </a:extLst>
          </p:cNvPr>
          <p:cNvSpPr txBox="1"/>
          <p:nvPr/>
        </p:nvSpPr>
        <p:spPr>
          <a:xfrm>
            <a:off x="4591569" y="789737"/>
            <a:ext cx="2311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sz="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7212314-5813-6021-349C-4CFEDDA42F80}"/>
              </a:ext>
            </a:extLst>
          </p:cNvPr>
          <p:cNvSpPr txBox="1"/>
          <p:nvPr/>
        </p:nvSpPr>
        <p:spPr>
          <a:xfrm>
            <a:off x="4619141" y="4925852"/>
            <a:ext cx="21031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GB" sz="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FCF979F9-2CA1-EAA2-49CD-F671E85A301E}"/>
              </a:ext>
            </a:extLst>
          </p:cNvPr>
          <p:cNvSpPr/>
          <p:nvPr/>
        </p:nvSpPr>
        <p:spPr>
          <a:xfrm>
            <a:off x="1125247" y="1598192"/>
            <a:ext cx="108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8E8D7CC1-D8A3-CBE1-7BCA-11E43693755B}"/>
              </a:ext>
            </a:extLst>
          </p:cNvPr>
          <p:cNvSpPr/>
          <p:nvPr/>
        </p:nvSpPr>
        <p:spPr>
          <a:xfrm flipV="1">
            <a:off x="1113514" y="4910009"/>
            <a:ext cx="108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429C3A2D-DBF9-5CB4-027E-FD29F06AE1C2}"/>
              </a:ext>
            </a:extLst>
          </p:cNvPr>
          <p:cNvSpPr/>
          <p:nvPr/>
        </p:nvSpPr>
        <p:spPr>
          <a:xfrm>
            <a:off x="4684999" y="1632212"/>
            <a:ext cx="108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A22E7C3A-6EEC-2969-C12E-8C3EC730E57F}"/>
              </a:ext>
            </a:extLst>
          </p:cNvPr>
          <p:cNvSpPr/>
          <p:nvPr/>
        </p:nvSpPr>
        <p:spPr>
          <a:xfrm flipV="1">
            <a:off x="2994916" y="4908503"/>
            <a:ext cx="108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B25BCE89-BF83-E5D0-3184-FA732CEB202F}"/>
              </a:ext>
            </a:extLst>
          </p:cNvPr>
          <p:cNvSpPr/>
          <p:nvPr/>
        </p:nvSpPr>
        <p:spPr>
          <a:xfrm>
            <a:off x="2993531" y="1606675"/>
            <a:ext cx="108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B670A9D7-5194-DB70-9D14-2F7B2113624E}"/>
              </a:ext>
            </a:extLst>
          </p:cNvPr>
          <p:cNvSpPr/>
          <p:nvPr/>
        </p:nvSpPr>
        <p:spPr>
          <a:xfrm flipV="1">
            <a:off x="4731614" y="4908503"/>
            <a:ext cx="108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796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8191-A0DF-E1FE-2F27-541A0F6DD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CA471C1-6495-A191-5CBB-707F3467D9DD}"/>
              </a:ext>
            </a:extLst>
          </p:cNvPr>
          <p:cNvGrpSpPr/>
          <p:nvPr/>
        </p:nvGrpSpPr>
        <p:grpSpPr>
          <a:xfrm>
            <a:off x="823538" y="2043642"/>
            <a:ext cx="5275211" cy="2345223"/>
            <a:chOff x="823538" y="2043642"/>
            <a:chExt cx="5275211" cy="2345223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8A6848A-8CD4-C5BA-26DD-D748146FD495}"/>
                </a:ext>
              </a:extLst>
            </p:cNvPr>
            <p:cNvSpPr/>
            <p:nvPr/>
          </p:nvSpPr>
          <p:spPr>
            <a:xfrm>
              <a:off x="824857" y="2656681"/>
              <a:ext cx="5202000" cy="144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9DA902E7-C06A-6AA9-80CB-70A932F49753}"/>
                </a:ext>
              </a:extLst>
            </p:cNvPr>
            <p:cNvSpPr txBox="1"/>
            <p:nvPr/>
          </p:nvSpPr>
          <p:spPr>
            <a:xfrm>
              <a:off x="2941107" y="2227409"/>
              <a:ext cx="53572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Wind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D4CD906C-8E23-628B-7CEF-363C1588C89E}"/>
                </a:ext>
              </a:extLst>
            </p:cNvPr>
            <p:cNvSpPr txBox="1"/>
            <p:nvPr/>
          </p:nvSpPr>
          <p:spPr>
            <a:xfrm>
              <a:off x="1124071" y="2043642"/>
              <a:ext cx="32573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C9A7CE1B-0D4F-DE20-4040-C1A8D12E5539}"/>
                </a:ext>
              </a:extLst>
            </p:cNvPr>
            <p:cNvSpPr/>
            <p:nvPr/>
          </p:nvSpPr>
          <p:spPr>
            <a:xfrm>
              <a:off x="823538" y="4100865"/>
              <a:ext cx="5205600" cy="28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椭圆 345">
              <a:extLst>
                <a:ext uri="{FF2B5EF4-FFF2-40B4-BE49-F238E27FC236}">
                  <a16:creationId xmlns:a16="http://schemas.microsoft.com/office/drawing/2014/main" id="{A2A8D240-11B6-B282-16F6-C660CAC56A8C}"/>
                </a:ext>
              </a:extLst>
            </p:cNvPr>
            <p:cNvSpPr/>
            <p:nvPr/>
          </p:nvSpPr>
          <p:spPr>
            <a:xfrm>
              <a:off x="5835973" y="3521013"/>
              <a:ext cx="0" cy="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F4D4D904-1C3A-E351-27AC-FA8A4EE90DC4}"/>
                </a:ext>
              </a:extLst>
            </p:cNvPr>
            <p:cNvGrpSpPr/>
            <p:nvPr/>
          </p:nvGrpSpPr>
          <p:grpSpPr>
            <a:xfrm>
              <a:off x="823538" y="2394987"/>
              <a:ext cx="5207158" cy="360000"/>
              <a:chOff x="2128011" y="9358507"/>
              <a:chExt cx="7521451" cy="540000"/>
            </a:xfrm>
          </p:grpSpPr>
          <p:pic>
            <p:nvPicPr>
              <p:cNvPr id="7" name="图片 6" descr="矩形&#10;&#10;AI 生成的内容可能不正确。">
                <a:extLst>
                  <a:ext uri="{FF2B5EF4-FFF2-40B4-BE49-F238E27FC236}">
                    <a16:creationId xmlns:a16="http://schemas.microsoft.com/office/drawing/2014/main" id="{5750523A-35D2-0CE6-9C20-126614BFCC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8011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4" name="图片 13" descr="矩形&#10;&#10;AI 生成的内容可能不正确。">
                <a:extLst>
                  <a:ext uri="{FF2B5EF4-FFF2-40B4-BE49-F238E27FC236}">
                    <a16:creationId xmlns:a16="http://schemas.microsoft.com/office/drawing/2014/main" id="{F2526BE7-D571-2848-E264-948FA0575C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6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5" name="图片 14" descr="矩形&#10;&#10;AI 生成的内容可能不正确。">
                <a:extLst>
                  <a:ext uri="{FF2B5EF4-FFF2-40B4-BE49-F238E27FC236}">
                    <a16:creationId xmlns:a16="http://schemas.microsoft.com/office/drawing/2014/main" id="{93E65C25-4852-1607-840F-701F0A167E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6" name="图片 15" descr="矩形&#10;&#10;AI 生成的内容可能不正确。">
                <a:extLst>
                  <a:ext uri="{FF2B5EF4-FFF2-40B4-BE49-F238E27FC236}">
                    <a16:creationId xmlns:a16="http://schemas.microsoft.com/office/drawing/2014/main" id="{2EC0B229-28AD-306A-7FD8-6EA0DC2DEA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3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7" name="图片 16" descr="矩形&#10;&#10;AI 生成的内容可能不正确。">
                <a:extLst>
                  <a:ext uri="{FF2B5EF4-FFF2-40B4-BE49-F238E27FC236}">
                    <a16:creationId xmlns:a16="http://schemas.microsoft.com/office/drawing/2014/main" id="{B9E960F1-64F5-9813-FB7B-8BA2F4A54E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7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8" name="图片 17" descr="矩形&#10;&#10;AI 生成的内容可能不正确。">
                <a:extLst>
                  <a:ext uri="{FF2B5EF4-FFF2-40B4-BE49-F238E27FC236}">
                    <a16:creationId xmlns:a16="http://schemas.microsoft.com/office/drawing/2014/main" id="{615AACE6-E551-23F1-BA3A-C4CFA35E47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1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9" name="图片 18" descr="矩形&#10;&#10;AI 生成的内容可能不正确。">
                <a:extLst>
                  <a:ext uri="{FF2B5EF4-FFF2-40B4-BE49-F238E27FC236}">
                    <a16:creationId xmlns:a16="http://schemas.microsoft.com/office/drawing/2014/main" id="{876DD3A6-5F60-E7E3-593B-5FC973B575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5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0" name="图片 19" descr="矩形&#10;&#10;AI 生成的内容可能不正确。">
                <a:extLst>
                  <a:ext uri="{FF2B5EF4-FFF2-40B4-BE49-F238E27FC236}">
                    <a16:creationId xmlns:a16="http://schemas.microsoft.com/office/drawing/2014/main" id="{DAE6CDA6-442D-D87F-600D-F09C7D43F5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1" name="图片 20" descr="矩形&#10;&#10;AI 生成的内容可能不正确。">
                <a:extLst>
                  <a:ext uri="{FF2B5EF4-FFF2-40B4-BE49-F238E27FC236}">
                    <a16:creationId xmlns:a16="http://schemas.microsoft.com/office/drawing/2014/main" id="{F254A7BE-F7FA-BD8F-7C0B-16741801F3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2" name="图片 21" descr="矩形&#10;&#10;AI 生成的内容可能不正确。">
                <a:extLst>
                  <a:ext uri="{FF2B5EF4-FFF2-40B4-BE49-F238E27FC236}">
                    <a16:creationId xmlns:a16="http://schemas.microsoft.com/office/drawing/2014/main" id="{6852D146-0BEB-179C-D8F2-49D5D8C5E3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6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3" name="图片 22" descr="矩形&#10;&#10;AI 生成的内容可能不正确。">
                <a:extLst>
                  <a:ext uri="{FF2B5EF4-FFF2-40B4-BE49-F238E27FC236}">
                    <a16:creationId xmlns:a16="http://schemas.microsoft.com/office/drawing/2014/main" id="{412E5D23-ED62-20F9-591A-381B33A8F7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0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4" name="图片 23" descr="矩形&#10;&#10;AI 生成的内容可能不正确。">
                <a:extLst>
                  <a:ext uri="{FF2B5EF4-FFF2-40B4-BE49-F238E27FC236}">
                    <a16:creationId xmlns:a16="http://schemas.microsoft.com/office/drawing/2014/main" id="{316A543C-1E30-1DEF-EA10-964F2A8D65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3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5" name="图片 24" descr="矩形&#10;&#10;AI 生成的内容可能不正确。">
                <a:extLst>
                  <a:ext uri="{FF2B5EF4-FFF2-40B4-BE49-F238E27FC236}">
                    <a16:creationId xmlns:a16="http://schemas.microsoft.com/office/drawing/2014/main" id="{C06AF81B-5C76-30E4-F75E-99A28EE896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7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7" name="图片 26" descr="矩形&#10;&#10;AI 生成的内容可能不正确。">
                <a:extLst>
                  <a:ext uri="{FF2B5EF4-FFF2-40B4-BE49-F238E27FC236}">
                    <a16:creationId xmlns:a16="http://schemas.microsoft.com/office/drawing/2014/main" id="{7E794361-6948-938E-3FE5-717B2C542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09462" y="9358507"/>
                <a:ext cx="540000" cy="540000"/>
              </a:xfrm>
              <a:prstGeom prst="rect">
                <a:avLst/>
              </a:prstGeom>
            </p:spPr>
          </p:pic>
        </p:grpSp>
        <p:pic>
          <p:nvPicPr>
            <p:cNvPr id="37" name="图片 36" descr="文本&#10;&#10;AI 生成的内容可能不正确。">
              <a:extLst>
                <a:ext uri="{FF2B5EF4-FFF2-40B4-BE49-F238E27FC236}">
                  <a16:creationId xmlns:a16="http://schemas.microsoft.com/office/drawing/2014/main" id="{9F997E9B-2982-48ED-5343-5FA819ACD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781" y="2189140"/>
              <a:ext cx="360000" cy="360000"/>
            </a:xfrm>
            <a:prstGeom prst="rect">
              <a:avLst/>
            </a:prstGeom>
          </p:spPr>
        </p:pic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DE240FD8-7077-3024-4C62-CAC19236FDED}"/>
                </a:ext>
              </a:extLst>
            </p:cNvPr>
            <p:cNvCxnSpPr>
              <a:cxnSpLocks/>
              <a:stCxn id="37" idx="1"/>
              <a:endCxn id="162" idx="1"/>
            </p:cNvCxnSpPr>
            <p:nvPr/>
          </p:nvCxnSpPr>
          <p:spPr>
            <a:xfrm rot="10800000" flipH="1" flipV="1">
              <a:off x="1096781" y="2369140"/>
              <a:ext cx="78080" cy="1937368"/>
            </a:xfrm>
            <a:prstGeom prst="bentConnector3">
              <a:avLst>
                <a:gd name="adj1" fmla="val -292777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图片 44" descr="图标&#10;&#10;AI 生成的内容可能不正确。">
              <a:extLst>
                <a:ext uri="{FF2B5EF4-FFF2-40B4-BE49-F238E27FC236}">
                  <a16:creationId xmlns:a16="http://schemas.microsoft.com/office/drawing/2014/main" id="{91F0F9B0-AB9B-14C0-D75F-834362957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675" y="3213279"/>
              <a:ext cx="360000" cy="360000"/>
            </a:xfrm>
            <a:prstGeom prst="rect">
              <a:avLst/>
            </a:prstGeom>
          </p:spPr>
        </p:pic>
        <p:pic>
          <p:nvPicPr>
            <p:cNvPr id="47" name="图片 46" descr="黑暗的风车&#10;&#10;AI 生成的内容可能不正确。">
              <a:extLst>
                <a:ext uri="{FF2B5EF4-FFF2-40B4-BE49-F238E27FC236}">
                  <a16:creationId xmlns:a16="http://schemas.microsoft.com/office/drawing/2014/main" id="{816E5A2E-C8EC-A5E7-3CBE-C49606E91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2128969" y="2094507"/>
              <a:ext cx="432000" cy="452219"/>
            </a:xfrm>
            <a:prstGeom prst="rect">
              <a:avLst/>
            </a:prstGeom>
          </p:spPr>
        </p:pic>
        <p:pic>
          <p:nvPicPr>
            <p:cNvPr id="58" name="图片 57" descr="图标&#10;&#10;AI 生成的内容可能不正确。">
              <a:extLst>
                <a:ext uri="{FF2B5EF4-FFF2-40B4-BE49-F238E27FC236}">
                  <a16:creationId xmlns:a16="http://schemas.microsoft.com/office/drawing/2014/main" id="{40405371-3892-ED15-E265-8877685E1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7617" b="91602" l="9961" r="89844">
                          <a14:foregroundMark x1="35547" y1="91602" x2="79688" y2="91016"/>
                          <a14:foregroundMark x1="34375" y1="8203" x2="41992" y2="76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653514" y="2623410"/>
              <a:ext cx="448615" cy="448615"/>
            </a:xfrm>
            <a:prstGeom prst="rect">
              <a:avLst/>
            </a:prstGeom>
          </p:spPr>
        </p:pic>
        <p:pic>
          <p:nvPicPr>
            <p:cNvPr id="62" name="图片 61" descr="建筑的设计&#10;&#10;AI 生成的内容可能不正确。">
              <a:extLst>
                <a:ext uri="{FF2B5EF4-FFF2-40B4-BE49-F238E27FC236}">
                  <a16:creationId xmlns:a16="http://schemas.microsoft.com/office/drawing/2014/main" id="{A1BC36BD-D254-5E09-2AE5-63EE47AF1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2903" y="3213797"/>
              <a:ext cx="360000" cy="360000"/>
            </a:xfrm>
            <a:prstGeom prst="rect">
              <a:avLst/>
            </a:prstGeom>
          </p:spPr>
        </p:pic>
        <p:pic>
          <p:nvPicPr>
            <p:cNvPr id="67" name="图片 66" descr="图标&#10;&#10;AI 生成的内容可能不正确。">
              <a:extLst>
                <a:ext uri="{FF2B5EF4-FFF2-40B4-BE49-F238E27FC236}">
                  <a16:creationId xmlns:a16="http://schemas.microsoft.com/office/drawing/2014/main" id="{6C4FFB57-CC20-4176-37B4-A6B81250C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7146" y="2988252"/>
              <a:ext cx="288000" cy="288000"/>
            </a:xfrm>
            <a:prstGeom prst="rect">
              <a:avLst/>
            </a:prstGeom>
          </p:spPr>
        </p:pic>
        <p:pic>
          <p:nvPicPr>
            <p:cNvPr id="77" name="图片 76" descr="图标&#10;&#10;AI 生成的内容可能不正确。">
              <a:extLst>
                <a:ext uri="{FF2B5EF4-FFF2-40B4-BE49-F238E27FC236}">
                  <a16:creationId xmlns:a16="http://schemas.microsoft.com/office/drawing/2014/main" id="{716553EA-A797-2D71-7DEB-AF708437A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17" t="19121" r="7765" b="19638"/>
            <a:stretch>
              <a:fillRect/>
            </a:stretch>
          </p:blipFill>
          <p:spPr>
            <a:xfrm>
              <a:off x="1641310" y="2744718"/>
              <a:ext cx="448615" cy="335789"/>
            </a:xfrm>
            <a:prstGeom prst="rect">
              <a:avLst/>
            </a:prstGeom>
          </p:spPr>
        </p:pic>
        <p:pic>
          <p:nvPicPr>
            <p:cNvPr id="108" name="图片 107" descr="图标&#10;&#10;AI 生成的内容可能不正确。">
              <a:extLst>
                <a:ext uri="{FF2B5EF4-FFF2-40B4-BE49-F238E27FC236}">
                  <a16:creationId xmlns:a16="http://schemas.microsoft.com/office/drawing/2014/main" id="{9AE64A91-4A13-BCCA-C54B-ED7BBEE88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7792" y="3669491"/>
              <a:ext cx="288000" cy="288000"/>
            </a:xfrm>
            <a:prstGeom prst="rect">
              <a:avLst/>
            </a:prstGeom>
          </p:spPr>
        </p:pic>
        <p:pic>
          <p:nvPicPr>
            <p:cNvPr id="129" name="图片 128" descr="徽标&#10;&#10;AI 生成的内容可能不正确。">
              <a:extLst>
                <a:ext uri="{FF2B5EF4-FFF2-40B4-BE49-F238E27FC236}">
                  <a16:creationId xmlns:a16="http://schemas.microsoft.com/office/drawing/2014/main" id="{33D273FA-D5F4-0C28-97F5-F190CF95F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038" y="3673536"/>
              <a:ext cx="288000" cy="288000"/>
            </a:xfrm>
            <a:prstGeom prst="rect">
              <a:avLst/>
            </a:prstGeom>
          </p:spPr>
        </p:pic>
        <p:pic>
          <p:nvPicPr>
            <p:cNvPr id="138" name="图片 137" descr="图标&#10;&#10;AI 生成的内容可能不正确。">
              <a:extLst>
                <a:ext uri="{FF2B5EF4-FFF2-40B4-BE49-F238E27FC236}">
                  <a16:creationId xmlns:a16="http://schemas.microsoft.com/office/drawing/2014/main" id="{33BCEAF9-9943-6AD5-E46C-729521866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0630" y="3299583"/>
              <a:ext cx="216000" cy="216000"/>
            </a:xfrm>
            <a:prstGeom prst="rect">
              <a:avLst/>
            </a:prstGeom>
          </p:spPr>
        </p:pic>
        <p:sp>
          <p:nvSpPr>
            <p:cNvPr id="156" name="圆柱体 155">
              <a:extLst>
                <a:ext uri="{FF2B5EF4-FFF2-40B4-BE49-F238E27FC236}">
                  <a16:creationId xmlns:a16="http://schemas.microsoft.com/office/drawing/2014/main" id="{39AB9188-D61B-E4D1-7C89-C1112D5D9A73}"/>
                </a:ext>
              </a:extLst>
            </p:cNvPr>
            <p:cNvSpPr/>
            <p:nvPr/>
          </p:nvSpPr>
          <p:spPr>
            <a:xfrm rot="16200000">
              <a:off x="3383981" y="2128799"/>
              <a:ext cx="36000" cy="4356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DBDE6458-577F-A6BC-0D57-B01C95691641}"/>
                </a:ext>
              </a:extLst>
            </p:cNvPr>
            <p:cNvSpPr txBox="1"/>
            <p:nvPr/>
          </p:nvSpPr>
          <p:spPr>
            <a:xfrm>
              <a:off x="3009231" y="4104721"/>
              <a:ext cx="61747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Gas network</a:t>
              </a:r>
              <a:endParaRPr lang="en-GB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圆柱体 157">
              <a:extLst>
                <a:ext uri="{FF2B5EF4-FFF2-40B4-BE49-F238E27FC236}">
                  <a16:creationId xmlns:a16="http://schemas.microsoft.com/office/drawing/2014/main" id="{138B3541-19DE-6FE0-60BE-BAC0CEAF0035}"/>
                </a:ext>
              </a:extLst>
            </p:cNvPr>
            <p:cNvSpPr/>
            <p:nvPr/>
          </p:nvSpPr>
          <p:spPr>
            <a:xfrm>
              <a:off x="1193980" y="4107614"/>
              <a:ext cx="36000" cy="180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D61791CC-0A63-FC61-D1E1-DFBE417DF4E0}"/>
                </a:ext>
              </a:extLst>
            </p:cNvPr>
            <p:cNvSpPr/>
            <p:nvPr/>
          </p:nvSpPr>
          <p:spPr>
            <a:xfrm>
              <a:off x="1174861" y="42705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176" name="直接箭头连接符 101">
              <a:extLst>
                <a:ext uri="{FF2B5EF4-FFF2-40B4-BE49-F238E27FC236}">
                  <a16:creationId xmlns:a16="http://schemas.microsoft.com/office/drawing/2014/main" id="{04E8FA6F-7274-2123-2786-02CF7A841519}"/>
                </a:ext>
              </a:extLst>
            </p:cNvPr>
            <p:cNvCxnSpPr>
              <a:cxnSpLocks/>
              <a:endCxn id="45" idx="1"/>
            </p:cNvCxnSpPr>
            <p:nvPr/>
          </p:nvCxnSpPr>
          <p:spPr>
            <a:xfrm>
              <a:off x="865878" y="3393279"/>
              <a:ext cx="194797" cy="0"/>
            </a:xfrm>
            <a:prstGeom prst="straightConnector1">
              <a:avLst/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E6A8CE79-218F-17A1-83E4-5AF7A463A06C}"/>
                </a:ext>
              </a:extLst>
            </p:cNvPr>
            <p:cNvCxnSpPr>
              <a:cxnSpLocks/>
              <a:stCxn id="45" idx="3"/>
              <a:endCxn id="62" idx="1"/>
            </p:cNvCxnSpPr>
            <p:nvPr/>
          </p:nvCxnSpPr>
          <p:spPr>
            <a:xfrm>
              <a:off x="1420675" y="3393279"/>
              <a:ext cx="1442228" cy="518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A9F456D0-FD16-54B1-92AB-7E549856920B}"/>
                </a:ext>
              </a:extLst>
            </p:cNvPr>
            <p:cNvSpPr txBox="1"/>
            <p:nvPr/>
          </p:nvSpPr>
          <p:spPr>
            <a:xfrm>
              <a:off x="3464286" y="2815440"/>
              <a:ext cx="69602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Power network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10951AD3-1DE6-F7C4-E9B0-EA5DF291878F}"/>
                </a:ext>
              </a:extLst>
            </p:cNvPr>
            <p:cNvCxnSpPr>
              <a:cxnSpLocks/>
              <a:stCxn id="62" idx="3"/>
              <a:endCxn id="67" idx="1"/>
            </p:cNvCxnSpPr>
            <p:nvPr/>
          </p:nvCxnSpPr>
          <p:spPr>
            <a:xfrm flipV="1">
              <a:off x="3222903" y="3132252"/>
              <a:ext cx="434243" cy="261545"/>
            </a:xfrm>
            <a:prstGeom prst="bentConnector3">
              <a:avLst>
                <a:gd name="adj1" fmla="val 50000"/>
              </a:avLst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标&#10;&#10;AI 生成的内容可能不正确。">
              <a:extLst>
                <a:ext uri="{FF2B5EF4-FFF2-40B4-BE49-F238E27FC236}">
                  <a16:creationId xmlns:a16="http://schemas.microsoft.com/office/drawing/2014/main" id="{79C25210-D506-A444-DA66-02548653C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609981" y="2761825"/>
              <a:ext cx="360000" cy="198582"/>
            </a:xfrm>
            <a:prstGeom prst="rect">
              <a:avLst/>
            </a:prstGeom>
          </p:spPr>
        </p:pic>
        <p:cxnSp>
          <p:nvCxnSpPr>
            <p:cNvPr id="86" name="直接箭头连接符 49">
              <a:extLst>
                <a:ext uri="{FF2B5EF4-FFF2-40B4-BE49-F238E27FC236}">
                  <a16:creationId xmlns:a16="http://schemas.microsoft.com/office/drawing/2014/main" id="{03FE8810-F25A-97EE-E799-ADA21B509788}"/>
                </a:ext>
              </a:extLst>
            </p:cNvPr>
            <p:cNvCxnSpPr>
              <a:cxnSpLocks/>
              <a:stCxn id="47" idx="2"/>
            </p:cNvCxnSpPr>
            <p:nvPr/>
          </p:nvCxnSpPr>
          <p:spPr>
            <a:xfrm flipH="1">
              <a:off x="2339724" y="2546726"/>
              <a:ext cx="5245" cy="84442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6" name="图片 95" descr="图标&#10;&#10;AI 生成的内容可能不正确。">
              <a:extLst>
                <a:ext uri="{FF2B5EF4-FFF2-40B4-BE49-F238E27FC236}">
                  <a16:creationId xmlns:a16="http://schemas.microsoft.com/office/drawing/2014/main" id="{D5D71A7D-5BF4-17B3-7EC1-2BAF3BA6F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968786" y="2761825"/>
              <a:ext cx="360000" cy="198582"/>
            </a:xfrm>
            <a:prstGeom prst="rect">
              <a:avLst/>
            </a:prstGeom>
          </p:spPr>
        </p:pic>
        <p:sp>
          <p:nvSpPr>
            <p:cNvPr id="143" name="圆柱体 142">
              <a:extLst>
                <a:ext uri="{FF2B5EF4-FFF2-40B4-BE49-F238E27FC236}">
                  <a16:creationId xmlns:a16="http://schemas.microsoft.com/office/drawing/2014/main" id="{AAC3BD5B-D985-5569-E5D1-4D2D41D85B97}"/>
                </a:ext>
              </a:extLst>
            </p:cNvPr>
            <p:cNvSpPr/>
            <p:nvPr/>
          </p:nvSpPr>
          <p:spPr>
            <a:xfrm>
              <a:off x="1760141" y="4107614"/>
              <a:ext cx="36000" cy="180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3F4D9E61-4DA7-E11B-6D25-B458860DEB24}"/>
                </a:ext>
              </a:extLst>
            </p:cNvPr>
            <p:cNvSpPr/>
            <p:nvPr/>
          </p:nvSpPr>
          <p:spPr>
            <a:xfrm>
              <a:off x="1741022" y="42705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DE0E1303-7AB9-8DCD-AFA8-CBD0FE7CFFA6}"/>
                </a:ext>
              </a:extLst>
            </p:cNvPr>
            <p:cNvCxnSpPr>
              <a:cxnSpLocks/>
              <a:stCxn id="108" idx="3"/>
              <a:endCxn id="129" idx="1"/>
            </p:cNvCxnSpPr>
            <p:nvPr/>
          </p:nvCxnSpPr>
          <p:spPr>
            <a:xfrm>
              <a:off x="2745792" y="3813491"/>
              <a:ext cx="1346246" cy="4045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94E18B9B-C7CA-FD07-D37C-6A9DE4D87FC4}"/>
                </a:ext>
              </a:extLst>
            </p:cNvPr>
            <p:cNvSpPr txBox="1"/>
            <p:nvPr/>
          </p:nvSpPr>
          <p:spPr>
            <a:xfrm>
              <a:off x="2708005" y="2959300"/>
              <a:ext cx="54053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Solar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B3B36800-890F-504F-9F13-C46E092BE879}"/>
                </a:ext>
              </a:extLst>
            </p:cNvPr>
            <p:cNvCxnSpPr>
              <a:cxnSpLocks/>
              <a:stCxn id="138" idx="2"/>
              <a:endCxn id="129" idx="0"/>
            </p:cNvCxnSpPr>
            <p:nvPr/>
          </p:nvCxnSpPr>
          <p:spPr>
            <a:xfrm flipH="1">
              <a:off x="4236038" y="3515583"/>
              <a:ext cx="2592" cy="157953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EF0C2BE5-2247-8CBA-9AE5-8E3B4BD3492A}"/>
                </a:ext>
              </a:extLst>
            </p:cNvPr>
            <p:cNvCxnSpPr>
              <a:cxnSpLocks/>
              <a:endCxn id="138" idx="0"/>
            </p:cNvCxnSpPr>
            <p:nvPr/>
          </p:nvCxnSpPr>
          <p:spPr>
            <a:xfrm>
              <a:off x="4238630" y="3132252"/>
              <a:ext cx="0" cy="16733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圆柱体 247">
              <a:extLst>
                <a:ext uri="{FF2B5EF4-FFF2-40B4-BE49-F238E27FC236}">
                  <a16:creationId xmlns:a16="http://schemas.microsoft.com/office/drawing/2014/main" id="{AB911E77-9454-CC34-7634-5CC0FB697CFB}"/>
                </a:ext>
              </a:extLst>
            </p:cNvPr>
            <p:cNvSpPr/>
            <p:nvPr/>
          </p:nvSpPr>
          <p:spPr>
            <a:xfrm>
              <a:off x="5566727" y="4107614"/>
              <a:ext cx="36000" cy="180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9" name="矩形: 圆角 248">
              <a:extLst>
                <a:ext uri="{FF2B5EF4-FFF2-40B4-BE49-F238E27FC236}">
                  <a16:creationId xmlns:a16="http://schemas.microsoft.com/office/drawing/2014/main" id="{60F17E70-F61A-D531-E6C2-9BB5FFFF2807}"/>
                </a:ext>
              </a:extLst>
            </p:cNvPr>
            <p:cNvSpPr/>
            <p:nvPr/>
          </p:nvSpPr>
          <p:spPr>
            <a:xfrm>
              <a:off x="5547608" y="42705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F99CDFC-5F23-529C-2D9B-8DE4C872FF28}"/>
                </a:ext>
              </a:extLst>
            </p:cNvPr>
            <p:cNvSpPr txBox="1"/>
            <p:nvPr/>
          </p:nvSpPr>
          <p:spPr>
            <a:xfrm>
              <a:off x="940089" y="3527008"/>
              <a:ext cx="567784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natural 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77948CF-1E0F-1934-CCB2-DAEE1EC53F12}"/>
                </a:ext>
              </a:extLst>
            </p:cNvPr>
            <p:cNvSpPr txBox="1"/>
            <p:nvPr/>
          </p:nvSpPr>
          <p:spPr>
            <a:xfrm>
              <a:off x="1165923" y="2823268"/>
              <a:ext cx="468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Hydropower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30C9FD42-7C78-51CB-D40A-979F9DD2A279}"/>
                </a:ext>
              </a:extLst>
            </p:cNvPr>
            <p:cNvSpPr txBox="1"/>
            <p:nvPr/>
          </p:nvSpPr>
          <p:spPr>
            <a:xfrm>
              <a:off x="1924060" y="3916734"/>
              <a:ext cx="1353321" cy="184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Combined heat and power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BF2E32A7-B75A-FF08-0C39-E42373D251BF}"/>
                </a:ext>
              </a:extLst>
            </p:cNvPr>
            <p:cNvSpPr txBox="1"/>
            <p:nvPr/>
          </p:nvSpPr>
          <p:spPr>
            <a:xfrm>
              <a:off x="3931364" y="3936970"/>
              <a:ext cx="596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District heat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6887A1B-6850-FFA6-26ED-B423C203884A}"/>
                </a:ext>
              </a:extLst>
            </p:cNvPr>
            <p:cNvSpPr txBox="1"/>
            <p:nvPr/>
          </p:nvSpPr>
          <p:spPr>
            <a:xfrm>
              <a:off x="3653747" y="3315935"/>
              <a:ext cx="58372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Heat pump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DBC0116C-A999-CDC6-7E07-FCEE1131EC56}"/>
                </a:ext>
              </a:extLst>
            </p:cNvPr>
            <p:cNvCxnSpPr>
              <a:cxnSpLocks/>
              <a:stCxn id="108" idx="0"/>
            </p:cNvCxnSpPr>
            <p:nvPr/>
          </p:nvCxnSpPr>
          <p:spPr>
            <a:xfrm flipV="1">
              <a:off x="2601792" y="3395910"/>
              <a:ext cx="0" cy="27358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D91D9D5-55D5-3281-D8BD-961F11C8E526}"/>
                </a:ext>
              </a:extLst>
            </p:cNvPr>
            <p:cNvSpPr/>
            <p:nvPr/>
          </p:nvSpPr>
          <p:spPr>
            <a:xfrm>
              <a:off x="4588890" y="3012970"/>
              <a:ext cx="1440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F041CE0-581C-A081-8958-6E45A8A277A5}"/>
                </a:ext>
              </a:extLst>
            </p:cNvPr>
            <p:cNvCxnSpPr>
              <a:cxnSpLocks/>
              <a:stCxn id="52" idx="1"/>
              <a:endCxn id="52" idx="3"/>
            </p:cNvCxnSpPr>
            <p:nvPr/>
          </p:nvCxnSpPr>
          <p:spPr>
            <a:xfrm>
              <a:off x="4588890" y="3048970"/>
              <a:ext cx="1440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图片 55" descr="图标&#10;&#10;AI 生成的内容可能不正确。">
              <a:extLst>
                <a:ext uri="{FF2B5EF4-FFF2-40B4-BE49-F238E27FC236}">
                  <a16:creationId xmlns:a16="http://schemas.microsoft.com/office/drawing/2014/main" id="{D1AF1118-24DF-85AD-5065-D6CC88397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807370" y="2872794"/>
              <a:ext cx="216000" cy="145046"/>
            </a:xfrm>
            <a:prstGeom prst="rect">
              <a:avLst/>
            </a:prstGeom>
          </p:spPr>
        </p:pic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4545196-25F8-F0E9-DD33-13E373DCEB19}"/>
                </a:ext>
              </a:extLst>
            </p:cNvPr>
            <p:cNvSpPr txBox="1"/>
            <p:nvPr/>
          </p:nvSpPr>
          <p:spPr>
            <a:xfrm>
              <a:off x="5271194" y="2684790"/>
              <a:ext cx="731290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charging station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406E1FDD-C4E1-C6D6-B709-AD8CBB637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1" t="4449" r="4023" b="3329"/>
            <a:stretch>
              <a:fillRect/>
            </a:stretch>
          </p:blipFill>
          <p:spPr>
            <a:xfrm>
              <a:off x="5532228" y="3311816"/>
              <a:ext cx="216000" cy="213447"/>
            </a:xfrm>
            <a:prstGeom prst="rect">
              <a:avLst/>
            </a:prstGeom>
          </p:spPr>
        </p:pic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E77E52F8-636D-99BB-2245-502742193237}"/>
                </a:ext>
              </a:extLst>
            </p:cNvPr>
            <p:cNvSpPr/>
            <p:nvPr/>
          </p:nvSpPr>
          <p:spPr>
            <a:xfrm rot="5400000">
              <a:off x="4265005" y="3265253"/>
              <a:ext cx="57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25CC5F3D-C1E5-9F08-EF7A-33C4728014DA}"/>
                </a:ext>
              </a:extLst>
            </p:cNvPr>
            <p:cNvSpPr/>
            <p:nvPr/>
          </p:nvSpPr>
          <p:spPr>
            <a:xfrm>
              <a:off x="4588890" y="3517156"/>
              <a:ext cx="1440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93C4287B-B74B-63CE-52A3-62DCE477EB9E}"/>
                </a:ext>
              </a:extLst>
            </p:cNvPr>
            <p:cNvCxnSpPr>
              <a:cxnSpLocks/>
              <a:stCxn id="94" idx="1"/>
              <a:endCxn id="94" idx="3"/>
            </p:cNvCxnSpPr>
            <p:nvPr/>
          </p:nvCxnSpPr>
          <p:spPr>
            <a:xfrm>
              <a:off x="4588890" y="3553156"/>
              <a:ext cx="1440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7" name="图片 96" descr="黑暗的风车&#10;&#10;AI 生成的内容可能不正确。">
              <a:extLst>
                <a:ext uri="{FF2B5EF4-FFF2-40B4-BE49-F238E27FC236}">
                  <a16:creationId xmlns:a16="http://schemas.microsoft.com/office/drawing/2014/main" id="{E0FA2A95-3C6D-6A11-9826-8622E38E7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2560969" y="2093633"/>
              <a:ext cx="432000" cy="452219"/>
            </a:xfrm>
            <a:prstGeom prst="rect">
              <a:avLst/>
            </a:prstGeom>
          </p:spPr>
        </p:pic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ECB7B587-01C2-3EC8-728B-F770939F7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3005" y="3046595"/>
              <a:ext cx="0" cy="50400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箭头连接符 101">
              <a:extLst>
                <a:ext uri="{FF2B5EF4-FFF2-40B4-BE49-F238E27FC236}">
                  <a16:creationId xmlns:a16="http://schemas.microsoft.com/office/drawing/2014/main" id="{B6506D80-892E-A8FE-4EC4-FA34B5640E33}"/>
                </a:ext>
              </a:extLst>
            </p:cNvPr>
            <p:cNvCxnSpPr>
              <a:cxnSpLocks/>
              <a:stCxn id="249" idx="3"/>
              <a:endCxn id="78" idx="3"/>
            </p:cNvCxnSpPr>
            <p:nvPr/>
          </p:nvCxnSpPr>
          <p:spPr>
            <a:xfrm flipV="1">
              <a:off x="5619608" y="3418540"/>
              <a:ext cx="128620" cy="887968"/>
            </a:xfrm>
            <a:prstGeom prst="bentConnector3">
              <a:avLst>
                <a:gd name="adj1" fmla="val 277733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930D3065-4E87-89C8-9DB3-7C297DBE5B56}"/>
                </a:ext>
              </a:extLst>
            </p:cNvPr>
            <p:cNvCxnSpPr>
              <a:cxnSpLocks/>
              <a:stCxn id="67" idx="3"/>
              <a:endCxn id="56" idx="2"/>
            </p:cNvCxnSpPr>
            <p:nvPr/>
          </p:nvCxnSpPr>
          <p:spPr>
            <a:xfrm flipV="1">
              <a:off x="3945146" y="3017840"/>
              <a:ext cx="1970224" cy="114412"/>
            </a:xfrm>
            <a:prstGeom prst="bentConnector2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096CF532-2407-FF28-B61E-28124E469CF6}"/>
                </a:ext>
              </a:extLst>
            </p:cNvPr>
            <p:cNvCxnSpPr>
              <a:cxnSpLocks/>
              <a:stCxn id="57" idx="1"/>
            </p:cNvCxnSpPr>
            <p:nvPr/>
          </p:nvCxnSpPr>
          <p:spPr>
            <a:xfrm flipH="1">
              <a:off x="2339724" y="2861116"/>
              <a:ext cx="270257" cy="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箭头连接符 49">
              <a:extLst>
                <a:ext uri="{FF2B5EF4-FFF2-40B4-BE49-F238E27FC236}">
                  <a16:creationId xmlns:a16="http://schemas.microsoft.com/office/drawing/2014/main" id="{51D45CDD-0634-0A8A-4033-4FCBD91058D3}"/>
                </a:ext>
              </a:extLst>
            </p:cNvPr>
            <p:cNvCxnSpPr>
              <a:cxnSpLocks/>
              <a:stCxn id="47" idx="2"/>
              <a:endCxn id="97" idx="2"/>
            </p:cNvCxnSpPr>
            <p:nvPr/>
          </p:nvCxnSpPr>
          <p:spPr>
            <a:xfrm rot="5400000" flipH="1" flipV="1">
              <a:off x="2560532" y="2330289"/>
              <a:ext cx="874" cy="432000"/>
            </a:xfrm>
            <a:prstGeom prst="bentConnector3">
              <a:avLst>
                <a:gd name="adj1" fmla="val -4722540"/>
              </a:avLst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9" name="图片 178" descr="图标&#10;&#10;AI 生成的内容可能不正确。">
              <a:extLst>
                <a:ext uri="{FF2B5EF4-FFF2-40B4-BE49-F238E27FC236}">
                  <a16:creationId xmlns:a16="http://schemas.microsoft.com/office/drawing/2014/main" id="{49BE8D21-5460-C68E-D9E4-31A92FCAFF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532228" y="2873074"/>
              <a:ext cx="216000" cy="145046"/>
            </a:xfrm>
            <a:prstGeom prst="rect">
              <a:avLst/>
            </a:prstGeom>
          </p:spPr>
        </p:pic>
        <p:pic>
          <p:nvPicPr>
            <p:cNvPr id="210" name="图片 209" descr="图标&#10;&#10;AI 生成的内容可能不正确。">
              <a:extLst>
                <a:ext uri="{FF2B5EF4-FFF2-40B4-BE49-F238E27FC236}">
                  <a16:creationId xmlns:a16="http://schemas.microsoft.com/office/drawing/2014/main" id="{52312910-8A0D-9F6C-DCA5-A78211CC2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7762" y="2812271"/>
              <a:ext cx="216000" cy="216000"/>
            </a:xfrm>
            <a:prstGeom prst="rect">
              <a:avLst/>
            </a:prstGeom>
          </p:spPr>
        </p:pic>
        <p:pic>
          <p:nvPicPr>
            <p:cNvPr id="214" name="图片 213" descr="图标&#10;&#10;AI 生成的内容可能不正确。">
              <a:extLst>
                <a:ext uri="{FF2B5EF4-FFF2-40B4-BE49-F238E27FC236}">
                  <a16:creationId xmlns:a16="http://schemas.microsoft.com/office/drawing/2014/main" id="{230AF03A-1D5B-9104-9C70-79394BE48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4330" y="2809731"/>
              <a:ext cx="216000" cy="216000"/>
            </a:xfrm>
            <a:prstGeom prst="rect">
              <a:avLst/>
            </a:prstGeom>
          </p:spPr>
        </p:pic>
        <p:pic>
          <p:nvPicPr>
            <p:cNvPr id="222" name="图片 221" descr="图标&#10;&#10;AI 生成的内容可能不正确。">
              <a:extLst>
                <a:ext uri="{FF2B5EF4-FFF2-40B4-BE49-F238E27FC236}">
                  <a16:creationId xmlns:a16="http://schemas.microsoft.com/office/drawing/2014/main" id="{2A1C0E18-7DA9-72FB-FA23-9F1DBDB3D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79445" y="3300066"/>
              <a:ext cx="216000" cy="216000"/>
            </a:xfrm>
            <a:prstGeom prst="rect">
              <a:avLst/>
            </a:prstGeom>
          </p:spPr>
        </p:pic>
        <p:pic>
          <p:nvPicPr>
            <p:cNvPr id="228" name="图片 227" descr="图标&#10;&#10;AI 生成的内容可能不正确。">
              <a:extLst>
                <a:ext uri="{FF2B5EF4-FFF2-40B4-BE49-F238E27FC236}">
                  <a16:creationId xmlns:a16="http://schemas.microsoft.com/office/drawing/2014/main" id="{C57D76B5-D67A-84A8-41D8-A897B3766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9380" y="3300364"/>
              <a:ext cx="216000" cy="216000"/>
            </a:xfrm>
            <a:prstGeom prst="rect">
              <a:avLst/>
            </a:prstGeom>
          </p:spPr>
        </p:pic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C8E13661-571A-43B2-B90D-1BA716255E4C}"/>
                </a:ext>
              </a:extLst>
            </p:cNvPr>
            <p:cNvCxnSpPr>
              <a:cxnSpLocks/>
              <a:stCxn id="78" idx="0"/>
              <a:endCxn id="179" idx="2"/>
            </p:cNvCxnSpPr>
            <p:nvPr/>
          </p:nvCxnSpPr>
          <p:spPr>
            <a:xfrm flipV="1">
              <a:off x="5640228" y="3018120"/>
              <a:ext cx="0" cy="293696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D9B192D6-E382-6C1B-8B8D-20397CC1167A}"/>
                </a:ext>
              </a:extLst>
            </p:cNvPr>
            <p:cNvCxnSpPr>
              <a:cxnSpLocks/>
              <a:stCxn id="222" idx="0"/>
              <a:endCxn id="344" idx="2"/>
            </p:cNvCxnSpPr>
            <p:nvPr/>
          </p:nvCxnSpPr>
          <p:spPr>
            <a:xfrm flipV="1">
              <a:off x="5387445" y="3018120"/>
              <a:ext cx="1000" cy="281946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箭头连接符 233">
              <a:extLst>
                <a:ext uri="{FF2B5EF4-FFF2-40B4-BE49-F238E27FC236}">
                  <a16:creationId xmlns:a16="http://schemas.microsoft.com/office/drawing/2014/main" id="{C79D731B-0A34-6442-061F-29F9B74EAD71}"/>
                </a:ext>
              </a:extLst>
            </p:cNvPr>
            <p:cNvCxnSpPr>
              <a:cxnSpLocks/>
              <a:stCxn id="343" idx="0"/>
              <a:endCxn id="214" idx="2"/>
            </p:cNvCxnSpPr>
            <p:nvPr/>
          </p:nvCxnSpPr>
          <p:spPr>
            <a:xfrm flipH="1" flipV="1">
              <a:off x="4912330" y="3025731"/>
              <a:ext cx="2315" cy="289458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151AEA82-1231-964A-CE07-F1A564966E8B}"/>
                </a:ext>
              </a:extLst>
            </p:cNvPr>
            <p:cNvSpPr txBox="1"/>
            <p:nvPr/>
          </p:nvSpPr>
          <p:spPr>
            <a:xfrm>
              <a:off x="5599893" y="3155043"/>
              <a:ext cx="498856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End-user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1F561620-276E-B9A0-554C-9EE094855686}"/>
                </a:ext>
              </a:extLst>
            </p:cNvPr>
            <p:cNvCxnSpPr>
              <a:cxnSpLocks/>
              <a:stCxn id="129" idx="3"/>
              <a:endCxn id="78" idx="2"/>
            </p:cNvCxnSpPr>
            <p:nvPr/>
          </p:nvCxnSpPr>
          <p:spPr>
            <a:xfrm flipV="1">
              <a:off x="4380038" y="3525263"/>
              <a:ext cx="1260190" cy="292273"/>
            </a:xfrm>
            <a:prstGeom prst="bentConnector2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A8797710-7BC1-B0AF-C206-1AC938D822B9}"/>
                </a:ext>
              </a:extLst>
            </p:cNvPr>
            <p:cNvCxnSpPr>
              <a:cxnSpLocks/>
              <a:endCxn id="222" idx="2"/>
            </p:cNvCxnSpPr>
            <p:nvPr/>
          </p:nvCxnSpPr>
          <p:spPr>
            <a:xfrm flipV="1">
              <a:off x="5387445" y="3516066"/>
              <a:ext cx="0" cy="296007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859704CE-B085-C810-2362-2DCFD90178A9}"/>
                </a:ext>
              </a:extLst>
            </p:cNvPr>
            <p:cNvCxnSpPr>
              <a:cxnSpLocks/>
              <a:endCxn id="228" idx="2"/>
            </p:cNvCxnSpPr>
            <p:nvPr/>
          </p:nvCxnSpPr>
          <p:spPr>
            <a:xfrm flipV="1">
              <a:off x="5147380" y="3516364"/>
              <a:ext cx="0" cy="295709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箭头连接符 101">
              <a:extLst>
                <a:ext uri="{FF2B5EF4-FFF2-40B4-BE49-F238E27FC236}">
                  <a16:creationId xmlns:a16="http://schemas.microsoft.com/office/drawing/2014/main" id="{A6618CAC-3BB8-2319-947E-48088941F441}"/>
                </a:ext>
              </a:extLst>
            </p:cNvPr>
            <p:cNvCxnSpPr>
              <a:cxnSpLocks/>
              <a:stCxn id="143" idx="0"/>
              <a:endCxn id="108" idx="1"/>
            </p:cNvCxnSpPr>
            <p:nvPr/>
          </p:nvCxnSpPr>
          <p:spPr>
            <a:xfrm rot="5400000" flipH="1" flipV="1">
              <a:off x="1966405" y="3625228"/>
              <a:ext cx="303123" cy="679651"/>
            </a:xfrm>
            <a:prstGeom prst="bentConnector2">
              <a:avLst/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箭头连接符 300">
              <a:extLst>
                <a:ext uri="{FF2B5EF4-FFF2-40B4-BE49-F238E27FC236}">
                  <a16:creationId xmlns:a16="http://schemas.microsoft.com/office/drawing/2014/main" id="{BD32DF34-DEA4-5C21-E07F-DF27F9D117EB}"/>
                </a:ext>
              </a:extLst>
            </p:cNvPr>
            <p:cNvCxnSpPr>
              <a:cxnSpLocks/>
            </p:cNvCxnSpPr>
            <p:nvPr/>
          </p:nvCxnSpPr>
          <p:spPr>
            <a:xfrm>
              <a:off x="1865618" y="3051932"/>
              <a:ext cx="0" cy="33921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直接箭头连接符 324">
              <a:extLst>
                <a:ext uri="{FF2B5EF4-FFF2-40B4-BE49-F238E27FC236}">
                  <a16:creationId xmlns:a16="http://schemas.microsoft.com/office/drawing/2014/main" id="{74D8C536-5645-F3B3-6BB1-446482B37DBE}"/>
                </a:ext>
              </a:extLst>
            </p:cNvPr>
            <p:cNvCxnSpPr>
              <a:cxnSpLocks/>
              <a:stCxn id="228" idx="0"/>
              <a:endCxn id="210" idx="2"/>
            </p:cNvCxnSpPr>
            <p:nvPr/>
          </p:nvCxnSpPr>
          <p:spPr>
            <a:xfrm flipH="1" flipV="1">
              <a:off x="5145762" y="3028271"/>
              <a:ext cx="1618" cy="272093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3" name="图片 342" descr="图标&#10;&#10;AI 生成的内容可能不正确。">
              <a:extLst>
                <a:ext uri="{FF2B5EF4-FFF2-40B4-BE49-F238E27FC236}">
                  <a16:creationId xmlns:a16="http://schemas.microsoft.com/office/drawing/2014/main" id="{8BECECDE-5A45-0F2B-491E-094F99D1A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6645" y="3315189"/>
              <a:ext cx="216000" cy="216000"/>
            </a:xfrm>
            <a:prstGeom prst="rect">
              <a:avLst/>
            </a:prstGeom>
          </p:spPr>
        </p:pic>
        <p:pic>
          <p:nvPicPr>
            <p:cNvPr id="344" name="图片 343" descr="图标&#10;&#10;AI 生成的内容可能不正确。">
              <a:extLst>
                <a:ext uri="{FF2B5EF4-FFF2-40B4-BE49-F238E27FC236}">
                  <a16:creationId xmlns:a16="http://schemas.microsoft.com/office/drawing/2014/main" id="{FDECCAC1-D0CD-9B82-421D-DF5DDABF2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280445" y="2873074"/>
              <a:ext cx="216000" cy="145046"/>
            </a:xfrm>
            <a:prstGeom prst="rect">
              <a:avLst/>
            </a:prstGeom>
          </p:spPr>
        </p:pic>
        <p:cxnSp>
          <p:nvCxnSpPr>
            <p:cNvPr id="352" name="直接箭头连接符 351">
              <a:extLst>
                <a:ext uri="{FF2B5EF4-FFF2-40B4-BE49-F238E27FC236}">
                  <a16:creationId xmlns:a16="http://schemas.microsoft.com/office/drawing/2014/main" id="{44BACF10-9426-69CB-C217-DFF9CF3734FA}"/>
                </a:ext>
              </a:extLst>
            </p:cNvPr>
            <p:cNvCxnSpPr>
              <a:cxnSpLocks/>
              <a:endCxn id="343" idx="2"/>
            </p:cNvCxnSpPr>
            <p:nvPr/>
          </p:nvCxnSpPr>
          <p:spPr>
            <a:xfrm flipV="1">
              <a:off x="4914645" y="3531189"/>
              <a:ext cx="0" cy="280884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8" name="图片 67" descr="图标&#10;&#10;AI 生成的内容可能不正确。">
              <a:extLst>
                <a:ext uri="{FF2B5EF4-FFF2-40B4-BE49-F238E27FC236}">
                  <a16:creationId xmlns:a16="http://schemas.microsoft.com/office/drawing/2014/main" id="{A38DAA67-2158-877F-5197-DA8EBAC37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ackgroundRemoval t="9961" b="89844" l="7422" r="91992">
                          <a14:foregroundMark x1="8203" y1="42188" x2="7422" y2="52148"/>
                          <a14:foregroundMark x1="7422" y1="52148" x2="7813" y2="53711"/>
                          <a14:foregroundMark x1="91602" y1="33789" x2="91992" y2="51953"/>
                          <a14:backgroundMark x1="13281" y1="74609" x2="67773" y2="75977"/>
                          <a14:backgroundMark x1="67773" y1="75977" x2="89844" y2="75195"/>
                          <a14:backgroundMark x1="8398" y1="69336" x2="34570" y2="70508"/>
                          <a14:backgroundMark x1="34570" y1="70508" x2="42773" y2="66992"/>
                          <a14:backgroundMark x1="50000" y1="69141" x2="66406" y2="69336"/>
                          <a14:backgroundMark x1="66406" y1="69336" x2="79297" y2="68555"/>
                          <a14:backgroundMark x1="79297" y1="68555" x2="88867" y2="687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661" b="29092"/>
            <a:stretch>
              <a:fillRect/>
            </a:stretch>
          </p:blipFill>
          <p:spPr>
            <a:xfrm>
              <a:off x="4541809" y="2935805"/>
              <a:ext cx="216000" cy="110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6289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67239-281B-AC9F-FF9F-52F489504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E6E1241A-7521-9F85-9BF0-AD52C89C2591}"/>
              </a:ext>
            </a:extLst>
          </p:cNvPr>
          <p:cNvSpPr/>
          <p:nvPr/>
        </p:nvSpPr>
        <p:spPr>
          <a:xfrm>
            <a:off x="-407268" y="3764439"/>
            <a:ext cx="7420980" cy="24923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03B2176-2EF7-8DC6-1300-2EE8659C76CB}"/>
              </a:ext>
            </a:extLst>
          </p:cNvPr>
          <p:cNvSpPr txBox="1"/>
          <p:nvPr/>
        </p:nvSpPr>
        <p:spPr>
          <a:xfrm>
            <a:off x="1024458" y="3063602"/>
            <a:ext cx="396263" cy="204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7">
                <a:latin typeface="Arial" panose="020B0604020202020204" pitchFamily="34" charset="0"/>
                <a:cs typeface="Arial" panose="020B0604020202020204" pitchFamily="34" charset="0"/>
              </a:rPr>
              <a:t>Wind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2DC6A33-2455-E03F-97BE-7A8D45E542E7}"/>
              </a:ext>
            </a:extLst>
          </p:cNvPr>
          <p:cNvSpPr txBox="1"/>
          <p:nvPr/>
        </p:nvSpPr>
        <p:spPr>
          <a:xfrm>
            <a:off x="2285236" y="5425936"/>
            <a:ext cx="401072" cy="204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7">
                <a:latin typeface="Arial" panose="020B0604020202020204" pitchFamily="34" charset="0"/>
                <a:cs typeface="Arial" panose="020B0604020202020204" pitchFamily="34" charset="0"/>
              </a:rPr>
              <a:t>Solar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862AE06-4CF8-D6AF-2DA4-41A5CE1EC74F}"/>
              </a:ext>
            </a:extLst>
          </p:cNvPr>
          <p:cNvSpPr txBox="1"/>
          <p:nvPr/>
        </p:nvSpPr>
        <p:spPr>
          <a:xfrm>
            <a:off x="-2313587" y="3958427"/>
            <a:ext cx="798617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Power plants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29D20F3-A329-CCC4-AFAB-CAF681B0AE61}"/>
              </a:ext>
            </a:extLst>
          </p:cNvPr>
          <p:cNvSpPr txBox="1"/>
          <p:nvPr/>
        </p:nvSpPr>
        <p:spPr>
          <a:xfrm>
            <a:off x="-1417127" y="4263834"/>
            <a:ext cx="78732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Transmission network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9F5C98C2-0C62-761F-9B1C-64BF9B33A9A6}"/>
              </a:ext>
            </a:extLst>
          </p:cNvPr>
          <p:cNvSpPr txBox="1"/>
          <p:nvPr/>
        </p:nvSpPr>
        <p:spPr>
          <a:xfrm>
            <a:off x="7237230" y="3862543"/>
            <a:ext cx="1069524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Industry &amp; Building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7515C6A-D93A-3914-269A-B5DDC2B9B3C5}"/>
              </a:ext>
            </a:extLst>
          </p:cNvPr>
          <p:cNvSpPr txBox="1"/>
          <p:nvPr/>
        </p:nvSpPr>
        <p:spPr>
          <a:xfrm>
            <a:off x="7620328" y="5057170"/>
            <a:ext cx="74999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Charging station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7416359-8E33-10A3-E6A1-44BCCE4A215F}"/>
              </a:ext>
            </a:extLst>
          </p:cNvPr>
          <p:cNvSpPr txBox="1"/>
          <p:nvPr/>
        </p:nvSpPr>
        <p:spPr>
          <a:xfrm>
            <a:off x="7745815" y="4659583"/>
            <a:ext cx="476696" cy="220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54A18C3-CB5C-7B28-564B-39F4DE0B97DB}"/>
              </a:ext>
            </a:extLst>
          </p:cNvPr>
          <p:cNvSpPr txBox="1"/>
          <p:nvPr/>
        </p:nvSpPr>
        <p:spPr>
          <a:xfrm>
            <a:off x="34932" y="3064791"/>
            <a:ext cx="354585" cy="204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7"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C520E96-4EC0-7EE7-61E8-D6B757B17E5F}"/>
              </a:ext>
            </a:extLst>
          </p:cNvPr>
          <p:cNvSpPr txBox="1"/>
          <p:nvPr/>
        </p:nvSpPr>
        <p:spPr>
          <a:xfrm>
            <a:off x="-1421530" y="3279047"/>
            <a:ext cx="758542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Hydropower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0F73E589-DC15-D8ED-2FD1-B1C99B0F0916}"/>
              </a:ext>
            </a:extLst>
          </p:cNvPr>
          <p:cNvCxnSpPr>
            <a:cxnSpLocks/>
            <a:stCxn id="45" idx="2"/>
            <a:endCxn id="62" idx="1"/>
          </p:cNvCxnSpPr>
          <p:nvPr/>
        </p:nvCxnSpPr>
        <p:spPr>
          <a:xfrm rot="16200000" flipH="1">
            <a:off x="1698200" y="2992613"/>
            <a:ext cx="143228" cy="3354674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B2293549-55F7-5344-A3D5-B15EFC36990F}"/>
              </a:ext>
            </a:extLst>
          </p:cNvPr>
          <p:cNvCxnSpPr>
            <a:cxnSpLocks/>
          </p:cNvCxnSpPr>
          <p:nvPr/>
        </p:nvCxnSpPr>
        <p:spPr>
          <a:xfrm>
            <a:off x="-360229" y="2806453"/>
            <a:ext cx="0" cy="717389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087B4F66-29BF-5249-17BF-246F04E8BF84}"/>
              </a:ext>
            </a:extLst>
          </p:cNvPr>
          <p:cNvCxnSpPr>
            <a:cxnSpLocks/>
          </p:cNvCxnSpPr>
          <p:nvPr/>
        </p:nvCxnSpPr>
        <p:spPr>
          <a:xfrm flipH="1">
            <a:off x="-769264" y="-793389"/>
            <a:ext cx="2348" cy="66622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4DB65952-2024-0BBD-C9C1-02AF2963ABD6}"/>
              </a:ext>
            </a:extLst>
          </p:cNvPr>
          <p:cNvCxnSpPr>
            <a:cxnSpLocks/>
          </p:cNvCxnSpPr>
          <p:nvPr/>
        </p:nvCxnSpPr>
        <p:spPr>
          <a:xfrm flipV="1">
            <a:off x="3427060" y="-317312"/>
            <a:ext cx="682748" cy="2476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文本框 231">
            <a:extLst>
              <a:ext uri="{FF2B5EF4-FFF2-40B4-BE49-F238E27FC236}">
                <a16:creationId xmlns:a16="http://schemas.microsoft.com/office/drawing/2014/main" id="{8AC6521A-AC3D-A172-1736-EA291612BD4A}"/>
              </a:ext>
            </a:extLst>
          </p:cNvPr>
          <p:cNvSpPr txBox="1"/>
          <p:nvPr/>
        </p:nvSpPr>
        <p:spPr>
          <a:xfrm>
            <a:off x="-1559261" y="4734975"/>
            <a:ext cx="86627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Distribution network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B92347E3-E9F8-779F-BE23-3FE691F94EE3}"/>
              </a:ext>
            </a:extLst>
          </p:cNvPr>
          <p:cNvSpPr txBox="1"/>
          <p:nvPr/>
        </p:nvSpPr>
        <p:spPr>
          <a:xfrm>
            <a:off x="5924314" y="2653967"/>
            <a:ext cx="862737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Interconnector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204C2080-094D-FD99-DE3E-18C718B8CA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544054" y="2623347"/>
            <a:ext cx="1023835" cy="1045434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矩形 244">
            <a:extLst>
              <a:ext uri="{FF2B5EF4-FFF2-40B4-BE49-F238E27FC236}">
                <a16:creationId xmlns:a16="http://schemas.microsoft.com/office/drawing/2014/main" id="{0484198F-6DC4-9940-1E41-9E9EC925AF01}"/>
              </a:ext>
            </a:extLst>
          </p:cNvPr>
          <p:cNvSpPr/>
          <p:nvPr/>
        </p:nvSpPr>
        <p:spPr>
          <a:xfrm>
            <a:off x="-407268" y="6266461"/>
            <a:ext cx="7420980" cy="3489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5" name="直接箭头连接符 245">
            <a:extLst>
              <a:ext uri="{FF2B5EF4-FFF2-40B4-BE49-F238E27FC236}">
                <a16:creationId xmlns:a16="http://schemas.microsoft.com/office/drawing/2014/main" id="{15D5B3A7-D992-DF29-0352-DB2BD2C6096A}"/>
              </a:ext>
            </a:extLst>
          </p:cNvPr>
          <p:cNvCxnSpPr>
            <a:cxnSpLocks/>
          </p:cNvCxnSpPr>
          <p:nvPr/>
        </p:nvCxnSpPr>
        <p:spPr>
          <a:xfrm flipH="1" flipV="1">
            <a:off x="-1064908" y="6572337"/>
            <a:ext cx="670072" cy="4882"/>
          </a:xfrm>
          <a:prstGeom prst="straightConnector1">
            <a:avLst/>
          </a:prstGeom>
          <a:ln w="12700">
            <a:solidFill>
              <a:srgbClr val="D6A3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直接箭头连接符 245">
            <a:extLst>
              <a:ext uri="{FF2B5EF4-FFF2-40B4-BE49-F238E27FC236}">
                <a16:creationId xmlns:a16="http://schemas.microsoft.com/office/drawing/2014/main" id="{84543AC6-4D47-B757-1F91-2103B3B97742}"/>
              </a:ext>
            </a:extLst>
          </p:cNvPr>
          <p:cNvCxnSpPr>
            <a:cxnSpLocks/>
          </p:cNvCxnSpPr>
          <p:nvPr/>
        </p:nvCxnSpPr>
        <p:spPr>
          <a:xfrm flipV="1">
            <a:off x="-2120084" y="4953001"/>
            <a:ext cx="689748" cy="1830756"/>
          </a:xfrm>
          <a:prstGeom prst="bentConnector3">
            <a:avLst>
              <a:gd name="adj1" fmla="val 142066"/>
            </a:avLst>
          </a:prstGeom>
          <a:ln w="12700">
            <a:solidFill>
              <a:srgbClr val="D6A3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7439C268-86ED-80DA-8151-F4B3A2C8AE57}"/>
              </a:ext>
            </a:extLst>
          </p:cNvPr>
          <p:cNvCxnSpPr>
            <a:cxnSpLocks/>
            <a:stCxn id="45" idx="0"/>
            <a:endCxn id="75" idx="2"/>
          </p:cNvCxnSpPr>
          <p:nvPr/>
        </p:nvCxnSpPr>
        <p:spPr>
          <a:xfrm flipH="1" flipV="1">
            <a:off x="91326" y="4039845"/>
            <a:ext cx="1151" cy="159723"/>
          </a:xfrm>
          <a:prstGeom prst="straightConnector1">
            <a:avLst/>
          </a:prstGeom>
          <a:ln w="12700" cap="rnd">
            <a:solidFill>
              <a:schemeClr val="bg1">
                <a:lumMod val="50000"/>
              </a:schemeClr>
            </a:solidFill>
            <a:bevel/>
            <a:headEnd type="none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479DC808-055D-621F-F745-55CBCA101B9D}"/>
              </a:ext>
            </a:extLst>
          </p:cNvPr>
          <p:cNvCxnSpPr>
            <a:cxnSpLocks/>
          </p:cNvCxnSpPr>
          <p:nvPr/>
        </p:nvCxnSpPr>
        <p:spPr>
          <a:xfrm flipV="1">
            <a:off x="1137307" y="4744975"/>
            <a:ext cx="0" cy="249949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文本框 324">
            <a:extLst>
              <a:ext uri="{FF2B5EF4-FFF2-40B4-BE49-F238E27FC236}">
                <a16:creationId xmlns:a16="http://schemas.microsoft.com/office/drawing/2014/main" id="{3CCEE0F2-3975-1DAC-2819-EF28A776947A}"/>
              </a:ext>
            </a:extLst>
          </p:cNvPr>
          <p:cNvSpPr txBox="1"/>
          <p:nvPr/>
        </p:nvSpPr>
        <p:spPr>
          <a:xfrm>
            <a:off x="-996162" y="5503257"/>
            <a:ext cx="532581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Heat pump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6" name="直接箭头连接符 315">
            <a:extLst>
              <a:ext uri="{FF2B5EF4-FFF2-40B4-BE49-F238E27FC236}">
                <a16:creationId xmlns:a16="http://schemas.microsoft.com/office/drawing/2014/main" id="{913D3AD6-6D19-EE3B-2554-098051A272CA}"/>
              </a:ext>
            </a:extLst>
          </p:cNvPr>
          <p:cNvCxnSpPr>
            <a:cxnSpLocks/>
          </p:cNvCxnSpPr>
          <p:nvPr/>
        </p:nvCxnSpPr>
        <p:spPr>
          <a:xfrm flipV="1">
            <a:off x="-952760" y="5972227"/>
            <a:ext cx="663272" cy="198975"/>
          </a:xfrm>
          <a:prstGeom prst="bentConnector2">
            <a:avLst/>
          </a:prstGeom>
          <a:ln w="12700" cap="rnd">
            <a:solidFill>
              <a:srgbClr val="C0000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椭圆 345">
            <a:extLst>
              <a:ext uri="{FF2B5EF4-FFF2-40B4-BE49-F238E27FC236}">
                <a16:creationId xmlns:a16="http://schemas.microsoft.com/office/drawing/2014/main" id="{D99635EC-4237-6757-4103-9B8AB5DE9145}"/>
              </a:ext>
            </a:extLst>
          </p:cNvPr>
          <p:cNvSpPr/>
          <p:nvPr/>
        </p:nvSpPr>
        <p:spPr>
          <a:xfrm>
            <a:off x="4924530" y="4735133"/>
            <a:ext cx="0" cy="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1281321-2C0F-1DEE-4D6C-11A088C61A5A}"/>
              </a:ext>
            </a:extLst>
          </p:cNvPr>
          <p:cNvGrpSpPr/>
          <p:nvPr/>
        </p:nvGrpSpPr>
        <p:grpSpPr>
          <a:xfrm>
            <a:off x="-407268" y="3476684"/>
            <a:ext cx="7426002" cy="398769"/>
            <a:chOff x="2128011" y="9358507"/>
            <a:chExt cx="10726447" cy="540000"/>
          </a:xfrm>
        </p:grpSpPr>
        <p:pic>
          <p:nvPicPr>
            <p:cNvPr id="7" name="图片 6" descr="矩形&#10;&#10;AI 生成的内容可能不正确。">
              <a:extLst>
                <a:ext uri="{FF2B5EF4-FFF2-40B4-BE49-F238E27FC236}">
                  <a16:creationId xmlns:a16="http://schemas.microsoft.com/office/drawing/2014/main" id="{30F36939-9944-4B9C-199E-C190C1CD2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8011" y="9358507"/>
              <a:ext cx="540000" cy="540000"/>
            </a:xfrm>
            <a:prstGeom prst="rect">
              <a:avLst/>
            </a:prstGeom>
          </p:spPr>
        </p:pic>
        <p:pic>
          <p:nvPicPr>
            <p:cNvPr id="14" name="图片 13" descr="矩形&#10;&#10;AI 生成的内容可能不正确。">
              <a:extLst>
                <a:ext uri="{FF2B5EF4-FFF2-40B4-BE49-F238E27FC236}">
                  <a16:creationId xmlns:a16="http://schemas.microsoft.com/office/drawing/2014/main" id="{DE8BE0F3-5A46-F90D-624F-BAE2934D9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2504" y="9358507"/>
              <a:ext cx="540000" cy="540000"/>
            </a:xfrm>
            <a:prstGeom prst="rect">
              <a:avLst/>
            </a:prstGeom>
          </p:spPr>
        </p:pic>
        <p:pic>
          <p:nvPicPr>
            <p:cNvPr id="15" name="图片 14" descr="矩形&#10;&#10;AI 生成的内容可能不正确。">
              <a:extLst>
                <a:ext uri="{FF2B5EF4-FFF2-40B4-BE49-F238E27FC236}">
                  <a16:creationId xmlns:a16="http://schemas.microsoft.com/office/drawing/2014/main" id="{22582315-345D-982D-1C23-6C9842218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504" y="9358507"/>
              <a:ext cx="540000" cy="540000"/>
            </a:xfrm>
            <a:prstGeom prst="rect">
              <a:avLst/>
            </a:prstGeom>
          </p:spPr>
        </p:pic>
        <p:pic>
          <p:nvPicPr>
            <p:cNvPr id="16" name="图片 15" descr="矩形&#10;&#10;AI 生成的内容可能不正确。">
              <a:extLst>
                <a:ext uri="{FF2B5EF4-FFF2-40B4-BE49-F238E27FC236}">
                  <a16:creationId xmlns:a16="http://schemas.microsoft.com/office/drawing/2014/main" id="{331F2367-5E3C-37B0-1673-518117838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6997" y="9358507"/>
              <a:ext cx="540000" cy="540000"/>
            </a:xfrm>
            <a:prstGeom prst="rect">
              <a:avLst/>
            </a:prstGeom>
          </p:spPr>
        </p:pic>
        <p:pic>
          <p:nvPicPr>
            <p:cNvPr id="17" name="图片 16" descr="矩形&#10;&#10;AI 生成的内容可能不正确。">
              <a:extLst>
                <a:ext uri="{FF2B5EF4-FFF2-40B4-BE49-F238E27FC236}">
                  <a16:creationId xmlns:a16="http://schemas.microsoft.com/office/drawing/2014/main" id="{3049824C-C4A8-324A-51EF-A2C75B42D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6997" y="9358507"/>
              <a:ext cx="540000" cy="540000"/>
            </a:xfrm>
            <a:prstGeom prst="rect">
              <a:avLst/>
            </a:prstGeom>
          </p:spPr>
        </p:pic>
        <p:pic>
          <p:nvPicPr>
            <p:cNvPr id="18" name="图片 17" descr="矩形&#10;&#10;AI 生成的内容可能不正确。">
              <a:extLst>
                <a:ext uri="{FF2B5EF4-FFF2-40B4-BE49-F238E27FC236}">
                  <a16:creationId xmlns:a16="http://schemas.microsoft.com/office/drawing/2014/main" id="{851D2A63-5D95-3A44-5358-86E3E0CF8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1490" y="9358507"/>
              <a:ext cx="540000" cy="540000"/>
            </a:xfrm>
            <a:prstGeom prst="rect">
              <a:avLst/>
            </a:prstGeom>
          </p:spPr>
        </p:pic>
        <p:pic>
          <p:nvPicPr>
            <p:cNvPr id="19" name="图片 18" descr="矩形&#10;&#10;AI 生成的内容可能不正确。">
              <a:extLst>
                <a:ext uri="{FF2B5EF4-FFF2-40B4-BE49-F238E27FC236}">
                  <a16:creationId xmlns:a16="http://schemas.microsoft.com/office/drawing/2014/main" id="{C420B044-8E6D-B9CF-B2B0-BF0027787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1490" y="9358507"/>
              <a:ext cx="540000" cy="540000"/>
            </a:xfrm>
            <a:prstGeom prst="rect">
              <a:avLst/>
            </a:prstGeom>
          </p:spPr>
        </p:pic>
        <p:pic>
          <p:nvPicPr>
            <p:cNvPr id="20" name="图片 19" descr="矩形&#10;&#10;AI 生成的内容可能不正确。">
              <a:extLst>
                <a:ext uri="{FF2B5EF4-FFF2-40B4-BE49-F238E27FC236}">
                  <a16:creationId xmlns:a16="http://schemas.microsoft.com/office/drawing/2014/main" id="{947B03EA-88E7-3428-663F-E18FF1687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5983" y="9358507"/>
              <a:ext cx="540000" cy="540000"/>
            </a:xfrm>
            <a:prstGeom prst="rect">
              <a:avLst/>
            </a:prstGeom>
          </p:spPr>
        </p:pic>
        <p:pic>
          <p:nvPicPr>
            <p:cNvPr id="21" name="图片 20" descr="矩形&#10;&#10;AI 生成的内容可能不正确。">
              <a:extLst>
                <a:ext uri="{FF2B5EF4-FFF2-40B4-BE49-F238E27FC236}">
                  <a16:creationId xmlns:a16="http://schemas.microsoft.com/office/drawing/2014/main" id="{FD3BFEDD-C373-93C5-FA9A-DEAAD89C3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5983" y="9358507"/>
              <a:ext cx="540000" cy="540000"/>
            </a:xfrm>
            <a:prstGeom prst="rect">
              <a:avLst/>
            </a:prstGeom>
          </p:spPr>
        </p:pic>
        <p:pic>
          <p:nvPicPr>
            <p:cNvPr id="22" name="图片 21" descr="矩形&#10;&#10;AI 生成的内容可能不正确。">
              <a:extLst>
                <a:ext uri="{FF2B5EF4-FFF2-40B4-BE49-F238E27FC236}">
                  <a16:creationId xmlns:a16="http://schemas.microsoft.com/office/drawing/2014/main" id="{66F71C4E-22EA-C1D8-5BD7-48762D462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0476" y="9358507"/>
              <a:ext cx="540000" cy="540000"/>
            </a:xfrm>
            <a:prstGeom prst="rect">
              <a:avLst/>
            </a:prstGeom>
          </p:spPr>
        </p:pic>
        <p:pic>
          <p:nvPicPr>
            <p:cNvPr id="23" name="图片 22" descr="矩形&#10;&#10;AI 生成的内容可能不正确。">
              <a:extLst>
                <a:ext uri="{FF2B5EF4-FFF2-40B4-BE49-F238E27FC236}">
                  <a16:creationId xmlns:a16="http://schemas.microsoft.com/office/drawing/2014/main" id="{6A2C55A1-CE85-7B9B-8F3B-403296BEB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0476" y="9358507"/>
              <a:ext cx="540000" cy="540000"/>
            </a:xfrm>
            <a:prstGeom prst="rect">
              <a:avLst/>
            </a:prstGeom>
          </p:spPr>
        </p:pic>
        <p:pic>
          <p:nvPicPr>
            <p:cNvPr id="24" name="图片 23" descr="矩形&#10;&#10;AI 生成的内容可能不正确。">
              <a:extLst>
                <a:ext uri="{FF2B5EF4-FFF2-40B4-BE49-F238E27FC236}">
                  <a16:creationId xmlns:a16="http://schemas.microsoft.com/office/drawing/2014/main" id="{574E13DB-A4B9-D6FB-56A9-4422BD614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4969" y="9358507"/>
              <a:ext cx="540000" cy="540000"/>
            </a:xfrm>
            <a:prstGeom prst="rect">
              <a:avLst/>
            </a:prstGeom>
          </p:spPr>
        </p:pic>
        <p:pic>
          <p:nvPicPr>
            <p:cNvPr id="25" name="图片 24" descr="矩形&#10;&#10;AI 生成的内容可能不正确。">
              <a:extLst>
                <a:ext uri="{FF2B5EF4-FFF2-40B4-BE49-F238E27FC236}">
                  <a16:creationId xmlns:a16="http://schemas.microsoft.com/office/drawing/2014/main" id="{D76E1254-9E7F-F2D5-7307-2805B2C23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4969" y="9358507"/>
              <a:ext cx="540000" cy="540000"/>
            </a:xfrm>
            <a:prstGeom prst="rect">
              <a:avLst/>
            </a:prstGeom>
          </p:spPr>
        </p:pic>
        <p:pic>
          <p:nvPicPr>
            <p:cNvPr id="27" name="图片 26" descr="矩形&#10;&#10;AI 生成的内容可能不正确。">
              <a:extLst>
                <a:ext uri="{FF2B5EF4-FFF2-40B4-BE49-F238E27FC236}">
                  <a16:creationId xmlns:a16="http://schemas.microsoft.com/office/drawing/2014/main" id="{18848A83-AD2C-07E2-750B-8637743BD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9462" y="9358507"/>
              <a:ext cx="540000" cy="540000"/>
            </a:xfrm>
            <a:prstGeom prst="rect">
              <a:avLst/>
            </a:prstGeom>
          </p:spPr>
        </p:pic>
        <p:pic>
          <p:nvPicPr>
            <p:cNvPr id="28" name="图片 27" descr="矩形&#10;&#10;AI 生成的内容可能不正确。">
              <a:extLst>
                <a:ext uri="{FF2B5EF4-FFF2-40B4-BE49-F238E27FC236}">
                  <a16:creationId xmlns:a16="http://schemas.microsoft.com/office/drawing/2014/main" id="{371DAD2C-1378-F802-631E-5EEC90E1B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9462" y="9358507"/>
              <a:ext cx="540000" cy="540000"/>
            </a:xfrm>
            <a:prstGeom prst="rect">
              <a:avLst/>
            </a:prstGeom>
          </p:spPr>
        </p:pic>
        <p:pic>
          <p:nvPicPr>
            <p:cNvPr id="29" name="图片 28" descr="矩形&#10;&#10;AI 生成的内容可能不正确。">
              <a:extLst>
                <a:ext uri="{FF2B5EF4-FFF2-40B4-BE49-F238E27FC236}">
                  <a16:creationId xmlns:a16="http://schemas.microsoft.com/office/drawing/2014/main" id="{25DDA58D-EC53-CF0F-FE39-9DEE4B4CD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3955" y="9358507"/>
              <a:ext cx="540000" cy="540000"/>
            </a:xfrm>
            <a:prstGeom prst="rect">
              <a:avLst/>
            </a:prstGeom>
          </p:spPr>
        </p:pic>
        <p:pic>
          <p:nvPicPr>
            <p:cNvPr id="30" name="图片 29" descr="矩形&#10;&#10;AI 生成的内容可能不正确。">
              <a:extLst>
                <a:ext uri="{FF2B5EF4-FFF2-40B4-BE49-F238E27FC236}">
                  <a16:creationId xmlns:a16="http://schemas.microsoft.com/office/drawing/2014/main" id="{FE3BB1DD-F65F-C685-2945-580295946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05472" y="9358507"/>
              <a:ext cx="540000" cy="540000"/>
            </a:xfrm>
            <a:prstGeom prst="rect">
              <a:avLst/>
            </a:prstGeom>
          </p:spPr>
        </p:pic>
        <p:pic>
          <p:nvPicPr>
            <p:cNvPr id="31" name="图片 30" descr="矩形&#10;&#10;AI 生成的内容可能不正确。">
              <a:extLst>
                <a:ext uri="{FF2B5EF4-FFF2-40B4-BE49-F238E27FC236}">
                  <a16:creationId xmlns:a16="http://schemas.microsoft.com/office/drawing/2014/main" id="{5AF36D33-EF38-9926-C477-EF33BF0CA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39965" y="9358507"/>
              <a:ext cx="540000" cy="540000"/>
            </a:xfrm>
            <a:prstGeom prst="rect">
              <a:avLst/>
            </a:prstGeom>
          </p:spPr>
        </p:pic>
        <p:pic>
          <p:nvPicPr>
            <p:cNvPr id="33" name="图片 32" descr="矩形&#10;&#10;AI 生成的内容可能不正确。">
              <a:extLst>
                <a:ext uri="{FF2B5EF4-FFF2-40B4-BE49-F238E27FC236}">
                  <a16:creationId xmlns:a16="http://schemas.microsoft.com/office/drawing/2014/main" id="{4A4A8136-61A0-7B6A-83AA-ADAEB5058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79965" y="9358507"/>
              <a:ext cx="540000" cy="540000"/>
            </a:xfrm>
            <a:prstGeom prst="rect">
              <a:avLst/>
            </a:prstGeom>
          </p:spPr>
        </p:pic>
        <p:pic>
          <p:nvPicPr>
            <p:cNvPr id="34" name="图片 33" descr="矩形&#10;&#10;AI 生成的内容可能不正确。">
              <a:extLst>
                <a:ext uri="{FF2B5EF4-FFF2-40B4-BE49-F238E27FC236}">
                  <a16:creationId xmlns:a16="http://schemas.microsoft.com/office/drawing/2014/main" id="{DCF5BA3E-1820-D7F6-AE1A-D9863E802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14458" y="9358507"/>
              <a:ext cx="540000" cy="540000"/>
            </a:xfrm>
            <a:prstGeom prst="rect">
              <a:avLst/>
            </a:prstGeom>
          </p:spPr>
        </p:pic>
      </p:grpSp>
      <p:pic>
        <p:nvPicPr>
          <p:cNvPr id="37" name="图片 36" descr="文本&#10;&#10;AI 生成的内容可能不正确。">
            <a:extLst>
              <a:ext uri="{FF2B5EF4-FFF2-40B4-BE49-F238E27FC236}">
                <a16:creationId xmlns:a16="http://schemas.microsoft.com/office/drawing/2014/main" id="{85F0BA64-E486-9D9A-3B3A-6EFF4B73B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910" y="3255370"/>
            <a:ext cx="398769" cy="398769"/>
          </a:xfrm>
          <a:prstGeom prst="rect">
            <a:avLst/>
          </a:prstGeom>
        </p:spPr>
      </p:pic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6FCA919-5123-DD7E-BA85-ADAA1987674D}"/>
              </a:ext>
            </a:extLst>
          </p:cNvPr>
          <p:cNvCxnSpPr>
            <a:cxnSpLocks/>
            <a:stCxn id="37" idx="1"/>
            <a:endCxn id="162" idx="1"/>
          </p:cNvCxnSpPr>
          <p:nvPr/>
        </p:nvCxnSpPr>
        <p:spPr>
          <a:xfrm rot="10800000" flipV="1">
            <a:off x="-196169" y="3454755"/>
            <a:ext cx="80259" cy="3076058"/>
          </a:xfrm>
          <a:prstGeom prst="bentConnector3">
            <a:avLst>
              <a:gd name="adj1" fmla="val 297188"/>
            </a:avLst>
          </a:prstGeom>
          <a:ln w="12700">
            <a:solidFill>
              <a:schemeClr val="accent2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图片 44" descr="图标&#10;&#10;AI 生成的内容可能不正确。">
            <a:extLst>
              <a:ext uri="{FF2B5EF4-FFF2-40B4-BE49-F238E27FC236}">
                <a16:creationId xmlns:a16="http://schemas.microsoft.com/office/drawing/2014/main" id="{C5970434-0B9D-B405-9CBB-13B6FE4BC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909" y="4199567"/>
            <a:ext cx="398769" cy="398769"/>
          </a:xfrm>
          <a:prstGeom prst="rect">
            <a:avLst/>
          </a:prstGeom>
        </p:spPr>
      </p:pic>
      <p:pic>
        <p:nvPicPr>
          <p:cNvPr id="47" name="图片 46" descr="黑暗的风车&#10;&#10;AI 生成的内容可能不正确。">
            <a:extLst>
              <a:ext uri="{FF2B5EF4-FFF2-40B4-BE49-F238E27FC236}">
                <a16:creationId xmlns:a16="http://schemas.microsoft.com/office/drawing/2014/main" id="{4E916C0D-95F2-20A2-39CB-272B06FA60D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701126" y="3132347"/>
            <a:ext cx="498462" cy="521792"/>
          </a:xfrm>
          <a:prstGeom prst="rect">
            <a:avLst/>
          </a:prstGeom>
        </p:spPr>
      </p:pic>
      <p:pic>
        <p:nvPicPr>
          <p:cNvPr id="51" name="图片 50" descr="图片包含 图标&#10;&#10;AI 生成的内容可能不正确。">
            <a:extLst>
              <a:ext uri="{FF2B5EF4-FFF2-40B4-BE49-F238E27FC236}">
                <a16:creationId xmlns:a16="http://schemas.microsoft.com/office/drawing/2014/main" id="{1D3EAA66-798A-D070-56A0-015FFC8C80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998" y="4943189"/>
            <a:ext cx="249231" cy="249231"/>
          </a:xfrm>
          <a:prstGeom prst="rect">
            <a:avLst/>
          </a:prstGeom>
        </p:spPr>
      </p:pic>
      <p:pic>
        <p:nvPicPr>
          <p:cNvPr id="52" name="图片 51" descr="黑暗的风车&#10;&#10;AI 生成的内容可能不正确。">
            <a:extLst>
              <a:ext uri="{FF2B5EF4-FFF2-40B4-BE49-F238E27FC236}">
                <a16:creationId xmlns:a16="http://schemas.microsoft.com/office/drawing/2014/main" id="{7AE6792A-6502-A197-64DD-33CBFBCC482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1256933" y="3157454"/>
            <a:ext cx="476174" cy="498462"/>
          </a:xfrm>
          <a:prstGeom prst="rect">
            <a:avLst/>
          </a:prstGeom>
        </p:spPr>
      </p:pic>
      <p:pic>
        <p:nvPicPr>
          <p:cNvPr id="58" name="图片 57" descr="图标&#10;&#10;AI 生成的内容可能不正确。">
            <a:extLst>
              <a:ext uri="{FF2B5EF4-FFF2-40B4-BE49-F238E27FC236}">
                <a16:creationId xmlns:a16="http://schemas.microsoft.com/office/drawing/2014/main" id="{A5367031-38A9-6410-99C4-B5DD9CFB6E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617" b="91602" l="9961" r="89844">
                        <a14:foregroundMark x1="35547" y1="91602" x2="79688" y2="91016"/>
                        <a14:foregroundMark x1="34375" y1="8203" x2="41992" y2="76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796821" y="3735930"/>
            <a:ext cx="448615" cy="448615"/>
          </a:xfrm>
          <a:prstGeom prst="rect">
            <a:avLst/>
          </a:prstGeom>
        </p:spPr>
      </p:pic>
      <p:pic>
        <p:nvPicPr>
          <p:cNvPr id="62" name="图片 61" descr="建筑的设计&#10;&#10;AI 生成的内容可能不正确。">
            <a:extLst>
              <a:ext uri="{FF2B5EF4-FFF2-40B4-BE49-F238E27FC236}">
                <a16:creationId xmlns:a16="http://schemas.microsoft.com/office/drawing/2014/main" id="{BD1387D5-DC91-2E3C-1A12-13296F209A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150" y="4517257"/>
            <a:ext cx="448615" cy="448615"/>
          </a:xfrm>
          <a:prstGeom prst="rect">
            <a:avLst/>
          </a:prstGeom>
        </p:spPr>
      </p:pic>
      <p:pic>
        <p:nvPicPr>
          <p:cNvPr id="67" name="图片 66" descr="图标&#10;&#10;AI 生成的内容可能不正确。">
            <a:extLst>
              <a:ext uri="{FF2B5EF4-FFF2-40B4-BE49-F238E27FC236}">
                <a16:creationId xmlns:a16="http://schemas.microsoft.com/office/drawing/2014/main" id="{EA1CABEE-F3D4-0D21-5337-16ECA349420C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576" y="4592026"/>
            <a:ext cx="299077" cy="299077"/>
          </a:xfrm>
          <a:prstGeom prst="rect">
            <a:avLst/>
          </a:prstGeom>
        </p:spPr>
      </p:pic>
      <p:pic>
        <p:nvPicPr>
          <p:cNvPr id="75" name="图片 74" descr="图片包含 徽标&#10;&#10;AI 生成的内容可能不正确。">
            <a:extLst>
              <a:ext uri="{FF2B5EF4-FFF2-40B4-BE49-F238E27FC236}">
                <a16:creationId xmlns:a16="http://schemas.microsoft.com/office/drawing/2014/main" id="{E03D7AAB-B633-2984-29BA-9C2F8096C8C5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291" y="3790613"/>
            <a:ext cx="249231" cy="249231"/>
          </a:xfrm>
          <a:prstGeom prst="rect">
            <a:avLst/>
          </a:prstGeom>
        </p:spPr>
      </p:pic>
      <p:pic>
        <p:nvPicPr>
          <p:cNvPr id="77" name="图片 76" descr="图标&#10;&#10;AI 生成的内容可能不正确。">
            <a:extLst>
              <a:ext uri="{FF2B5EF4-FFF2-40B4-BE49-F238E27FC236}">
                <a16:creationId xmlns:a16="http://schemas.microsoft.com/office/drawing/2014/main" id="{1ACF014F-662A-BC3C-448E-E9ED861732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21" b="19638"/>
          <a:stretch>
            <a:fillRect/>
          </a:stretch>
        </p:blipFill>
        <p:spPr>
          <a:xfrm>
            <a:off x="1733398" y="3958426"/>
            <a:ext cx="548308" cy="335789"/>
          </a:xfrm>
          <a:prstGeom prst="rect">
            <a:avLst/>
          </a:prstGeom>
        </p:spPr>
      </p:pic>
      <p:pic>
        <p:nvPicPr>
          <p:cNvPr id="79" name="图片 78" descr="图标&#10;&#10;AI 生成的内容可能不正确。">
            <a:extLst>
              <a:ext uri="{FF2B5EF4-FFF2-40B4-BE49-F238E27FC236}">
                <a16:creationId xmlns:a16="http://schemas.microsoft.com/office/drawing/2014/main" id="{CCC24599-3C23-4CEC-7204-5D9897ABCF9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904" y="4929795"/>
            <a:ext cx="249231" cy="249231"/>
          </a:xfrm>
          <a:prstGeom prst="rect">
            <a:avLst/>
          </a:prstGeom>
        </p:spPr>
      </p:pic>
      <p:pic>
        <p:nvPicPr>
          <p:cNvPr id="101" name="图片 100" descr="图标&#10;&#10;AI 生成的内容可能不正确。">
            <a:extLst>
              <a:ext uri="{FF2B5EF4-FFF2-40B4-BE49-F238E27FC236}">
                <a16:creationId xmlns:a16="http://schemas.microsoft.com/office/drawing/2014/main" id="{90724B20-E0CE-AE3E-7B85-040E426AB7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094" y="5186802"/>
            <a:ext cx="299077" cy="299077"/>
          </a:xfrm>
          <a:prstGeom prst="rect">
            <a:avLst/>
          </a:prstGeom>
        </p:spPr>
      </p:pic>
      <p:pic>
        <p:nvPicPr>
          <p:cNvPr id="104" name="图片 103" descr="图标&#10;&#10;AI 生成的内容可能不正确。">
            <a:extLst>
              <a:ext uri="{FF2B5EF4-FFF2-40B4-BE49-F238E27FC236}">
                <a16:creationId xmlns:a16="http://schemas.microsoft.com/office/drawing/2014/main" id="{724C62C6-74E6-AC8A-D05B-EFE58B2160F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970" y="2733111"/>
            <a:ext cx="299077" cy="299077"/>
          </a:xfrm>
          <a:prstGeom prst="rect">
            <a:avLst/>
          </a:prstGeom>
        </p:spPr>
      </p:pic>
      <p:pic>
        <p:nvPicPr>
          <p:cNvPr id="108" name="图片 107" descr="图标&#10;&#10;AI 生成的内容可能不正确。">
            <a:extLst>
              <a:ext uri="{FF2B5EF4-FFF2-40B4-BE49-F238E27FC236}">
                <a16:creationId xmlns:a16="http://schemas.microsoft.com/office/drawing/2014/main" id="{AFAF3214-1469-2AB1-ED16-1D03F89EC24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470" y="5161879"/>
            <a:ext cx="348923" cy="348923"/>
          </a:xfrm>
          <a:prstGeom prst="rect">
            <a:avLst/>
          </a:prstGeom>
        </p:spPr>
      </p:pic>
      <p:pic>
        <p:nvPicPr>
          <p:cNvPr id="112" name="图片 111" descr="图标&#10;&#10;AI 生成的内容可能不正确。">
            <a:extLst>
              <a:ext uri="{FF2B5EF4-FFF2-40B4-BE49-F238E27FC236}">
                <a16:creationId xmlns:a16="http://schemas.microsoft.com/office/drawing/2014/main" id="{8E64A399-785D-B2B8-144E-CA1844AFA4E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222" y="4507490"/>
            <a:ext cx="398769" cy="398769"/>
          </a:xfrm>
          <a:prstGeom prst="rect">
            <a:avLst/>
          </a:prstGeom>
        </p:spPr>
      </p:pic>
      <p:pic>
        <p:nvPicPr>
          <p:cNvPr id="114" name="图片 113" descr="图标&#10;&#10;AI 生成的内容可能不正确。">
            <a:extLst>
              <a:ext uri="{FF2B5EF4-FFF2-40B4-BE49-F238E27FC236}">
                <a16:creationId xmlns:a16="http://schemas.microsoft.com/office/drawing/2014/main" id="{E58D4A93-15C9-DCAD-535E-FC8DC59EC22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815" y="4990029"/>
            <a:ext cx="249231" cy="249231"/>
          </a:xfrm>
          <a:prstGeom prst="rect">
            <a:avLst/>
          </a:prstGeom>
        </p:spPr>
      </p:pic>
      <p:pic>
        <p:nvPicPr>
          <p:cNvPr id="121" name="图片 120" descr="图标&#10;&#10;AI 生成的内容可能不正确。">
            <a:extLst>
              <a:ext uri="{FF2B5EF4-FFF2-40B4-BE49-F238E27FC236}">
                <a16:creationId xmlns:a16="http://schemas.microsoft.com/office/drawing/2014/main" id="{611B8EBF-21D1-E4F3-5833-1BCB920A016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911" y="2268760"/>
            <a:ext cx="395666" cy="395666"/>
          </a:xfrm>
          <a:prstGeom prst="rect">
            <a:avLst/>
          </a:prstGeom>
        </p:spPr>
      </p:pic>
      <p:pic>
        <p:nvPicPr>
          <p:cNvPr id="123" name="图片 122" descr="图标&#10;&#10;AI 生成的内容可能不正确。">
            <a:extLst>
              <a:ext uri="{FF2B5EF4-FFF2-40B4-BE49-F238E27FC236}">
                <a16:creationId xmlns:a16="http://schemas.microsoft.com/office/drawing/2014/main" id="{F3DC5211-46BE-E2C6-67E9-BE7F9D55E6B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066" y="3019139"/>
            <a:ext cx="249231" cy="249231"/>
          </a:xfrm>
          <a:prstGeom prst="rect">
            <a:avLst/>
          </a:prstGeom>
        </p:spPr>
      </p:pic>
      <p:pic>
        <p:nvPicPr>
          <p:cNvPr id="125" name="图片 124" descr="图标&#10;&#10;AI 生成的内容可能不正确。">
            <a:extLst>
              <a:ext uri="{FF2B5EF4-FFF2-40B4-BE49-F238E27FC236}">
                <a16:creationId xmlns:a16="http://schemas.microsoft.com/office/drawing/2014/main" id="{24D10FA1-0855-184E-5E9C-137F9C8E681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576" y="2897962"/>
            <a:ext cx="299077" cy="299077"/>
          </a:xfrm>
          <a:prstGeom prst="rect">
            <a:avLst/>
          </a:prstGeom>
        </p:spPr>
      </p:pic>
      <p:pic>
        <p:nvPicPr>
          <p:cNvPr id="127" name="图片 126" descr="图标&#10;&#10;AI 生成的内容可能不正确。">
            <a:extLst>
              <a:ext uri="{FF2B5EF4-FFF2-40B4-BE49-F238E27FC236}">
                <a16:creationId xmlns:a16="http://schemas.microsoft.com/office/drawing/2014/main" id="{E4EAF631-07AE-D815-B3A9-A31D6F615A7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101" y="3309633"/>
            <a:ext cx="299077" cy="299077"/>
          </a:xfrm>
          <a:prstGeom prst="rect">
            <a:avLst/>
          </a:prstGeom>
        </p:spPr>
      </p:pic>
      <p:pic>
        <p:nvPicPr>
          <p:cNvPr id="129" name="图片 128" descr="徽标&#10;&#10;AI 生成的内容可能不正确。">
            <a:extLst>
              <a:ext uri="{FF2B5EF4-FFF2-40B4-BE49-F238E27FC236}">
                <a16:creationId xmlns:a16="http://schemas.microsoft.com/office/drawing/2014/main" id="{4803A3DD-0286-B5F3-BBD7-414DCE1F54D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024" y="2720063"/>
            <a:ext cx="299077" cy="299077"/>
          </a:xfrm>
          <a:prstGeom prst="rect">
            <a:avLst/>
          </a:prstGeom>
        </p:spPr>
      </p:pic>
      <p:pic>
        <p:nvPicPr>
          <p:cNvPr id="132" name="图片 131" descr="图形用户界面, 应用程序, 图标&#10;&#10;AI 生成的内容可能不正确。">
            <a:extLst>
              <a:ext uri="{FF2B5EF4-FFF2-40B4-BE49-F238E27FC236}">
                <a16:creationId xmlns:a16="http://schemas.microsoft.com/office/drawing/2014/main" id="{421D6FF0-EC7F-1AD9-02DB-C9B4527D66E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542" y="5376784"/>
            <a:ext cx="249231" cy="249231"/>
          </a:xfrm>
          <a:prstGeom prst="rect">
            <a:avLst/>
          </a:prstGeom>
        </p:spPr>
      </p:pic>
      <p:pic>
        <p:nvPicPr>
          <p:cNvPr id="134" name="图片 133" descr="图标&#10;&#10;AI 生成的内容可能不正确。">
            <a:extLst>
              <a:ext uri="{FF2B5EF4-FFF2-40B4-BE49-F238E27FC236}">
                <a16:creationId xmlns:a16="http://schemas.microsoft.com/office/drawing/2014/main" id="{9F343870-FA99-754C-23F9-EEF28E82F84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815" y="3334556"/>
            <a:ext cx="249231" cy="249231"/>
          </a:xfrm>
          <a:prstGeom prst="rect">
            <a:avLst/>
          </a:prstGeom>
        </p:spPr>
      </p:pic>
      <p:pic>
        <p:nvPicPr>
          <p:cNvPr id="136" name="图片 135" descr="图标&#10;&#10;AI 生成的内容可能不正确。">
            <a:extLst>
              <a:ext uri="{FF2B5EF4-FFF2-40B4-BE49-F238E27FC236}">
                <a16:creationId xmlns:a16="http://schemas.microsoft.com/office/drawing/2014/main" id="{FE805CD7-1420-D123-A1B2-571A6FBDDBE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035" y="4990029"/>
            <a:ext cx="398769" cy="398769"/>
          </a:xfrm>
          <a:prstGeom prst="rect">
            <a:avLst/>
          </a:prstGeom>
        </p:spPr>
      </p:pic>
      <p:pic>
        <p:nvPicPr>
          <p:cNvPr id="138" name="图片 137" descr="图标&#10;&#10;AI 生成的内容可能不正确。">
            <a:extLst>
              <a:ext uri="{FF2B5EF4-FFF2-40B4-BE49-F238E27FC236}">
                <a16:creationId xmlns:a16="http://schemas.microsoft.com/office/drawing/2014/main" id="{FA9DD69F-3C60-7AE9-9532-EAC3E27CD21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828" y="2565789"/>
            <a:ext cx="299077" cy="299077"/>
          </a:xfrm>
          <a:prstGeom prst="rect">
            <a:avLst/>
          </a:prstGeom>
        </p:spPr>
      </p:pic>
      <p:pic>
        <p:nvPicPr>
          <p:cNvPr id="141" name="图片 140" descr="图标&#10;&#10;AI 生成的内容可能不正确。">
            <a:extLst>
              <a:ext uri="{FF2B5EF4-FFF2-40B4-BE49-F238E27FC236}">
                <a16:creationId xmlns:a16="http://schemas.microsoft.com/office/drawing/2014/main" id="{2C35AC04-2837-7681-6107-914B194D25C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008" y="3965739"/>
            <a:ext cx="324000" cy="324000"/>
          </a:xfrm>
          <a:prstGeom prst="rect">
            <a:avLst/>
          </a:prstGeom>
        </p:spPr>
      </p:pic>
      <p:pic>
        <p:nvPicPr>
          <p:cNvPr id="147" name="图片 146" descr="图标&#10;&#10;AI 生成的内容可能不正确。">
            <a:extLst>
              <a:ext uri="{FF2B5EF4-FFF2-40B4-BE49-F238E27FC236}">
                <a16:creationId xmlns:a16="http://schemas.microsoft.com/office/drawing/2014/main" id="{4DB67A1D-AF6A-1937-8E5F-F64DBB87FA3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483" y="2895836"/>
            <a:ext cx="249231" cy="249231"/>
          </a:xfrm>
          <a:prstGeom prst="rect">
            <a:avLst/>
          </a:prstGeom>
        </p:spPr>
      </p:pic>
      <p:pic>
        <p:nvPicPr>
          <p:cNvPr id="149" name="图片 148" descr="白色的游戏机&#10;&#10;AI 生成的内容可能不正确。">
            <a:extLst>
              <a:ext uri="{FF2B5EF4-FFF2-40B4-BE49-F238E27FC236}">
                <a16:creationId xmlns:a16="http://schemas.microsoft.com/office/drawing/2014/main" id="{E5525B97-7333-48C4-5592-AF1301739804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114" y="2882649"/>
            <a:ext cx="249231" cy="249231"/>
          </a:xfrm>
          <a:prstGeom prst="rect">
            <a:avLst/>
          </a:prstGeom>
        </p:spPr>
      </p:pic>
      <p:sp>
        <p:nvSpPr>
          <p:cNvPr id="156" name="圆柱体 155">
            <a:extLst>
              <a:ext uri="{FF2B5EF4-FFF2-40B4-BE49-F238E27FC236}">
                <a16:creationId xmlns:a16="http://schemas.microsoft.com/office/drawing/2014/main" id="{B60B30A5-E77E-1761-74D5-0DB58083315B}"/>
              </a:ext>
            </a:extLst>
          </p:cNvPr>
          <p:cNvSpPr/>
          <p:nvPr/>
        </p:nvSpPr>
        <p:spPr>
          <a:xfrm rot="16200000">
            <a:off x="3279317" y="3092380"/>
            <a:ext cx="49846" cy="6878769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FC5C616D-2D47-9110-A930-D47A638C1573}"/>
              </a:ext>
            </a:extLst>
          </p:cNvPr>
          <p:cNvSpPr txBox="1"/>
          <p:nvPr/>
        </p:nvSpPr>
        <p:spPr>
          <a:xfrm>
            <a:off x="1143655" y="6324014"/>
            <a:ext cx="704039" cy="204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 network</a:t>
            </a:r>
            <a:endParaRPr lang="en-GB" sz="727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圆柱体 157">
            <a:extLst>
              <a:ext uri="{FF2B5EF4-FFF2-40B4-BE49-F238E27FC236}">
                <a16:creationId xmlns:a16="http://schemas.microsoft.com/office/drawing/2014/main" id="{F6C121AC-5FF0-6EA1-0535-3302AF0387E2}"/>
              </a:ext>
            </a:extLst>
          </p:cNvPr>
          <p:cNvSpPr/>
          <p:nvPr/>
        </p:nvSpPr>
        <p:spPr>
          <a:xfrm>
            <a:off x="-171246" y="6351927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59" name="圆柱体 158">
            <a:extLst>
              <a:ext uri="{FF2B5EF4-FFF2-40B4-BE49-F238E27FC236}">
                <a16:creationId xmlns:a16="http://schemas.microsoft.com/office/drawing/2014/main" id="{1F893169-5B28-EB8E-0785-ADC61CC4F10A}"/>
              </a:ext>
            </a:extLst>
          </p:cNvPr>
          <p:cNvSpPr/>
          <p:nvPr/>
        </p:nvSpPr>
        <p:spPr>
          <a:xfrm>
            <a:off x="3531974" y="6351927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0" name="圆柱体 159">
            <a:extLst>
              <a:ext uri="{FF2B5EF4-FFF2-40B4-BE49-F238E27FC236}">
                <a16:creationId xmlns:a16="http://schemas.microsoft.com/office/drawing/2014/main" id="{AC032D53-3EB8-1333-333E-EAF8DFFE06E5}"/>
              </a:ext>
            </a:extLst>
          </p:cNvPr>
          <p:cNvSpPr/>
          <p:nvPr/>
        </p:nvSpPr>
        <p:spPr>
          <a:xfrm>
            <a:off x="5823882" y="6350141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1" name="圆柱体 160">
            <a:extLst>
              <a:ext uri="{FF2B5EF4-FFF2-40B4-BE49-F238E27FC236}">
                <a16:creationId xmlns:a16="http://schemas.microsoft.com/office/drawing/2014/main" id="{7789D34D-AEC2-2203-FEC3-DEC4B94DD663}"/>
              </a:ext>
            </a:extLst>
          </p:cNvPr>
          <p:cNvSpPr/>
          <p:nvPr/>
        </p:nvSpPr>
        <p:spPr>
          <a:xfrm>
            <a:off x="2474180" y="6347051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275AF3B4-526C-FE5B-1E17-D8BD454A7ABD}"/>
              </a:ext>
            </a:extLst>
          </p:cNvPr>
          <p:cNvSpPr/>
          <p:nvPr/>
        </p:nvSpPr>
        <p:spPr>
          <a:xfrm>
            <a:off x="-196169" y="6480967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8B1E22D5-505D-7883-E2B7-FD2427C27197}"/>
              </a:ext>
            </a:extLst>
          </p:cNvPr>
          <p:cNvSpPr/>
          <p:nvPr/>
        </p:nvSpPr>
        <p:spPr>
          <a:xfrm>
            <a:off x="2448760" y="6484585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A1702791-BCF5-3461-8BAF-BFBF8CB5B606}"/>
              </a:ext>
            </a:extLst>
          </p:cNvPr>
          <p:cNvSpPr/>
          <p:nvPr/>
        </p:nvSpPr>
        <p:spPr>
          <a:xfrm>
            <a:off x="3507051" y="6478910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2746DB74-1571-DE0A-F268-07A089FAD9F7}"/>
              </a:ext>
            </a:extLst>
          </p:cNvPr>
          <p:cNvSpPr/>
          <p:nvPr/>
        </p:nvSpPr>
        <p:spPr>
          <a:xfrm>
            <a:off x="5803114" y="6476542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7" name="圆柱体 166">
            <a:extLst>
              <a:ext uri="{FF2B5EF4-FFF2-40B4-BE49-F238E27FC236}">
                <a16:creationId xmlns:a16="http://schemas.microsoft.com/office/drawing/2014/main" id="{CB1D2218-FB48-A68D-13BF-2295758E98F5}"/>
              </a:ext>
            </a:extLst>
          </p:cNvPr>
          <p:cNvSpPr/>
          <p:nvPr/>
        </p:nvSpPr>
        <p:spPr>
          <a:xfrm>
            <a:off x="4241038" y="6354424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68" name="矩形: 圆角 167">
            <a:extLst>
              <a:ext uri="{FF2B5EF4-FFF2-40B4-BE49-F238E27FC236}">
                <a16:creationId xmlns:a16="http://schemas.microsoft.com/office/drawing/2014/main" id="{080F9FA9-63BF-AF33-E94E-4751F456142D}"/>
              </a:ext>
            </a:extLst>
          </p:cNvPr>
          <p:cNvSpPr/>
          <p:nvPr/>
        </p:nvSpPr>
        <p:spPr>
          <a:xfrm>
            <a:off x="4216115" y="6481408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176" name="直接箭头连接符 101">
            <a:extLst>
              <a:ext uri="{FF2B5EF4-FFF2-40B4-BE49-F238E27FC236}">
                <a16:creationId xmlns:a16="http://schemas.microsoft.com/office/drawing/2014/main" id="{AB32F88A-B3CA-BD6D-483A-EB764A99A411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-344085" y="4398952"/>
            <a:ext cx="237176" cy="0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文本框 184">
            <a:extLst>
              <a:ext uri="{FF2B5EF4-FFF2-40B4-BE49-F238E27FC236}">
                <a16:creationId xmlns:a16="http://schemas.microsoft.com/office/drawing/2014/main" id="{B2152C88-870A-3B22-9D45-4EB07E63DA4D}"/>
              </a:ext>
            </a:extLst>
          </p:cNvPr>
          <p:cNvSpPr txBox="1"/>
          <p:nvPr/>
        </p:nvSpPr>
        <p:spPr>
          <a:xfrm>
            <a:off x="3397355" y="3091737"/>
            <a:ext cx="774572" cy="2042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727">
                <a:latin typeface="Arial" panose="020B0604020202020204" pitchFamily="34" charset="0"/>
                <a:cs typeface="Arial" panose="020B0604020202020204" pitchFamily="34" charset="0"/>
              </a:rPr>
              <a:t>Interconnector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EA63250-2D82-DE1B-A334-842EB6630CB1}"/>
              </a:ext>
            </a:extLst>
          </p:cNvPr>
          <p:cNvSpPr txBox="1"/>
          <p:nvPr/>
        </p:nvSpPr>
        <p:spPr>
          <a:xfrm>
            <a:off x="1121517" y="4025337"/>
            <a:ext cx="683200" cy="2042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727">
                <a:latin typeface="Arial" panose="020B0604020202020204" pitchFamily="34" charset="0"/>
                <a:cs typeface="Arial" panose="020B0604020202020204" pitchFamily="34" charset="0"/>
              </a:rPr>
              <a:t>Hydropower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6541DD62-A73D-26F9-089C-4A865D9B97ED}"/>
              </a:ext>
            </a:extLst>
          </p:cNvPr>
          <p:cNvSpPr txBox="1"/>
          <p:nvPr/>
        </p:nvSpPr>
        <p:spPr>
          <a:xfrm>
            <a:off x="863782" y="5428111"/>
            <a:ext cx="540534" cy="2042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727">
                <a:latin typeface="Arial" panose="020B0604020202020204" pitchFamily="34" charset="0"/>
                <a:cs typeface="Arial" panose="020B0604020202020204" pitchFamily="34" charset="0"/>
              </a:rPr>
              <a:t>Biomass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F87E69C-1227-096F-2769-256B3EA0235D}"/>
              </a:ext>
            </a:extLst>
          </p:cNvPr>
          <p:cNvSpPr txBox="1"/>
          <p:nvPr/>
        </p:nvSpPr>
        <p:spPr>
          <a:xfrm>
            <a:off x="2331548" y="4340429"/>
            <a:ext cx="748923" cy="3161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727">
                <a:latin typeface="Arial" panose="020B0604020202020204" pitchFamily="34" charset="0"/>
                <a:cs typeface="Arial" panose="020B0604020202020204" pitchFamily="34" charset="0"/>
              </a:rPr>
              <a:t>Pumped </a:t>
            </a:r>
          </a:p>
          <a:p>
            <a:pPr algn="ctr"/>
            <a:r>
              <a:rPr lang="en-US" sz="727">
                <a:latin typeface="Arial" panose="020B0604020202020204" pitchFamily="34" charset="0"/>
                <a:cs typeface="Arial" panose="020B0604020202020204" pitchFamily="34" charset="0"/>
              </a:rPr>
              <a:t>hydro storage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D90D2957-59DA-34CC-B09E-17E2C38E34C2}"/>
              </a:ext>
            </a:extLst>
          </p:cNvPr>
          <p:cNvSpPr txBox="1"/>
          <p:nvPr/>
        </p:nvSpPr>
        <p:spPr>
          <a:xfrm>
            <a:off x="-365094" y="5216977"/>
            <a:ext cx="798617" cy="2201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831"/>
              <a:t>Power-to-gas</a:t>
            </a:r>
            <a:endParaRPr lang="en-GB" sz="831"/>
          </a:p>
        </p:txBody>
      </p:sp>
      <p:cxnSp>
        <p:nvCxnSpPr>
          <p:cNvPr id="192" name="直接箭头连接符 116">
            <a:extLst>
              <a:ext uri="{FF2B5EF4-FFF2-40B4-BE49-F238E27FC236}">
                <a16:creationId xmlns:a16="http://schemas.microsoft.com/office/drawing/2014/main" id="{47B262FA-9B0C-D1AF-89FD-95BA098AAC33}"/>
              </a:ext>
            </a:extLst>
          </p:cNvPr>
          <p:cNvCxnSpPr>
            <a:cxnSpLocks/>
            <a:stCxn id="141" idx="1"/>
            <a:endCxn id="77" idx="3"/>
          </p:cNvCxnSpPr>
          <p:nvPr/>
        </p:nvCxnSpPr>
        <p:spPr>
          <a:xfrm flipH="1" flipV="1">
            <a:off x="2281706" y="4126321"/>
            <a:ext cx="262302" cy="1418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stealth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6EAFB89C-2E5D-4831-845D-253D31677EF8}"/>
              </a:ext>
            </a:extLst>
          </p:cNvPr>
          <p:cNvCxnSpPr>
            <a:cxnSpLocks/>
            <a:stCxn id="136" idx="0"/>
          </p:cNvCxnSpPr>
          <p:nvPr/>
        </p:nvCxnSpPr>
        <p:spPr>
          <a:xfrm flipV="1">
            <a:off x="1890420" y="4734975"/>
            <a:ext cx="0" cy="255054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文本框 216">
            <a:extLst>
              <a:ext uri="{FF2B5EF4-FFF2-40B4-BE49-F238E27FC236}">
                <a16:creationId xmlns:a16="http://schemas.microsoft.com/office/drawing/2014/main" id="{7D7650C3-78AD-7C07-6204-62C8CF64CAF3}"/>
              </a:ext>
            </a:extLst>
          </p:cNvPr>
          <p:cNvSpPr txBox="1"/>
          <p:nvPr/>
        </p:nvSpPr>
        <p:spPr>
          <a:xfrm>
            <a:off x="1469381" y="5433020"/>
            <a:ext cx="833883" cy="2042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727">
                <a:latin typeface="Arial" panose="020B0604020202020204" pitchFamily="34" charset="0"/>
                <a:cs typeface="Arial" panose="020B0604020202020204" pitchFamily="34" charset="0"/>
              </a:rPr>
              <a:t>Flexible nuclear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3733342E-49D6-4146-7555-99E2FA5F7A0D}"/>
              </a:ext>
            </a:extLst>
          </p:cNvPr>
          <p:cNvCxnSpPr>
            <a:cxnSpLocks/>
            <a:stCxn id="77" idx="2"/>
          </p:cNvCxnSpPr>
          <p:nvPr/>
        </p:nvCxnSpPr>
        <p:spPr>
          <a:xfrm>
            <a:off x="2007553" y="4294215"/>
            <a:ext cx="1" cy="440759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BE81BCDA-7B87-3620-09A1-887DBBCCF86F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950357" y="3654139"/>
            <a:ext cx="0" cy="1080835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文本框 219">
            <a:extLst>
              <a:ext uri="{FF2B5EF4-FFF2-40B4-BE49-F238E27FC236}">
                <a16:creationId xmlns:a16="http://schemas.microsoft.com/office/drawing/2014/main" id="{D60AE56D-4ECF-5BCD-1F83-AAA1D3ED8732}"/>
              </a:ext>
            </a:extLst>
          </p:cNvPr>
          <p:cNvSpPr txBox="1"/>
          <p:nvPr/>
        </p:nvSpPr>
        <p:spPr>
          <a:xfrm>
            <a:off x="323646" y="4215335"/>
            <a:ext cx="423692" cy="5398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727">
                <a:latin typeface="Arial" panose="020B0604020202020204" pitchFamily="34" charset="0"/>
                <a:cs typeface="Arial" panose="020B0604020202020204" pitchFamily="34" charset="0"/>
              </a:rPr>
              <a:t>Clean natural gas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9" name="图片 228" descr="图片包含 图标&#10;&#10;AI 生成的内容可能不正确。">
            <a:extLst>
              <a:ext uri="{FF2B5EF4-FFF2-40B4-BE49-F238E27FC236}">
                <a16:creationId xmlns:a16="http://schemas.microsoft.com/office/drawing/2014/main" id="{EA25EB7B-1097-C233-27EA-FC1D7E28EF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998" y="5177565"/>
            <a:ext cx="249231" cy="249231"/>
          </a:xfrm>
          <a:prstGeom prst="rect">
            <a:avLst/>
          </a:prstGeom>
        </p:spPr>
      </p:pic>
      <p:pic>
        <p:nvPicPr>
          <p:cNvPr id="230" name="图片 229" descr="图标&#10;&#10;AI 生成的内容可能不正确。">
            <a:extLst>
              <a:ext uri="{FF2B5EF4-FFF2-40B4-BE49-F238E27FC236}">
                <a16:creationId xmlns:a16="http://schemas.microsoft.com/office/drawing/2014/main" id="{881CD6D6-4DCF-DC38-A062-C26625AD2FB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904" y="5175161"/>
            <a:ext cx="249231" cy="249231"/>
          </a:xfrm>
          <a:prstGeom prst="rect">
            <a:avLst/>
          </a:prstGeom>
        </p:spPr>
      </p:pic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4A1208B6-A51A-E642-4509-BFB63457A1BB}"/>
              </a:ext>
            </a:extLst>
          </p:cNvPr>
          <p:cNvCxnSpPr>
            <a:cxnSpLocks/>
            <a:stCxn id="51" idx="0"/>
          </p:cNvCxnSpPr>
          <p:nvPr/>
        </p:nvCxnSpPr>
        <p:spPr>
          <a:xfrm flipV="1">
            <a:off x="2486613" y="4734975"/>
            <a:ext cx="0" cy="208215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直接箭头连接符 116">
            <a:extLst>
              <a:ext uri="{FF2B5EF4-FFF2-40B4-BE49-F238E27FC236}">
                <a16:creationId xmlns:a16="http://schemas.microsoft.com/office/drawing/2014/main" id="{1CC6BBB2-2A82-E436-3E90-793E5CF25487}"/>
              </a:ext>
            </a:extLst>
          </p:cNvPr>
          <p:cNvCxnSpPr>
            <a:cxnSpLocks/>
            <a:stCxn id="79" idx="0"/>
          </p:cNvCxnSpPr>
          <p:nvPr/>
        </p:nvCxnSpPr>
        <p:spPr>
          <a:xfrm flipV="1">
            <a:off x="3069519" y="4734974"/>
            <a:ext cx="0" cy="194821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stealth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文本框 250">
            <a:extLst>
              <a:ext uri="{FF2B5EF4-FFF2-40B4-BE49-F238E27FC236}">
                <a16:creationId xmlns:a16="http://schemas.microsoft.com/office/drawing/2014/main" id="{F6082822-DE0D-1E45-73B7-6881A8B1413B}"/>
              </a:ext>
            </a:extLst>
          </p:cNvPr>
          <p:cNvSpPr txBox="1"/>
          <p:nvPr/>
        </p:nvSpPr>
        <p:spPr>
          <a:xfrm>
            <a:off x="-51343" y="4959763"/>
            <a:ext cx="668774" cy="204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7" err="1">
                <a:latin typeface="Arial" panose="020B0604020202020204" pitchFamily="34" charset="0"/>
                <a:cs typeface="Arial" panose="020B0604020202020204" pitchFamily="34" charset="0"/>
              </a:rPr>
              <a:t>Electrolyser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0" name="直接箭头连接符 259">
            <a:extLst>
              <a:ext uri="{FF2B5EF4-FFF2-40B4-BE49-F238E27FC236}">
                <a16:creationId xmlns:a16="http://schemas.microsoft.com/office/drawing/2014/main" id="{B96D3A2A-F69A-2CBB-87D1-28AB942E29A6}"/>
              </a:ext>
            </a:extLst>
          </p:cNvPr>
          <p:cNvCxnSpPr>
            <a:cxnSpLocks/>
            <a:endCxn id="90" idx="0"/>
          </p:cNvCxnSpPr>
          <p:nvPr/>
        </p:nvCxnSpPr>
        <p:spPr>
          <a:xfrm>
            <a:off x="584650" y="5455470"/>
            <a:ext cx="609" cy="813869"/>
          </a:xfrm>
          <a:prstGeom prst="straightConnector1">
            <a:avLst/>
          </a:prstGeom>
          <a:ln w="12700">
            <a:solidFill>
              <a:schemeClr val="accent6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直接箭头连接符 265">
            <a:extLst>
              <a:ext uri="{FF2B5EF4-FFF2-40B4-BE49-F238E27FC236}">
                <a16:creationId xmlns:a16="http://schemas.microsoft.com/office/drawing/2014/main" id="{C48E71D1-B8F7-46C4-3C3A-7000B3F57F85}"/>
              </a:ext>
            </a:extLst>
          </p:cNvPr>
          <p:cNvCxnSpPr>
            <a:cxnSpLocks/>
          </p:cNvCxnSpPr>
          <p:nvPr/>
        </p:nvCxnSpPr>
        <p:spPr>
          <a:xfrm>
            <a:off x="583383" y="4749609"/>
            <a:ext cx="1267" cy="40678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图片 89" descr="图标&#10;&#10;AI 生成的内容可能不正确。">
            <a:extLst>
              <a:ext uri="{FF2B5EF4-FFF2-40B4-BE49-F238E27FC236}">
                <a16:creationId xmlns:a16="http://schemas.microsoft.com/office/drawing/2014/main" id="{C352B7C3-616B-F695-A7F2-A2DFCCA5A313}"/>
              </a:ext>
            </a:extLst>
          </p:cNvPr>
          <p:cNvPicPr>
            <a:picLocks noChangeAspect="1"/>
          </p:cNvPicPr>
          <p:nvPr/>
        </p:nvPicPr>
        <p:blipFill>
          <a:blip r:embed="rId3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59" y="6269338"/>
            <a:ext cx="324000" cy="324000"/>
          </a:xfrm>
          <a:prstGeom prst="rect">
            <a:avLst/>
          </a:prstGeom>
        </p:spPr>
      </p:pic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4ED9454D-4B17-5DA0-1E97-D54D2B9A8BEE}"/>
              </a:ext>
            </a:extLst>
          </p:cNvPr>
          <p:cNvCxnSpPr>
            <a:cxnSpLocks/>
            <a:stCxn id="62" idx="3"/>
            <a:endCxn id="67" idx="1"/>
          </p:cNvCxnSpPr>
          <p:nvPr/>
        </p:nvCxnSpPr>
        <p:spPr>
          <a:xfrm>
            <a:off x="3895766" y="4741564"/>
            <a:ext cx="288811" cy="0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文本框 276">
            <a:extLst>
              <a:ext uri="{FF2B5EF4-FFF2-40B4-BE49-F238E27FC236}">
                <a16:creationId xmlns:a16="http://schemas.microsoft.com/office/drawing/2014/main" id="{6DD71A54-E36B-6D67-3FC4-F415BA889AEE}"/>
              </a:ext>
            </a:extLst>
          </p:cNvPr>
          <p:cNvSpPr txBox="1"/>
          <p:nvPr/>
        </p:nvSpPr>
        <p:spPr>
          <a:xfrm>
            <a:off x="2667149" y="5436004"/>
            <a:ext cx="811441" cy="2042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727">
                <a:latin typeface="Arial" panose="020B0604020202020204" pitchFamily="34" charset="0"/>
                <a:cs typeface="Arial" panose="020B0604020202020204" pitchFamily="34" charset="0"/>
              </a:rPr>
              <a:t>Battery storage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0" name="图片 279" descr="图标&#10;&#10;AI 生成的内容可能不正确。">
            <a:extLst>
              <a:ext uri="{FF2B5EF4-FFF2-40B4-BE49-F238E27FC236}">
                <a16:creationId xmlns:a16="http://schemas.microsoft.com/office/drawing/2014/main" id="{B8796A60-D9BD-6359-C975-37399FD882B9}"/>
              </a:ext>
            </a:extLst>
          </p:cNvPr>
          <p:cNvPicPr>
            <a:picLocks noChangeAspect="1"/>
          </p:cNvPicPr>
          <p:nvPr/>
        </p:nvPicPr>
        <p:blipFill>
          <a:blip r:embed="rId3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548" y="6272328"/>
            <a:ext cx="324000" cy="324000"/>
          </a:xfrm>
          <a:prstGeom prst="rect">
            <a:avLst/>
          </a:prstGeom>
        </p:spPr>
      </p:pic>
      <p:cxnSp>
        <p:nvCxnSpPr>
          <p:cNvPr id="281" name="直接箭头连接符 280">
            <a:extLst>
              <a:ext uri="{FF2B5EF4-FFF2-40B4-BE49-F238E27FC236}">
                <a16:creationId xmlns:a16="http://schemas.microsoft.com/office/drawing/2014/main" id="{0E1735BC-CD52-297C-BEEA-BFFCF1B50DCE}"/>
              </a:ext>
            </a:extLst>
          </p:cNvPr>
          <p:cNvCxnSpPr>
            <a:cxnSpLocks/>
            <a:stCxn id="280" idx="0"/>
            <a:endCxn id="101" idx="2"/>
          </p:cNvCxnSpPr>
          <p:nvPr/>
        </p:nvCxnSpPr>
        <p:spPr>
          <a:xfrm flipV="1">
            <a:off x="3915549" y="5485879"/>
            <a:ext cx="1085" cy="786449"/>
          </a:xfrm>
          <a:prstGeom prst="straightConnector1">
            <a:avLst/>
          </a:prstGeom>
          <a:ln w="12700">
            <a:solidFill>
              <a:schemeClr val="accent6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圆柱体 282">
            <a:extLst>
              <a:ext uri="{FF2B5EF4-FFF2-40B4-BE49-F238E27FC236}">
                <a16:creationId xmlns:a16="http://schemas.microsoft.com/office/drawing/2014/main" id="{4D2E1A86-9B67-CD50-ABCB-EE4269B18160}"/>
              </a:ext>
            </a:extLst>
          </p:cNvPr>
          <p:cNvSpPr/>
          <p:nvPr/>
        </p:nvSpPr>
        <p:spPr>
          <a:xfrm>
            <a:off x="6714546" y="6351918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84" name="矩形: 圆角 283">
            <a:extLst>
              <a:ext uri="{FF2B5EF4-FFF2-40B4-BE49-F238E27FC236}">
                <a16:creationId xmlns:a16="http://schemas.microsoft.com/office/drawing/2014/main" id="{6C7E9131-4157-40E6-C651-5BBA957A3CD2}"/>
              </a:ext>
            </a:extLst>
          </p:cNvPr>
          <p:cNvSpPr/>
          <p:nvPr/>
        </p:nvSpPr>
        <p:spPr>
          <a:xfrm>
            <a:off x="6693779" y="6478319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pic>
        <p:nvPicPr>
          <p:cNvPr id="285" name="图片 284" descr="图标&#10;&#10;AI 生成的内容可能不正确。">
            <a:extLst>
              <a:ext uri="{FF2B5EF4-FFF2-40B4-BE49-F238E27FC236}">
                <a16:creationId xmlns:a16="http://schemas.microsoft.com/office/drawing/2014/main" id="{9A1E8360-518D-830C-45E3-323648A9446E}"/>
              </a:ext>
            </a:extLst>
          </p:cNvPr>
          <p:cNvPicPr>
            <a:picLocks noChangeAspect="1"/>
          </p:cNvPicPr>
          <p:nvPr/>
        </p:nvPicPr>
        <p:blipFill>
          <a:blip r:embed="rId3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066" y="6266943"/>
            <a:ext cx="324000" cy="324000"/>
          </a:xfrm>
          <a:prstGeom prst="rect">
            <a:avLst/>
          </a:prstGeom>
        </p:spPr>
      </p:pic>
      <p:sp>
        <p:nvSpPr>
          <p:cNvPr id="287" name="文本框 286">
            <a:extLst>
              <a:ext uri="{FF2B5EF4-FFF2-40B4-BE49-F238E27FC236}">
                <a16:creationId xmlns:a16="http://schemas.microsoft.com/office/drawing/2014/main" id="{2A1F1371-DCA2-4CC8-2DBD-5EF2234E98B7}"/>
              </a:ext>
            </a:extLst>
          </p:cNvPr>
          <p:cNvSpPr txBox="1"/>
          <p:nvPr/>
        </p:nvSpPr>
        <p:spPr>
          <a:xfrm>
            <a:off x="3527810" y="5004192"/>
            <a:ext cx="787328" cy="204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7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554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sz="727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8" name="直接箭头连接符 287">
            <a:extLst>
              <a:ext uri="{FF2B5EF4-FFF2-40B4-BE49-F238E27FC236}">
                <a16:creationId xmlns:a16="http://schemas.microsoft.com/office/drawing/2014/main" id="{2148DD8C-446D-BED3-5CB9-31EB0E243873}"/>
              </a:ext>
            </a:extLst>
          </p:cNvPr>
          <p:cNvCxnSpPr>
            <a:cxnSpLocks/>
            <a:stCxn id="101" idx="3"/>
            <a:endCxn id="108" idx="1"/>
          </p:cNvCxnSpPr>
          <p:nvPr/>
        </p:nvCxnSpPr>
        <p:spPr>
          <a:xfrm>
            <a:off x="4066171" y="5336340"/>
            <a:ext cx="365299" cy="0"/>
          </a:xfrm>
          <a:prstGeom prst="straightConnector1">
            <a:avLst/>
          </a:prstGeom>
          <a:ln w="12700">
            <a:solidFill>
              <a:schemeClr val="accent6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文本框 293">
            <a:extLst>
              <a:ext uri="{FF2B5EF4-FFF2-40B4-BE49-F238E27FC236}">
                <a16:creationId xmlns:a16="http://schemas.microsoft.com/office/drawing/2014/main" id="{BEDD8F75-0FCE-8EE5-39E6-50E1FD50AE88}"/>
              </a:ext>
            </a:extLst>
          </p:cNvPr>
          <p:cNvSpPr txBox="1"/>
          <p:nvPr/>
        </p:nvSpPr>
        <p:spPr>
          <a:xfrm>
            <a:off x="3964407" y="5526921"/>
            <a:ext cx="1268297" cy="2042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727">
                <a:latin typeface="Arial" panose="020B0604020202020204" pitchFamily="34" charset="0"/>
                <a:cs typeface="Arial" panose="020B0604020202020204" pitchFamily="34" charset="0"/>
              </a:rPr>
              <a:t>Combined heat and power</a:t>
            </a:r>
            <a:endParaRPr lang="en-GB" sz="727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图标&#10;&#10;AI 生成的内容可能不正确。">
            <a:extLst>
              <a:ext uri="{FF2B5EF4-FFF2-40B4-BE49-F238E27FC236}">
                <a16:creationId xmlns:a16="http://schemas.microsoft.com/office/drawing/2014/main" id="{0D2F8829-8EEB-D0AA-D0D7-E4A22A1FC3D5}"/>
              </a:ext>
            </a:extLst>
          </p:cNvPr>
          <p:cNvPicPr>
            <a:picLocks noChangeAspect="1"/>
          </p:cNvPicPr>
          <p:nvPr/>
        </p:nvPicPr>
        <p:blipFill>
          <a:blip r:embed="rId3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26" y="4468108"/>
            <a:ext cx="324000" cy="324000"/>
          </a:xfrm>
          <a:prstGeom prst="rect">
            <a:avLst/>
          </a:prstGeom>
        </p:spPr>
      </p:pic>
      <p:pic>
        <p:nvPicPr>
          <p:cNvPr id="3" name="图片 2" descr="图标&#10;&#10;AI 生成的内容可能不正确。">
            <a:extLst>
              <a:ext uri="{FF2B5EF4-FFF2-40B4-BE49-F238E27FC236}">
                <a16:creationId xmlns:a16="http://schemas.microsoft.com/office/drawing/2014/main" id="{759457EC-6854-687C-0DA7-49FED256A99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842" y="41126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70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939FD-4DF0-29B2-6D2E-D162BCA4A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4ABDCA70-A194-3C77-8600-390752EFE889}"/>
              </a:ext>
            </a:extLst>
          </p:cNvPr>
          <p:cNvSpPr/>
          <p:nvPr/>
        </p:nvSpPr>
        <p:spPr>
          <a:xfrm>
            <a:off x="-407268" y="3764439"/>
            <a:ext cx="7420980" cy="1993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D6110B9-D1F9-1B1A-3494-A3559959BB19}"/>
              </a:ext>
            </a:extLst>
          </p:cNvPr>
          <p:cNvSpPr txBox="1"/>
          <p:nvPr/>
        </p:nvSpPr>
        <p:spPr>
          <a:xfrm>
            <a:off x="-1716552" y="2990170"/>
            <a:ext cx="721672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Wind farms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543104D-66D2-46A6-E95F-667E475056E8}"/>
              </a:ext>
            </a:extLst>
          </p:cNvPr>
          <p:cNvSpPr txBox="1"/>
          <p:nvPr/>
        </p:nvSpPr>
        <p:spPr>
          <a:xfrm>
            <a:off x="-2046693" y="5214380"/>
            <a:ext cx="726481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Solar farms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54784B0-DD27-B91C-872F-2F75941C22A0}"/>
              </a:ext>
            </a:extLst>
          </p:cNvPr>
          <p:cNvSpPr txBox="1"/>
          <p:nvPr/>
        </p:nvSpPr>
        <p:spPr>
          <a:xfrm>
            <a:off x="-2313587" y="3958427"/>
            <a:ext cx="798617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Power plants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E0B747D-CADF-0410-679B-290C211113A3}"/>
              </a:ext>
            </a:extLst>
          </p:cNvPr>
          <p:cNvSpPr txBox="1"/>
          <p:nvPr/>
        </p:nvSpPr>
        <p:spPr>
          <a:xfrm>
            <a:off x="-1417127" y="4263834"/>
            <a:ext cx="78732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Transmission network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9EF916F-E9FF-FFA4-B82A-209BB0CCCCEC}"/>
              </a:ext>
            </a:extLst>
          </p:cNvPr>
          <p:cNvSpPr txBox="1"/>
          <p:nvPr/>
        </p:nvSpPr>
        <p:spPr>
          <a:xfrm>
            <a:off x="7237230" y="3862543"/>
            <a:ext cx="1069524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Industry &amp; Building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337E5E05-D533-62DB-E39A-429F2D03A040}"/>
              </a:ext>
            </a:extLst>
          </p:cNvPr>
          <p:cNvSpPr txBox="1"/>
          <p:nvPr/>
        </p:nvSpPr>
        <p:spPr>
          <a:xfrm>
            <a:off x="7620328" y="5057170"/>
            <a:ext cx="74999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Charging station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C5BBBE2-2B9F-E292-B84F-08EE6D99A83B}"/>
              </a:ext>
            </a:extLst>
          </p:cNvPr>
          <p:cNvSpPr txBox="1"/>
          <p:nvPr/>
        </p:nvSpPr>
        <p:spPr>
          <a:xfrm>
            <a:off x="7745815" y="4659583"/>
            <a:ext cx="476696" cy="220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A747AFC5-FD48-68A4-21F6-88E105351877}"/>
              </a:ext>
            </a:extLst>
          </p:cNvPr>
          <p:cNvSpPr txBox="1"/>
          <p:nvPr/>
        </p:nvSpPr>
        <p:spPr>
          <a:xfrm>
            <a:off x="-776886" y="-248246"/>
            <a:ext cx="380232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Gas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35ACFFAC-A586-A9E5-BF8C-0FD3907F8DC9}"/>
              </a:ext>
            </a:extLst>
          </p:cNvPr>
          <p:cNvSpPr txBox="1"/>
          <p:nvPr/>
        </p:nvSpPr>
        <p:spPr>
          <a:xfrm>
            <a:off x="-1421530" y="3279047"/>
            <a:ext cx="758542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Hydropower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29015642-97D4-4794-8F04-4C5471B07826}"/>
              </a:ext>
            </a:extLst>
          </p:cNvPr>
          <p:cNvCxnSpPr>
            <a:cxnSpLocks/>
          </p:cNvCxnSpPr>
          <p:nvPr/>
        </p:nvCxnSpPr>
        <p:spPr>
          <a:xfrm>
            <a:off x="-217509" y="-572995"/>
            <a:ext cx="2946194" cy="112718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6314BB8F-7F6C-FE02-70B8-3A1504D8C7BA}"/>
              </a:ext>
            </a:extLst>
          </p:cNvPr>
          <p:cNvCxnSpPr>
            <a:cxnSpLocks/>
          </p:cNvCxnSpPr>
          <p:nvPr/>
        </p:nvCxnSpPr>
        <p:spPr>
          <a:xfrm>
            <a:off x="-360229" y="2806453"/>
            <a:ext cx="0" cy="717389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7330B691-8015-C9F3-A2EA-E390521991C8}"/>
              </a:ext>
            </a:extLst>
          </p:cNvPr>
          <p:cNvCxnSpPr>
            <a:cxnSpLocks/>
          </p:cNvCxnSpPr>
          <p:nvPr/>
        </p:nvCxnSpPr>
        <p:spPr>
          <a:xfrm flipH="1">
            <a:off x="-769264" y="-793389"/>
            <a:ext cx="2348" cy="66622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69CE42BB-798A-F5D3-A1F1-83EE40CCC2D4}"/>
              </a:ext>
            </a:extLst>
          </p:cNvPr>
          <p:cNvCxnSpPr>
            <a:cxnSpLocks/>
          </p:cNvCxnSpPr>
          <p:nvPr/>
        </p:nvCxnSpPr>
        <p:spPr>
          <a:xfrm flipV="1">
            <a:off x="3427060" y="-317312"/>
            <a:ext cx="682748" cy="2476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文本框 231">
            <a:extLst>
              <a:ext uri="{FF2B5EF4-FFF2-40B4-BE49-F238E27FC236}">
                <a16:creationId xmlns:a16="http://schemas.microsoft.com/office/drawing/2014/main" id="{1C0EF5B5-8F01-3F97-5862-8F8355535E8C}"/>
              </a:ext>
            </a:extLst>
          </p:cNvPr>
          <p:cNvSpPr txBox="1"/>
          <p:nvPr/>
        </p:nvSpPr>
        <p:spPr>
          <a:xfrm>
            <a:off x="-1559261" y="4734975"/>
            <a:ext cx="86627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Distribution network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2A048361-AD9A-84CF-1E85-610DE67C7CAF}"/>
              </a:ext>
            </a:extLst>
          </p:cNvPr>
          <p:cNvSpPr txBox="1"/>
          <p:nvPr/>
        </p:nvSpPr>
        <p:spPr>
          <a:xfrm>
            <a:off x="5924314" y="2653967"/>
            <a:ext cx="862737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Interconnector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E32735FC-1E80-8F5E-471F-91DD0815DB12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544054" y="2623347"/>
            <a:ext cx="1023835" cy="1045434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矩形 244">
            <a:extLst>
              <a:ext uri="{FF2B5EF4-FFF2-40B4-BE49-F238E27FC236}">
                <a16:creationId xmlns:a16="http://schemas.microsoft.com/office/drawing/2014/main" id="{71311563-2192-28C3-16CE-FC2720AAF70F}"/>
              </a:ext>
            </a:extLst>
          </p:cNvPr>
          <p:cNvSpPr/>
          <p:nvPr/>
        </p:nvSpPr>
        <p:spPr>
          <a:xfrm>
            <a:off x="-407268" y="5758705"/>
            <a:ext cx="7420980" cy="3489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圆柱体 247">
            <a:extLst>
              <a:ext uri="{FF2B5EF4-FFF2-40B4-BE49-F238E27FC236}">
                <a16:creationId xmlns:a16="http://schemas.microsoft.com/office/drawing/2014/main" id="{5F4342A6-5AB2-34DB-BCA6-F7BBE31414E5}"/>
              </a:ext>
            </a:extLst>
          </p:cNvPr>
          <p:cNvSpPr/>
          <p:nvPr/>
        </p:nvSpPr>
        <p:spPr>
          <a:xfrm rot="16200000">
            <a:off x="3432205" y="3515094"/>
            <a:ext cx="49846" cy="4884923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BF6B6F0A-59BD-2EEC-1BBA-EFC160A6027E}"/>
              </a:ext>
            </a:extLst>
          </p:cNvPr>
          <p:cNvSpPr txBox="1"/>
          <p:nvPr/>
        </p:nvSpPr>
        <p:spPr>
          <a:xfrm>
            <a:off x="2877491" y="5759038"/>
            <a:ext cx="780984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 network</a:t>
            </a:r>
            <a:endParaRPr lang="en-GB" sz="83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圆柱体 251">
            <a:extLst>
              <a:ext uri="{FF2B5EF4-FFF2-40B4-BE49-F238E27FC236}">
                <a16:creationId xmlns:a16="http://schemas.microsoft.com/office/drawing/2014/main" id="{DC6DD4F5-8BA1-888C-1A68-281C27E0BCD3}"/>
              </a:ext>
            </a:extLst>
          </p:cNvPr>
          <p:cNvSpPr/>
          <p:nvPr/>
        </p:nvSpPr>
        <p:spPr>
          <a:xfrm>
            <a:off x="994392" y="5777718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圆柱体 252">
            <a:extLst>
              <a:ext uri="{FF2B5EF4-FFF2-40B4-BE49-F238E27FC236}">
                <a16:creationId xmlns:a16="http://schemas.microsoft.com/office/drawing/2014/main" id="{D30BF59A-ACD8-9496-1469-13220F478CB5}"/>
              </a:ext>
            </a:extLst>
          </p:cNvPr>
          <p:cNvSpPr/>
          <p:nvPr/>
        </p:nvSpPr>
        <p:spPr>
          <a:xfrm>
            <a:off x="5499470" y="5777718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4" name="圆柱体 253">
            <a:extLst>
              <a:ext uri="{FF2B5EF4-FFF2-40B4-BE49-F238E27FC236}">
                <a16:creationId xmlns:a16="http://schemas.microsoft.com/office/drawing/2014/main" id="{4F930154-3BB3-466F-2CE2-38B2B3E8A277}"/>
              </a:ext>
            </a:extLst>
          </p:cNvPr>
          <p:cNvSpPr/>
          <p:nvPr/>
        </p:nvSpPr>
        <p:spPr>
          <a:xfrm>
            <a:off x="5865863" y="5775933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5" name="圆柱体 254">
            <a:extLst>
              <a:ext uri="{FF2B5EF4-FFF2-40B4-BE49-F238E27FC236}">
                <a16:creationId xmlns:a16="http://schemas.microsoft.com/office/drawing/2014/main" id="{623A47DB-DC48-0EED-AC91-22C4ED4F014B}"/>
              </a:ext>
            </a:extLst>
          </p:cNvPr>
          <p:cNvSpPr/>
          <p:nvPr/>
        </p:nvSpPr>
        <p:spPr>
          <a:xfrm>
            <a:off x="5134070" y="5772842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D8D69EB2-B6AA-C9EF-B761-52FD29FB9E7C}"/>
              </a:ext>
            </a:extLst>
          </p:cNvPr>
          <p:cNvSpPr/>
          <p:nvPr/>
        </p:nvSpPr>
        <p:spPr>
          <a:xfrm>
            <a:off x="969469" y="5906759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360BF555-8B41-9E27-0A89-E1752664DAB8}"/>
              </a:ext>
            </a:extLst>
          </p:cNvPr>
          <p:cNvSpPr/>
          <p:nvPr/>
        </p:nvSpPr>
        <p:spPr>
          <a:xfrm>
            <a:off x="5108651" y="5910377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E760312E-927D-234D-4F6C-492B268345EE}"/>
              </a:ext>
            </a:extLst>
          </p:cNvPr>
          <p:cNvSpPr/>
          <p:nvPr/>
        </p:nvSpPr>
        <p:spPr>
          <a:xfrm>
            <a:off x="5474547" y="5904702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9" name="矩形: 圆角 258">
            <a:extLst>
              <a:ext uri="{FF2B5EF4-FFF2-40B4-BE49-F238E27FC236}">
                <a16:creationId xmlns:a16="http://schemas.microsoft.com/office/drawing/2014/main" id="{F10FBA90-1C33-FA8B-F3DE-2FDE51F36B0F}"/>
              </a:ext>
            </a:extLst>
          </p:cNvPr>
          <p:cNvSpPr/>
          <p:nvPr/>
        </p:nvSpPr>
        <p:spPr>
          <a:xfrm>
            <a:off x="5845095" y="5902334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5" name="直接箭头连接符 245">
            <a:extLst>
              <a:ext uri="{FF2B5EF4-FFF2-40B4-BE49-F238E27FC236}">
                <a16:creationId xmlns:a16="http://schemas.microsoft.com/office/drawing/2014/main" id="{C554E3CC-1C7B-2F0D-3EBC-4867322486D0}"/>
              </a:ext>
            </a:extLst>
          </p:cNvPr>
          <p:cNvCxnSpPr>
            <a:cxnSpLocks/>
          </p:cNvCxnSpPr>
          <p:nvPr/>
        </p:nvCxnSpPr>
        <p:spPr>
          <a:xfrm flipH="1" flipV="1">
            <a:off x="-1064908" y="6572337"/>
            <a:ext cx="670072" cy="4882"/>
          </a:xfrm>
          <a:prstGeom prst="straightConnector1">
            <a:avLst/>
          </a:prstGeom>
          <a:ln w="12700">
            <a:solidFill>
              <a:srgbClr val="D6A3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直接箭头连接符 245">
            <a:extLst>
              <a:ext uri="{FF2B5EF4-FFF2-40B4-BE49-F238E27FC236}">
                <a16:creationId xmlns:a16="http://schemas.microsoft.com/office/drawing/2014/main" id="{C544C457-78D3-7A57-97BE-525D20EFABA5}"/>
              </a:ext>
            </a:extLst>
          </p:cNvPr>
          <p:cNvCxnSpPr>
            <a:cxnSpLocks/>
          </p:cNvCxnSpPr>
          <p:nvPr/>
        </p:nvCxnSpPr>
        <p:spPr>
          <a:xfrm flipV="1">
            <a:off x="-2120084" y="4953001"/>
            <a:ext cx="689748" cy="1830756"/>
          </a:xfrm>
          <a:prstGeom prst="bentConnector3">
            <a:avLst>
              <a:gd name="adj1" fmla="val 142066"/>
            </a:avLst>
          </a:prstGeom>
          <a:ln w="12700">
            <a:solidFill>
              <a:srgbClr val="D6A3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D2E5DB17-0918-8E99-6A04-CF2742EF80E7}"/>
              </a:ext>
            </a:extLst>
          </p:cNvPr>
          <p:cNvCxnSpPr>
            <a:cxnSpLocks/>
          </p:cNvCxnSpPr>
          <p:nvPr/>
        </p:nvCxnSpPr>
        <p:spPr>
          <a:xfrm>
            <a:off x="884480" y="2498950"/>
            <a:ext cx="2" cy="18963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69EB576F-4166-9016-B472-C167D44274D5}"/>
              </a:ext>
            </a:extLst>
          </p:cNvPr>
          <p:cNvCxnSpPr>
            <a:cxnSpLocks/>
          </p:cNvCxnSpPr>
          <p:nvPr/>
        </p:nvCxnSpPr>
        <p:spPr>
          <a:xfrm>
            <a:off x="-259844" y="4568888"/>
            <a:ext cx="2" cy="18963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文本框 324">
            <a:extLst>
              <a:ext uri="{FF2B5EF4-FFF2-40B4-BE49-F238E27FC236}">
                <a16:creationId xmlns:a16="http://schemas.microsoft.com/office/drawing/2014/main" id="{C548E84F-9FD8-FA87-904C-EA2AD1984C9A}"/>
              </a:ext>
            </a:extLst>
          </p:cNvPr>
          <p:cNvSpPr txBox="1"/>
          <p:nvPr/>
        </p:nvSpPr>
        <p:spPr>
          <a:xfrm>
            <a:off x="-996162" y="5503257"/>
            <a:ext cx="532581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>
                <a:latin typeface="Arial" panose="020B0604020202020204" pitchFamily="34" charset="0"/>
                <a:cs typeface="Arial" panose="020B0604020202020204" pitchFamily="34" charset="0"/>
              </a:rPr>
              <a:t>Heat pump</a:t>
            </a:r>
            <a:endParaRPr lang="en-GB" sz="83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6" name="直接箭头连接符 315">
            <a:extLst>
              <a:ext uri="{FF2B5EF4-FFF2-40B4-BE49-F238E27FC236}">
                <a16:creationId xmlns:a16="http://schemas.microsoft.com/office/drawing/2014/main" id="{CD8911EF-179E-22C5-B67E-F5185D8D2A44}"/>
              </a:ext>
            </a:extLst>
          </p:cNvPr>
          <p:cNvCxnSpPr>
            <a:cxnSpLocks/>
          </p:cNvCxnSpPr>
          <p:nvPr/>
        </p:nvCxnSpPr>
        <p:spPr>
          <a:xfrm flipV="1">
            <a:off x="-952760" y="5972227"/>
            <a:ext cx="663272" cy="198975"/>
          </a:xfrm>
          <a:prstGeom prst="bentConnector2">
            <a:avLst/>
          </a:prstGeom>
          <a:ln w="12700" cap="rnd">
            <a:solidFill>
              <a:srgbClr val="C0000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椭圆 345">
            <a:extLst>
              <a:ext uri="{FF2B5EF4-FFF2-40B4-BE49-F238E27FC236}">
                <a16:creationId xmlns:a16="http://schemas.microsoft.com/office/drawing/2014/main" id="{340110BE-8A1C-77B2-466D-ACDDE2770E17}"/>
              </a:ext>
            </a:extLst>
          </p:cNvPr>
          <p:cNvSpPr/>
          <p:nvPr/>
        </p:nvSpPr>
        <p:spPr>
          <a:xfrm>
            <a:off x="4924530" y="4735133"/>
            <a:ext cx="0" cy="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0ED1D97-A3C8-7F9B-F888-6011ED499525}"/>
              </a:ext>
            </a:extLst>
          </p:cNvPr>
          <p:cNvGrpSpPr/>
          <p:nvPr/>
        </p:nvGrpSpPr>
        <p:grpSpPr>
          <a:xfrm>
            <a:off x="-407268" y="3476684"/>
            <a:ext cx="7426002" cy="398769"/>
            <a:chOff x="2128011" y="9358507"/>
            <a:chExt cx="10726447" cy="540000"/>
          </a:xfrm>
        </p:grpSpPr>
        <p:pic>
          <p:nvPicPr>
            <p:cNvPr id="7" name="图片 6" descr="矩形&#10;&#10;AI 生成的内容可能不正确。">
              <a:extLst>
                <a:ext uri="{FF2B5EF4-FFF2-40B4-BE49-F238E27FC236}">
                  <a16:creationId xmlns:a16="http://schemas.microsoft.com/office/drawing/2014/main" id="{DEDD3FED-0FC1-8936-8467-1659C3F08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8011" y="9358507"/>
              <a:ext cx="540000" cy="540000"/>
            </a:xfrm>
            <a:prstGeom prst="rect">
              <a:avLst/>
            </a:prstGeom>
          </p:spPr>
        </p:pic>
        <p:pic>
          <p:nvPicPr>
            <p:cNvPr id="14" name="图片 13" descr="矩形&#10;&#10;AI 生成的内容可能不正确。">
              <a:extLst>
                <a:ext uri="{FF2B5EF4-FFF2-40B4-BE49-F238E27FC236}">
                  <a16:creationId xmlns:a16="http://schemas.microsoft.com/office/drawing/2014/main" id="{0639688C-C387-85CF-9B3D-E8D08A061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2504" y="9358507"/>
              <a:ext cx="540000" cy="540000"/>
            </a:xfrm>
            <a:prstGeom prst="rect">
              <a:avLst/>
            </a:prstGeom>
          </p:spPr>
        </p:pic>
        <p:pic>
          <p:nvPicPr>
            <p:cNvPr id="15" name="图片 14" descr="矩形&#10;&#10;AI 生成的内容可能不正确。">
              <a:extLst>
                <a:ext uri="{FF2B5EF4-FFF2-40B4-BE49-F238E27FC236}">
                  <a16:creationId xmlns:a16="http://schemas.microsoft.com/office/drawing/2014/main" id="{FF0206FF-C528-E72C-BCEA-300EB0DF3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2504" y="9358507"/>
              <a:ext cx="540000" cy="540000"/>
            </a:xfrm>
            <a:prstGeom prst="rect">
              <a:avLst/>
            </a:prstGeom>
          </p:spPr>
        </p:pic>
        <p:pic>
          <p:nvPicPr>
            <p:cNvPr id="16" name="图片 15" descr="矩形&#10;&#10;AI 生成的内容可能不正确。">
              <a:extLst>
                <a:ext uri="{FF2B5EF4-FFF2-40B4-BE49-F238E27FC236}">
                  <a16:creationId xmlns:a16="http://schemas.microsoft.com/office/drawing/2014/main" id="{E236C415-A271-D8D6-9408-0AEF4C465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6997" y="9358507"/>
              <a:ext cx="540000" cy="540000"/>
            </a:xfrm>
            <a:prstGeom prst="rect">
              <a:avLst/>
            </a:prstGeom>
          </p:spPr>
        </p:pic>
        <p:pic>
          <p:nvPicPr>
            <p:cNvPr id="17" name="图片 16" descr="矩形&#10;&#10;AI 生成的内容可能不正确。">
              <a:extLst>
                <a:ext uri="{FF2B5EF4-FFF2-40B4-BE49-F238E27FC236}">
                  <a16:creationId xmlns:a16="http://schemas.microsoft.com/office/drawing/2014/main" id="{6263A905-8624-588D-7C1F-654500088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6997" y="9358507"/>
              <a:ext cx="540000" cy="540000"/>
            </a:xfrm>
            <a:prstGeom prst="rect">
              <a:avLst/>
            </a:prstGeom>
          </p:spPr>
        </p:pic>
        <p:pic>
          <p:nvPicPr>
            <p:cNvPr id="18" name="图片 17" descr="矩形&#10;&#10;AI 生成的内容可能不正确。">
              <a:extLst>
                <a:ext uri="{FF2B5EF4-FFF2-40B4-BE49-F238E27FC236}">
                  <a16:creationId xmlns:a16="http://schemas.microsoft.com/office/drawing/2014/main" id="{468E22D2-CC4A-6238-34D8-D1D54E679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1490" y="9358507"/>
              <a:ext cx="540000" cy="540000"/>
            </a:xfrm>
            <a:prstGeom prst="rect">
              <a:avLst/>
            </a:prstGeom>
          </p:spPr>
        </p:pic>
        <p:pic>
          <p:nvPicPr>
            <p:cNvPr id="19" name="图片 18" descr="矩形&#10;&#10;AI 生成的内容可能不正确。">
              <a:extLst>
                <a:ext uri="{FF2B5EF4-FFF2-40B4-BE49-F238E27FC236}">
                  <a16:creationId xmlns:a16="http://schemas.microsoft.com/office/drawing/2014/main" id="{8C07FA42-481F-3851-AC0C-62F449F42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1490" y="9358507"/>
              <a:ext cx="540000" cy="540000"/>
            </a:xfrm>
            <a:prstGeom prst="rect">
              <a:avLst/>
            </a:prstGeom>
          </p:spPr>
        </p:pic>
        <p:pic>
          <p:nvPicPr>
            <p:cNvPr id="20" name="图片 19" descr="矩形&#10;&#10;AI 生成的内容可能不正确。">
              <a:extLst>
                <a:ext uri="{FF2B5EF4-FFF2-40B4-BE49-F238E27FC236}">
                  <a16:creationId xmlns:a16="http://schemas.microsoft.com/office/drawing/2014/main" id="{7BFD1BEC-9B98-1F73-A05F-98359A894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5983" y="9358507"/>
              <a:ext cx="540000" cy="540000"/>
            </a:xfrm>
            <a:prstGeom prst="rect">
              <a:avLst/>
            </a:prstGeom>
          </p:spPr>
        </p:pic>
        <p:pic>
          <p:nvPicPr>
            <p:cNvPr id="21" name="图片 20" descr="矩形&#10;&#10;AI 生成的内容可能不正确。">
              <a:extLst>
                <a:ext uri="{FF2B5EF4-FFF2-40B4-BE49-F238E27FC236}">
                  <a16:creationId xmlns:a16="http://schemas.microsoft.com/office/drawing/2014/main" id="{0529BC4E-CCF1-DF05-BA34-C97C6069C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5983" y="9358507"/>
              <a:ext cx="540000" cy="540000"/>
            </a:xfrm>
            <a:prstGeom prst="rect">
              <a:avLst/>
            </a:prstGeom>
          </p:spPr>
        </p:pic>
        <p:pic>
          <p:nvPicPr>
            <p:cNvPr id="22" name="图片 21" descr="矩形&#10;&#10;AI 生成的内容可能不正确。">
              <a:extLst>
                <a:ext uri="{FF2B5EF4-FFF2-40B4-BE49-F238E27FC236}">
                  <a16:creationId xmlns:a16="http://schemas.microsoft.com/office/drawing/2014/main" id="{5A88561A-2721-BC5B-1EFD-08B894759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0476" y="9358507"/>
              <a:ext cx="540000" cy="540000"/>
            </a:xfrm>
            <a:prstGeom prst="rect">
              <a:avLst/>
            </a:prstGeom>
          </p:spPr>
        </p:pic>
        <p:pic>
          <p:nvPicPr>
            <p:cNvPr id="23" name="图片 22" descr="矩形&#10;&#10;AI 生成的内容可能不正确。">
              <a:extLst>
                <a:ext uri="{FF2B5EF4-FFF2-40B4-BE49-F238E27FC236}">
                  <a16:creationId xmlns:a16="http://schemas.microsoft.com/office/drawing/2014/main" id="{D2781890-7F38-AB2C-6CFF-14FB4FF53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00476" y="9358507"/>
              <a:ext cx="540000" cy="540000"/>
            </a:xfrm>
            <a:prstGeom prst="rect">
              <a:avLst/>
            </a:prstGeom>
          </p:spPr>
        </p:pic>
        <p:pic>
          <p:nvPicPr>
            <p:cNvPr id="24" name="图片 23" descr="矩形&#10;&#10;AI 生成的内容可能不正确。">
              <a:extLst>
                <a:ext uri="{FF2B5EF4-FFF2-40B4-BE49-F238E27FC236}">
                  <a16:creationId xmlns:a16="http://schemas.microsoft.com/office/drawing/2014/main" id="{CDDBDD85-E25D-5C1F-39D3-D3EFCFBF1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4969" y="9358507"/>
              <a:ext cx="540000" cy="540000"/>
            </a:xfrm>
            <a:prstGeom prst="rect">
              <a:avLst/>
            </a:prstGeom>
          </p:spPr>
        </p:pic>
        <p:pic>
          <p:nvPicPr>
            <p:cNvPr id="25" name="图片 24" descr="矩形&#10;&#10;AI 生成的内容可能不正确。">
              <a:extLst>
                <a:ext uri="{FF2B5EF4-FFF2-40B4-BE49-F238E27FC236}">
                  <a16:creationId xmlns:a16="http://schemas.microsoft.com/office/drawing/2014/main" id="{4C932742-9B0E-0E47-DF4E-64F712E11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4969" y="9358507"/>
              <a:ext cx="540000" cy="540000"/>
            </a:xfrm>
            <a:prstGeom prst="rect">
              <a:avLst/>
            </a:prstGeom>
          </p:spPr>
        </p:pic>
        <p:pic>
          <p:nvPicPr>
            <p:cNvPr id="27" name="图片 26" descr="矩形&#10;&#10;AI 生成的内容可能不正确。">
              <a:extLst>
                <a:ext uri="{FF2B5EF4-FFF2-40B4-BE49-F238E27FC236}">
                  <a16:creationId xmlns:a16="http://schemas.microsoft.com/office/drawing/2014/main" id="{55A87E63-81DC-F642-03B4-6C5DFACB7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9462" y="9358507"/>
              <a:ext cx="540000" cy="540000"/>
            </a:xfrm>
            <a:prstGeom prst="rect">
              <a:avLst/>
            </a:prstGeom>
          </p:spPr>
        </p:pic>
        <p:pic>
          <p:nvPicPr>
            <p:cNvPr id="28" name="图片 27" descr="矩形&#10;&#10;AI 生成的内容可能不正确。">
              <a:extLst>
                <a:ext uri="{FF2B5EF4-FFF2-40B4-BE49-F238E27FC236}">
                  <a16:creationId xmlns:a16="http://schemas.microsoft.com/office/drawing/2014/main" id="{CE922576-CB06-5649-2C08-048A4CDDC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9462" y="9358507"/>
              <a:ext cx="540000" cy="540000"/>
            </a:xfrm>
            <a:prstGeom prst="rect">
              <a:avLst/>
            </a:prstGeom>
          </p:spPr>
        </p:pic>
        <p:pic>
          <p:nvPicPr>
            <p:cNvPr id="29" name="图片 28" descr="矩形&#10;&#10;AI 生成的内容可能不正确。">
              <a:extLst>
                <a:ext uri="{FF2B5EF4-FFF2-40B4-BE49-F238E27FC236}">
                  <a16:creationId xmlns:a16="http://schemas.microsoft.com/office/drawing/2014/main" id="{5B58E4B2-58DC-8196-FEE0-E2549D921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3955" y="9358507"/>
              <a:ext cx="540000" cy="540000"/>
            </a:xfrm>
            <a:prstGeom prst="rect">
              <a:avLst/>
            </a:prstGeom>
          </p:spPr>
        </p:pic>
        <p:pic>
          <p:nvPicPr>
            <p:cNvPr id="30" name="图片 29" descr="矩形&#10;&#10;AI 生成的内容可能不正确。">
              <a:extLst>
                <a:ext uri="{FF2B5EF4-FFF2-40B4-BE49-F238E27FC236}">
                  <a16:creationId xmlns:a16="http://schemas.microsoft.com/office/drawing/2014/main" id="{881AA6A2-B2D4-DABF-B88E-E459222D6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05472" y="9358507"/>
              <a:ext cx="540000" cy="540000"/>
            </a:xfrm>
            <a:prstGeom prst="rect">
              <a:avLst/>
            </a:prstGeom>
          </p:spPr>
        </p:pic>
        <p:pic>
          <p:nvPicPr>
            <p:cNvPr id="31" name="图片 30" descr="矩形&#10;&#10;AI 生成的内容可能不正确。">
              <a:extLst>
                <a:ext uri="{FF2B5EF4-FFF2-40B4-BE49-F238E27FC236}">
                  <a16:creationId xmlns:a16="http://schemas.microsoft.com/office/drawing/2014/main" id="{4339F7E4-EB97-5691-4442-939996DCF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39965" y="9358507"/>
              <a:ext cx="540000" cy="540000"/>
            </a:xfrm>
            <a:prstGeom prst="rect">
              <a:avLst/>
            </a:prstGeom>
          </p:spPr>
        </p:pic>
        <p:pic>
          <p:nvPicPr>
            <p:cNvPr id="33" name="图片 32" descr="矩形&#10;&#10;AI 生成的内容可能不正确。">
              <a:extLst>
                <a:ext uri="{FF2B5EF4-FFF2-40B4-BE49-F238E27FC236}">
                  <a16:creationId xmlns:a16="http://schemas.microsoft.com/office/drawing/2014/main" id="{0C39FF6A-0259-AC1D-E1E1-DE87FE45B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79965" y="9358507"/>
              <a:ext cx="540000" cy="540000"/>
            </a:xfrm>
            <a:prstGeom prst="rect">
              <a:avLst/>
            </a:prstGeom>
          </p:spPr>
        </p:pic>
        <p:pic>
          <p:nvPicPr>
            <p:cNvPr id="34" name="图片 33" descr="矩形&#10;&#10;AI 生成的内容可能不正确。">
              <a:extLst>
                <a:ext uri="{FF2B5EF4-FFF2-40B4-BE49-F238E27FC236}">
                  <a16:creationId xmlns:a16="http://schemas.microsoft.com/office/drawing/2014/main" id="{D323925B-CBF6-E979-6FA0-96A1BD60E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14458" y="9358507"/>
              <a:ext cx="540000" cy="540000"/>
            </a:xfrm>
            <a:prstGeom prst="rect">
              <a:avLst/>
            </a:prstGeom>
          </p:spPr>
        </p:pic>
      </p:grpSp>
      <p:pic>
        <p:nvPicPr>
          <p:cNvPr id="37" name="图片 36" descr="文本&#10;&#10;AI 生成的内容可能不正确。">
            <a:extLst>
              <a:ext uri="{FF2B5EF4-FFF2-40B4-BE49-F238E27FC236}">
                <a16:creationId xmlns:a16="http://schemas.microsoft.com/office/drawing/2014/main" id="{804CB957-3332-B074-2420-06C9010E0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446" y="3200229"/>
            <a:ext cx="448615" cy="448615"/>
          </a:xfrm>
          <a:prstGeom prst="rect">
            <a:avLst/>
          </a:prstGeom>
        </p:spPr>
      </p:pic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FDF5A4DC-4C8B-24D2-FF47-3DD2CE81D3B6}"/>
              </a:ext>
            </a:extLst>
          </p:cNvPr>
          <p:cNvCxnSpPr>
            <a:cxnSpLocks/>
          </p:cNvCxnSpPr>
          <p:nvPr/>
        </p:nvCxnSpPr>
        <p:spPr>
          <a:xfrm flipH="1">
            <a:off x="-1143256" y="3412186"/>
            <a:ext cx="3884" cy="2296761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图片 44" descr="图标&#10;&#10;AI 生成的内容可能不正确。">
            <a:extLst>
              <a:ext uri="{FF2B5EF4-FFF2-40B4-BE49-F238E27FC236}">
                <a16:creationId xmlns:a16="http://schemas.microsoft.com/office/drawing/2014/main" id="{C8316AA1-4466-3220-30EE-933FDCCD9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47" y="4462852"/>
            <a:ext cx="498462" cy="498462"/>
          </a:xfrm>
          <a:prstGeom prst="rect">
            <a:avLst/>
          </a:prstGeom>
        </p:spPr>
      </p:pic>
      <p:pic>
        <p:nvPicPr>
          <p:cNvPr id="47" name="图片 46" descr="黑暗的风车&#10;&#10;AI 生成的内容可能不正确。">
            <a:extLst>
              <a:ext uri="{FF2B5EF4-FFF2-40B4-BE49-F238E27FC236}">
                <a16:creationId xmlns:a16="http://schemas.microsoft.com/office/drawing/2014/main" id="{F3462375-FE63-F50A-DB7D-77E0E081830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700010" y="3165147"/>
            <a:ext cx="476174" cy="498462"/>
          </a:xfrm>
          <a:prstGeom prst="rect">
            <a:avLst/>
          </a:prstGeom>
        </p:spPr>
      </p:pic>
      <p:pic>
        <p:nvPicPr>
          <p:cNvPr id="51" name="图片 50" descr="图片包含 图标&#10;&#10;AI 生成的内容可能不正确。">
            <a:extLst>
              <a:ext uri="{FF2B5EF4-FFF2-40B4-BE49-F238E27FC236}">
                <a16:creationId xmlns:a16="http://schemas.microsoft.com/office/drawing/2014/main" id="{9F5773C3-32D6-6BFA-6CB1-A217783930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71" y="5264183"/>
            <a:ext cx="249231" cy="249231"/>
          </a:xfrm>
          <a:prstGeom prst="rect">
            <a:avLst/>
          </a:prstGeom>
        </p:spPr>
      </p:pic>
      <p:pic>
        <p:nvPicPr>
          <p:cNvPr id="52" name="图片 51" descr="黑暗的风车&#10;&#10;AI 生成的内容可能不正确。">
            <a:extLst>
              <a:ext uri="{FF2B5EF4-FFF2-40B4-BE49-F238E27FC236}">
                <a16:creationId xmlns:a16="http://schemas.microsoft.com/office/drawing/2014/main" id="{668BEA59-DDDB-7BE4-9070-522B446C860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"/>
          <a:stretch>
            <a:fillRect/>
          </a:stretch>
        </p:blipFill>
        <p:spPr>
          <a:xfrm>
            <a:off x="1729454" y="2666685"/>
            <a:ext cx="476174" cy="498462"/>
          </a:xfrm>
          <a:prstGeom prst="rect">
            <a:avLst/>
          </a:prstGeom>
        </p:spPr>
      </p:pic>
      <p:pic>
        <p:nvPicPr>
          <p:cNvPr id="58" name="图片 57" descr="图标&#10;&#10;AI 生成的内容可能不正确。">
            <a:extLst>
              <a:ext uri="{FF2B5EF4-FFF2-40B4-BE49-F238E27FC236}">
                <a16:creationId xmlns:a16="http://schemas.microsoft.com/office/drawing/2014/main" id="{0D947F42-C711-76D7-A6F1-CB86A93AE5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617" b="91602" l="9961" r="89844">
                        <a14:foregroundMark x1="35547" y1="91602" x2="79688" y2="91016"/>
                        <a14:foregroundMark x1="34375" y1="8203" x2="41992" y2="76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993551" y="3735930"/>
            <a:ext cx="448615" cy="448615"/>
          </a:xfrm>
          <a:prstGeom prst="rect">
            <a:avLst/>
          </a:prstGeom>
        </p:spPr>
      </p:pic>
      <p:pic>
        <p:nvPicPr>
          <p:cNvPr id="62" name="图片 61" descr="建筑的设计&#10;&#10;AI 生成的内容可能不正确。">
            <a:extLst>
              <a:ext uri="{FF2B5EF4-FFF2-40B4-BE49-F238E27FC236}">
                <a16:creationId xmlns:a16="http://schemas.microsoft.com/office/drawing/2014/main" id="{474E8E72-A0C0-6374-0BD6-1756B34CEA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751" y="4446167"/>
            <a:ext cx="448615" cy="448615"/>
          </a:xfrm>
          <a:prstGeom prst="rect">
            <a:avLst/>
          </a:prstGeom>
        </p:spPr>
      </p:pic>
      <p:pic>
        <p:nvPicPr>
          <p:cNvPr id="67" name="图片 66" descr="图标&#10;&#10;AI 生成的内容可能不正确。">
            <a:extLst>
              <a:ext uri="{FF2B5EF4-FFF2-40B4-BE49-F238E27FC236}">
                <a16:creationId xmlns:a16="http://schemas.microsoft.com/office/drawing/2014/main" id="{1FF631BB-7C8D-AE29-851A-61E6D6D75CB2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708" y="4310258"/>
            <a:ext cx="299077" cy="299077"/>
          </a:xfrm>
          <a:prstGeom prst="rect">
            <a:avLst/>
          </a:prstGeom>
        </p:spPr>
      </p:pic>
      <p:pic>
        <p:nvPicPr>
          <p:cNvPr id="75" name="图片 74" descr="图片包含 徽标&#10;&#10;AI 生成的内容可能不正确。">
            <a:extLst>
              <a:ext uri="{FF2B5EF4-FFF2-40B4-BE49-F238E27FC236}">
                <a16:creationId xmlns:a16="http://schemas.microsoft.com/office/drawing/2014/main" id="{B46E29CA-31C4-619D-8C17-B350ACE30A68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6635" y="3960317"/>
            <a:ext cx="299077" cy="299077"/>
          </a:xfrm>
          <a:prstGeom prst="rect">
            <a:avLst/>
          </a:prstGeom>
        </p:spPr>
      </p:pic>
      <p:pic>
        <p:nvPicPr>
          <p:cNvPr id="77" name="图片 76" descr="图标&#10;&#10;AI 生成的内容可能不正确。">
            <a:extLst>
              <a:ext uri="{FF2B5EF4-FFF2-40B4-BE49-F238E27FC236}">
                <a16:creationId xmlns:a16="http://schemas.microsoft.com/office/drawing/2014/main" id="{1A2D2B5E-9896-5B4B-061E-CD4932B0E1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145" y="3895732"/>
            <a:ext cx="448615" cy="448615"/>
          </a:xfrm>
          <a:prstGeom prst="rect">
            <a:avLst/>
          </a:prstGeom>
        </p:spPr>
      </p:pic>
      <p:pic>
        <p:nvPicPr>
          <p:cNvPr id="79" name="图片 78" descr="图标&#10;&#10;AI 生成的内容可能不正确。">
            <a:extLst>
              <a:ext uri="{FF2B5EF4-FFF2-40B4-BE49-F238E27FC236}">
                <a16:creationId xmlns:a16="http://schemas.microsoft.com/office/drawing/2014/main" id="{61B1F498-8A7E-9446-343B-B83EF1ED9FF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039" y="5183531"/>
            <a:ext cx="249231" cy="249231"/>
          </a:xfrm>
          <a:prstGeom prst="rect">
            <a:avLst/>
          </a:prstGeom>
        </p:spPr>
      </p:pic>
      <p:pic>
        <p:nvPicPr>
          <p:cNvPr id="89" name="图片 88" descr="图标&#10;&#10;AI 生成的内容可能不正确。">
            <a:extLst>
              <a:ext uri="{FF2B5EF4-FFF2-40B4-BE49-F238E27FC236}">
                <a16:creationId xmlns:a16="http://schemas.microsoft.com/office/drawing/2014/main" id="{528969DA-A256-65EB-6BCF-D1093F0B0E9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4" y="5294484"/>
            <a:ext cx="299077" cy="299077"/>
          </a:xfrm>
          <a:prstGeom prst="rect">
            <a:avLst/>
          </a:prstGeom>
        </p:spPr>
      </p:pic>
      <p:pic>
        <p:nvPicPr>
          <p:cNvPr id="90" name="图片 89" descr="图标&#10;&#10;AI 生成的内容可能不正确。">
            <a:extLst>
              <a:ext uri="{FF2B5EF4-FFF2-40B4-BE49-F238E27FC236}">
                <a16:creationId xmlns:a16="http://schemas.microsoft.com/office/drawing/2014/main" id="{C123DF26-C022-0E39-84BE-E9E29F5BC7B1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0851" y="6208039"/>
            <a:ext cx="299077" cy="299077"/>
          </a:xfrm>
          <a:prstGeom prst="rect">
            <a:avLst/>
          </a:prstGeom>
        </p:spPr>
      </p:pic>
      <p:pic>
        <p:nvPicPr>
          <p:cNvPr id="96" name="图片 95" descr="图形用户界面, 应用程序, 图标&#10;&#10;AI 生成的内容可能不正确。">
            <a:extLst>
              <a:ext uri="{FF2B5EF4-FFF2-40B4-BE49-F238E27FC236}">
                <a16:creationId xmlns:a16="http://schemas.microsoft.com/office/drawing/2014/main" id="{B45C6C1E-DCD6-B258-0268-9FE6C14F356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87" y="6281224"/>
            <a:ext cx="448615" cy="448615"/>
          </a:xfrm>
          <a:prstGeom prst="rect">
            <a:avLst/>
          </a:prstGeom>
        </p:spPr>
      </p:pic>
      <p:pic>
        <p:nvPicPr>
          <p:cNvPr id="101" name="图片 100" descr="图标&#10;&#10;AI 生成的内容可能不正确。">
            <a:extLst>
              <a:ext uri="{FF2B5EF4-FFF2-40B4-BE49-F238E27FC236}">
                <a16:creationId xmlns:a16="http://schemas.microsoft.com/office/drawing/2014/main" id="{84F07D3C-7C50-6E7E-7AA8-CD62465D218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14" y="6357578"/>
            <a:ext cx="448615" cy="448615"/>
          </a:xfrm>
          <a:prstGeom prst="rect">
            <a:avLst/>
          </a:prstGeom>
        </p:spPr>
      </p:pic>
      <p:pic>
        <p:nvPicPr>
          <p:cNvPr id="104" name="图片 103" descr="图标&#10;&#10;AI 生成的内容可能不正确。">
            <a:extLst>
              <a:ext uri="{FF2B5EF4-FFF2-40B4-BE49-F238E27FC236}">
                <a16:creationId xmlns:a16="http://schemas.microsoft.com/office/drawing/2014/main" id="{DE526311-BBE1-D90D-3019-B7059FD8A6F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832" y="4863989"/>
            <a:ext cx="299077" cy="299077"/>
          </a:xfrm>
          <a:prstGeom prst="rect">
            <a:avLst/>
          </a:prstGeom>
        </p:spPr>
      </p:pic>
      <p:pic>
        <p:nvPicPr>
          <p:cNvPr id="106" name="图片 105" descr="图标&#10;&#10;AI 生成的内容可能不正确。">
            <a:extLst>
              <a:ext uri="{FF2B5EF4-FFF2-40B4-BE49-F238E27FC236}">
                <a16:creationId xmlns:a16="http://schemas.microsoft.com/office/drawing/2014/main" id="{BDD03550-20DB-5214-AB7F-D88E5C2F2FC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512" y="4264934"/>
            <a:ext cx="398769" cy="398769"/>
          </a:xfrm>
          <a:prstGeom prst="rect">
            <a:avLst/>
          </a:prstGeom>
        </p:spPr>
      </p:pic>
      <p:pic>
        <p:nvPicPr>
          <p:cNvPr id="108" name="图片 107" descr="图标&#10;&#10;AI 生成的内容可能不正确。">
            <a:extLst>
              <a:ext uri="{FF2B5EF4-FFF2-40B4-BE49-F238E27FC236}">
                <a16:creationId xmlns:a16="http://schemas.microsoft.com/office/drawing/2014/main" id="{7816B52A-AED6-DBAF-B9C6-35371AE4C5D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717" y="5388798"/>
            <a:ext cx="299077" cy="299077"/>
          </a:xfrm>
          <a:prstGeom prst="rect">
            <a:avLst/>
          </a:prstGeom>
        </p:spPr>
      </p:pic>
      <p:pic>
        <p:nvPicPr>
          <p:cNvPr id="112" name="图片 111" descr="图标&#10;&#10;AI 生成的内容可能不正确。">
            <a:extLst>
              <a:ext uri="{FF2B5EF4-FFF2-40B4-BE49-F238E27FC236}">
                <a16:creationId xmlns:a16="http://schemas.microsoft.com/office/drawing/2014/main" id="{369F7D81-1CB2-61AC-4C0B-BE56B61596F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07" y="5206763"/>
            <a:ext cx="398769" cy="398769"/>
          </a:xfrm>
          <a:prstGeom prst="rect">
            <a:avLst/>
          </a:prstGeom>
        </p:spPr>
      </p:pic>
      <p:pic>
        <p:nvPicPr>
          <p:cNvPr id="114" name="图片 113" descr="图标&#10;&#10;AI 生成的内容可能不正确。">
            <a:extLst>
              <a:ext uri="{FF2B5EF4-FFF2-40B4-BE49-F238E27FC236}">
                <a16:creationId xmlns:a16="http://schemas.microsoft.com/office/drawing/2014/main" id="{511918C0-E8B5-E068-673E-DDE87CA49C4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212" y="5337765"/>
            <a:ext cx="249231" cy="249231"/>
          </a:xfrm>
          <a:prstGeom prst="rect">
            <a:avLst/>
          </a:prstGeom>
        </p:spPr>
      </p:pic>
      <p:pic>
        <p:nvPicPr>
          <p:cNvPr id="116" name="图片 115" descr="卡通人物&#10;&#10;AI 生成的内容可能不正确。">
            <a:extLst>
              <a:ext uri="{FF2B5EF4-FFF2-40B4-BE49-F238E27FC236}">
                <a16:creationId xmlns:a16="http://schemas.microsoft.com/office/drawing/2014/main" id="{29100127-CBB4-DF00-40AE-196BC553E45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198" y="6722279"/>
            <a:ext cx="398769" cy="398769"/>
          </a:xfrm>
          <a:prstGeom prst="rect">
            <a:avLst/>
          </a:prstGeom>
        </p:spPr>
      </p:pic>
      <p:pic>
        <p:nvPicPr>
          <p:cNvPr id="121" name="图片 120" descr="图标&#10;&#10;AI 生成的内容可能不正确。">
            <a:extLst>
              <a:ext uri="{FF2B5EF4-FFF2-40B4-BE49-F238E27FC236}">
                <a16:creationId xmlns:a16="http://schemas.microsoft.com/office/drawing/2014/main" id="{E989BE63-1004-61AC-F9A3-F5DB7B31413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539" y="4121592"/>
            <a:ext cx="395666" cy="395666"/>
          </a:xfrm>
          <a:prstGeom prst="rect">
            <a:avLst/>
          </a:prstGeom>
        </p:spPr>
      </p:pic>
      <p:pic>
        <p:nvPicPr>
          <p:cNvPr id="123" name="图片 122" descr="图标&#10;&#10;AI 生成的内容可能不正确。">
            <a:extLst>
              <a:ext uri="{FF2B5EF4-FFF2-40B4-BE49-F238E27FC236}">
                <a16:creationId xmlns:a16="http://schemas.microsoft.com/office/drawing/2014/main" id="{15CD2CED-1B52-1D9D-4AAE-4E87ADFD48D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608" y="4259394"/>
            <a:ext cx="249231" cy="249231"/>
          </a:xfrm>
          <a:prstGeom prst="rect">
            <a:avLst/>
          </a:prstGeom>
        </p:spPr>
      </p:pic>
      <p:pic>
        <p:nvPicPr>
          <p:cNvPr id="125" name="图片 124" descr="图标&#10;&#10;AI 生成的内容可能不正确。">
            <a:extLst>
              <a:ext uri="{FF2B5EF4-FFF2-40B4-BE49-F238E27FC236}">
                <a16:creationId xmlns:a16="http://schemas.microsoft.com/office/drawing/2014/main" id="{006EB5C7-D81A-217B-9C3D-A84BD5613B0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605" y="4168752"/>
            <a:ext cx="299077" cy="299077"/>
          </a:xfrm>
          <a:prstGeom prst="rect">
            <a:avLst/>
          </a:prstGeom>
        </p:spPr>
      </p:pic>
      <p:pic>
        <p:nvPicPr>
          <p:cNvPr id="127" name="图片 126" descr="图标&#10;&#10;AI 生成的内容可能不正确。">
            <a:extLst>
              <a:ext uri="{FF2B5EF4-FFF2-40B4-BE49-F238E27FC236}">
                <a16:creationId xmlns:a16="http://schemas.microsoft.com/office/drawing/2014/main" id="{0A226714-9C7D-C9D7-460B-78AE7CE22BB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301" y="3309633"/>
            <a:ext cx="299077" cy="299077"/>
          </a:xfrm>
          <a:prstGeom prst="rect">
            <a:avLst/>
          </a:prstGeom>
        </p:spPr>
      </p:pic>
      <p:pic>
        <p:nvPicPr>
          <p:cNvPr id="129" name="图片 128" descr="徽标&#10;&#10;AI 生成的内容可能不正确。">
            <a:extLst>
              <a:ext uri="{FF2B5EF4-FFF2-40B4-BE49-F238E27FC236}">
                <a16:creationId xmlns:a16="http://schemas.microsoft.com/office/drawing/2014/main" id="{4520DB97-7323-9A73-8DE0-8AD4D9338B7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434" y="4880081"/>
            <a:ext cx="299077" cy="299077"/>
          </a:xfrm>
          <a:prstGeom prst="rect">
            <a:avLst/>
          </a:prstGeom>
        </p:spPr>
      </p:pic>
      <p:pic>
        <p:nvPicPr>
          <p:cNvPr id="132" name="图片 131" descr="图形用户界面, 应用程序, 图标&#10;&#10;AI 生成的内容可能不正确。">
            <a:extLst>
              <a:ext uri="{FF2B5EF4-FFF2-40B4-BE49-F238E27FC236}">
                <a16:creationId xmlns:a16="http://schemas.microsoft.com/office/drawing/2014/main" id="{22B21AAC-A8A9-92D9-C324-94D8154D26E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845" y="5356302"/>
            <a:ext cx="249231" cy="249231"/>
          </a:xfrm>
          <a:prstGeom prst="rect">
            <a:avLst/>
          </a:prstGeom>
        </p:spPr>
      </p:pic>
      <p:pic>
        <p:nvPicPr>
          <p:cNvPr id="134" name="图片 133" descr="图标&#10;&#10;AI 生成的内容可能不正确。">
            <a:extLst>
              <a:ext uri="{FF2B5EF4-FFF2-40B4-BE49-F238E27FC236}">
                <a16:creationId xmlns:a16="http://schemas.microsoft.com/office/drawing/2014/main" id="{20EF74E3-FACC-64DA-74DA-1434664DA666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259" y="4630850"/>
            <a:ext cx="249231" cy="249231"/>
          </a:xfrm>
          <a:prstGeom prst="rect">
            <a:avLst/>
          </a:prstGeom>
        </p:spPr>
      </p:pic>
      <p:pic>
        <p:nvPicPr>
          <p:cNvPr id="136" name="图片 135" descr="图标&#10;&#10;AI 生成的内容可能不正确。">
            <a:extLst>
              <a:ext uri="{FF2B5EF4-FFF2-40B4-BE49-F238E27FC236}">
                <a16:creationId xmlns:a16="http://schemas.microsoft.com/office/drawing/2014/main" id="{651406C3-67E6-1185-07F0-51313FB6539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63" y="4927403"/>
            <a:ext cx="299077" cy="299077"/>
          </a:xfrm>
          <a:prstGeom prst="rect">
            <a:avLst/>
          </a:prstGeom>
        </p:spPr>
      </p:pic>
      <p:pic>
        <p:nvPicPr>
          <p:cNvPr id="138" name="图片 137" descr="图标&#10;&#10;AI 生成的内容可能不正确。">
            <a:extLst>
              <a:ext uri="{FF2B5EF4-FFF2-40B4-BE49-F238E27FC236}">
                <a16:creationId xmlns:a16="http://schemas.microsoft.com/office/drawing/2014/main" id="{3CB1374C-03C1-CEB5-705D-12978DF66E3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588" y="4811775"/>
            <a:ext cx="299077" cy="299077"/>
          </a:xfrm>
          <a:prstGeom prst="rect">
            <a:avLst/>
          </a:prstGeom>
        </p:spPr>
      </p:pic>
      <p:pic>
        <p:nvPicPr>
          <p:cNvPr id="141" name="图片 140" descr="图标&#10;&#10;AI 生成的内容可能不正确。">
            <a:extLst>
              <a:ext uri="{FF2B5EF4-FFF2-40B4-BE49-F238E27FC236}">
                <a16:creationId xmlns:a16="http://schemas.microsoft.com/office/drawing/2014/main" id="{4E3694C5-0736-2EC9-3702-DA6113ADA99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69" y="3865064"/>
            <a:ext cx="324000" cy="324000"/>
          </a:xfrm>
          <a:prstGeom prst="rect">
            <a:avLst/>
          </a:prstGeom>
        </p:spPr>
      </p:pic>
      <p:pic>
        <p:nvPicPr>
          <p:cNvPr id="145" name="图片 144" descr="图标&#10;&#10;AI 生成的内容可能不正确。">
            <a:extLst>
              <a:ext uri="{FF2B5EF4-FFF2-40B4-BE49-F238E27FC236}">
                <a16:creationId xmlns:a16="http://schemas.microsoft.com/office/drawing/2014/main" id="{A073AB0C-3FC4-3A22-AE6C-11EC5A6ABBFC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028" y="4242144"/>
            <a:ext cx="249231" cy="249231"/>
          </a:xfrm>
          <a:prstGeom prst="rect">
            <a:avLst/>
          </a:prstGeom>
        </p:spPr>
      </p:pic>
      <p:pic>
        <p:nvPicPr>
          <p:cNvPr id="147" name="图片 146" descr="图标&#10;&#10;AI 生成的内容可能不正确。">
            <a:extLst>
              <a:ext uri="{FF2B5EF4-FFF2-40B4-BE49-F238E27FC236}">
                <a16:creationId xmlns:a16="http://schemas.microsoft.com/office/drawing/2014/main" id="{791994E5-88D0-D1C9-19D0-E5201738DF6E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292" y="4226807"/>
            <a:ext cx="249231" cy="249231"/>
          </a:xfrm>
          <a:prstGeom prst="rect">
            <a:avLst/>
          </a:prstGeom>
        </p:spPr>
      </p:pic>
      <p:pic>
        <p:nvPicPr>
          <p:cNvPr id="149" name="图片 148" descr="白色的游戏机&#10;&#10;AI 生成的内容可能不正确。">
            <a:extLst>
              <a:ext uri="{FF2B5EF4-FFF2-40B4-BE49-F238E27FC236}">
                <a16:creationId xmlns:a16="http://schemas.microsoft.com/office/drawing/2014/main" id="{7160F0F4-4E99-B07D-B9EC-05C5EFB97887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414" y="4016477"/>
            <a:ext cx="249231" cy="24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839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4ABD4-D025-EEF6-2965-C32E06A57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流程图: 延期 121">
            <a:extLst>
              <a:ext uri="{FF2B5EF4-FFF2-40B4-BE49-F238E27FC236}">
                <a16:creationId xmlns:a16="http://schemas.microsoft.com/office/drawing/2014/main" id="{E9491431-E054-A5D6-DC0B-CB85CC7C3F1B}"/>
              </a:ext>
            </a:extLst>
          </p:cNvPr>
          <p:cNvSpPr/>
          <p:nvPr/>
        </p:nvSpPr>
        <p:spPr>
          <a:xfrm rot="16200000">
            <a:off x="4068900" y="2182569"/>
            <a:ext cx="174462" cy="922154"/>
          </a:xfrm>
          <a:prstGeom prst="flowChartDelay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573CBBAA-C9E1-EA2A-37C3-5E7EF56834A8}"/>
              </a:ext>
            </a:extLst>
          </p:cNvPr>
          <p:cNvGrpSpPr/>
          <p:nvPr/>
        </p:nvGrpSpPr>
        <p:grpSpPr>
          <a:xfrm>
            <a:off x="-566891" y="2665142"/>
            <a:ext cx="5182048" cy="199385"/>
            <a:chOff x="1660038" y="4181173"/>
            <a:chExt cx="7485181" cy="180000"/>
          </a:xfrm>
        </p:grpSpPr>
        <p:sp>
          <p:nvSpPr>
            <p:cNvPr id="124" name="流程图: 文档 123">
              <a:extLst>
                <a:ext uri="{FF2B5EF4-FFF2-40B4-BE49-F238E27FC236}">
                  <a16:creationId xmlns:a16="http://schemas.microsoft.com/office/drawing/2014/main" id="{B61D99C5-89FA-1A87-F55C-2EAE8977BA4D}"/>
                </a:ext>
              </a:extLst>
            </p:cNvPr>
            <p:cNvSpPr/>
            <p:nvPr/>
          </p:nvSpPr>
          <p:spPr>
            <a:xfrm flipV="1">
              <a:off x="1660038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25" name="流程图: 文档 124">
              <a:extLst>
                <a:ext uri="{FF2B5EF4-FFF2-40B4-BE49-F238E27FC236}">
                  <a16:creationId xmlns:a16="http://schemas.microsoft.com/office/drawing/2014/main" id="{1393A4AF-9CE3-162F-1D53-642220E48201}"/>
                </a:ext>
              </a:extLst>
            </p:cNvPr>
            <p:cNvSpPr/>
            <p:nvPr/>
          </p:nvSpPr>
          <p:spPr>
            <a:xfrm flipH="1" flipV="1">
              <a:off x="2719013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26" name="流程图: 文档 125">
              <a:extLst>
                <a:ext uri="{FF2B5EF4-FFF2-40B4-BE49-F238E27FC236}">
                  <a16:creationId xmlns:a16="http://schemas.microsoft.com/office/drawing/2014/main" id="{86E85FAF-B84E-9EE1-A543-CCACF26F846F}"/>
                </a:ext>
              </a:extLst>
            </p:cNvPr>
            <p:cNvSpPr/>
            <p:nvPr/>
          </p:nvSpPr>
          <p:spPr>
            <a:xfrm flipV="1">
              <a:off x="3799013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27" name="流程图: 文档 126">
              <a:extLst>
                <a:ext uri="{FF2B5EF4-FFF2-40B4-BE49-F238E27FC236}">
                  <a16:creationId xmlns:a16="http://schemas.microsoft.com/office/drawing/2014/main" id="{4BA668C2-81F1-373A-C098-F1227CFB27EC}"/>
                </a:ext>
              </a:extLst>
            </p:cNvPr>
            <p:cNvSpPr/>
            <p:nvPr/>
          </p:nvSpPr>
          <p:spPr>
            <a:xfrm flipH="1" flipV="1">
              <a:off x="4857988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28" name="流程图: 文档 127">
              <a:extLst>
                <a:ext uri="{FF2B5EF4-FFF2-40B4-BE49-F238E27FC236}">
                  <a16:creationId xmlns:a16="http://schemas.microsoft.com/office/drawing/2014/main" id="{B355D71C-B3F0-87C2-9A97-5D07A86B00B6}"/>
                </a:ext>
              </a:extLst>
            </p:cNvPr>
            <p:cNvSpPr/>
            <p:nvPr/>
          </p:nvSpPr>
          <p:spPr>
            <a:xfrm flipV="1">
              <a:off x="5937988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29" name="流程图: 文档 128">
              <a:extLst>
                <a:ext uri="{FF2B5EF4-FFF2-40B4-BE49-F238E27FC236}">
                  <a16:creationId xmlns:a16="http://schemas.microsoft.com/office/drawing/2014/main" id="{CD5B580F-AA8E-66AA-7EF2-A05EDDD93623}"/>
                </a:ext>
              </a:extLst>
            </p:cNvPr>
            <p:cNvSpPr/>
            <p:nvPr/>
          </p:nvSpPr>
          <p:spPr>
            <a:xfrm flipH="1" flipV="1">
              <a:off x="6996963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30" name="流程图: 文档 129">
              <a:extLst>
                <a:ext uri="{FF2B5EF4-FFF2-40B4-BE49-F238E27FC236}">
                  <a16:creationId xmlns:a16="http://schemas.microsoft.com/office/drawing/2014/main" id="{EE69BE8B-1067-73E2-5F37-0C9F579ABC76}"/>
                </a:ext>
              </a:extLst>
            </p:cNvPr>
            <p:cNvSpPr/>
            <p:nvPr/>
          </p:nvSpPr>
          <p:spPr>
            <a:xfrm flipV="1">
              <a:off x="8065219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</p:grpSp>
      <p:pic>
        <p:nvPicPr>
          <p:cNvPr id="138" name="图片 137">
            <a:extLst>
              <a:ext uri="{FF2B5EF4-FFF2-40B4-BE49-F238E27FC236}">
                <a16:creationId xmlns:a16="http://schemas.microsoft.com/office/drawing/2014/main" id="{5B4406D8-FD39-5BA5-C476-80344DD2C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01" b="98585" l="3356" r="95718">
                        <a14:foregroundMark x1="17940" y1="11006" x2="15394" y2="5896"/>
                        <a14:foregroundMark x1="15394" y1="5896" x2="17245" y2="3381"/>
                        <a14:foregroundMark x1="17245" y1="3381" x2="20023" y2="1572"/>
                        <a14:foregroundMark x1="20023" y1="1572" x2="20023" y2="1572"/>
                        <a14:foregroundMark x1="31597" y1="10535" x2="34144" y2="7469"/>
                        <a14:foregroundMark x1="34144" y1="7469" x2="34259" y2="4638"/>
                        <a14:foregroundMark x1="34259" y1="4638" x2="30324" y2="2280"/>
                        <a14:foregroundMark x1="30324" y1="2280" x2="25694" y2="1101"/>
                        <a14:foregroundMark x1="25694" y1="1101" x2="20139" y2="1101"/>
                        <a14:foregroundMark x1="49190" y1="33412" x2="45023" y2="33726"/>
                        <a14:foregroundMark x1="45023" y1="33726" x2="42708" y2="35613"/>
                        <a14:foregroundMark x1="42708" y1="35613" x2="50579" y2="37893"/>
                        <a14:foregroundMark x1="50579" y1="37893" x2="53009" y2="35613"/>
                        <a14:foregroundMark x1="53009" y1="35613" x2="49421" y2="34198"/>
                        <a14:foregroundMark x1="77199" y1="44182" x2="73380" y2="46619"/>
                        <a14:foregroundMark x1="73380" y1="46619" x2="80556" y2="46855"/>
                        <a14:foregroundMark x1="80556" y1="46855" x2="82292" y2="45126"/>
                        <a14:foregroundMark x1="94560" y1="72327" x2="95718" y2="82469"/>
                        <a14:foregroundMark x1="67824" y1="91431" x2="42361" y2="93553"/>
                        <a14:foregroundMark x1="6134" y1="83805" x2="3472" y2="76101"/>
                        <a14:foregroundMark x1="3472" y1="76101" x2="3472" y2="76101"/>
                        <a14:foregroundMark x1="46991" y1="97799" x2="50116" y2="98585"/>
                      </a14:backgroundRemoval>
                    </a14:imgEffect>
                  </a14:imgLayer>
                </a14:imgProps>
              </a:ext>
            </a:extLst>
          </a:blip>
          <a:srcRect t="1466" r="2431" b="934"/>
          <a:stretch>
            <a:fillRect/>
          </a:stretch>
        </p:blipFill>
        <p:spPr>
          <a:xfrm>
            <a:off x="13321" y="3402817"/>
            <a:ext cx="423089" cy="623077"/>
          </a:xfrm>
          <a:prstGeom prst="rect">
            <a:avLst/>
          </a:prstGeom>
        </p:spPr>
      </p:pic>
      <p:pic>
        <p:nvPicPr>
          <p:cNvPr id="150" name="图片 149">
            <a:extLst>
              <a:ext uri="{FF2B5EF4-FFF2-40B4-BE49-F238E27FC236}">
                <a16:creationId xmlns:a16="http://schemas.microsoft.com/office/drawing/2014/main" id="{2C203E36-F8EF-EF05-BF35-7AA97266DD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03" b="97119" l="9326" r="98996">
                        <a14:foregroundMark x1="30129" y1="8043" x2="32712" y2="8043"/>
                        <a14:foregroundMark x1="91822" y1="31573" x2="94692" y2="35414"/>
                        <a14:foregroundMark x1="94118" y1="40936" x2="90674" y2="64946"/>
                        <a14:foregroundMark x1="98422" y1="33974" x2="98996" y2="88475"/>
                        <a14:foregroundMark x1="32425" y1="6603" x2="33286" y2="8283"/>
                        <a14:foregroundMark x1="9756" y1="67827" x2="9469" y2="71669"/>
                        <a14:foregroundMark x1="62554" y1="91837" x2="70158" y2="96999"/>
                        <a14:foregroundMark x1="70158" y1="96999" x2="70588" y2="97119"/>
                      </a14:backgroundRemoval>
                    </a14:imgEffect>
                  </a14:imgLayer>
                </a14:imgProps>
              </a:ext>
            </a:extLst>
          </a:blip>
          <a:srcRect l="7798" t="5113"/>
          <a:stretch>
            <a:fillRect/>
          </a:stretch>
        </p:blipFill>
        <p:spPr>
          <a:xfrm>
            <a:off x="2061154" y="2400050"/>
            <a:ext cx="364749" cy="448615"/>
          </a:xfrm>
          <a:prstGeom prst="rect">
            <a:avLst/>
          </a:prstGeom>
        </p:spPr>
      </p:pic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82B374E1-0BBB-6B13-CA81-3B3E037C7E48}"/>
              </a:ext>
            </a:extLst>
          </p:cNvPr>
          <p:cNvCxnSpPr>
            <a:cxnSpLocks/>
            <a:stCxn id="138" idx="1"/>
            <a:endCxn id="302" idx="1"/>
          </p:cNvCxnSpPr>
          <p:nvPr/>
        </p:nvCxnSpPr>
        <p:spPr>
          <a:xfrm rot="10800000">
            <a:off x="-286492" y="2855654"/>
            <a:ext cx="299814" cy="85870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434A03AC-33D8-A345-9373-99063D2C67C5}"/>
              </a:ext>
            </a:extLst>
          </p:cNvPr>
          <p:cNvCxnSpPr>
            <a:cxnSpLocks/>
            <a:stCxn id="138" idx="3"/>
            <a:endCxn id="384" idx="1"/>
          </p:cNvCxnSpPr>
          <p:nvPr/>
        </p:nvCxnSpPr>
        <p:spPr>
          <a:xfrm flipV="1">
            <a:off x="436410" y="3712448"/>
            <a:ext cx="3513455" cy="1909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BD9BE6AF-BA70-CDF2-7797-EA198FAE5C1B}"/>
              </a:ext>
            </a:extLst>
          </p:cNvPr>
          <p:cNvCxnSpPr>
            <a:cxnSpLocks/>
            <a:stCxn id="150" idx="2"/>
          </p:cNvCxnSpPr>
          <p:nvPr/>
        </p:nvCxnSpPr>
        <p:spPr>
          <a:xfrm>
            <a:off x="2243528" y="2848665"/>
            <a:ext cx="0" cy="865691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8" name="图片 177">
            <a:extLst>
              <a:ext uri="{FF2B5EF4-FFF2-40B4-BE49-F238E27FC236}">
                <a16:creationId xmlns:a16="http://schemas.microsoft.com/office/drawing/2014/main" id="{E569B452-BAAA-1E7A-5EA1-567E3316BC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743" b="92216" l="6684" r="92159">
                        <a14:foregroundMark x1="21722" y1="8743" x2="26093" y2="9940"/>
                        <a14:foregroundMark x1="9126" y1="25988" x2="6684" y2="33772"/>
                        <a14:foregroundMark x1="6684" y1="33772" x2="7069" y2="34132"/>
                        <a14:foregroundMark x1="7069" y1="35329" x2="9126" y2="66946"/>
                        <a14:foregroundMark x1="9126" y1="66946" x2="9126" y2="66946"/>
                        <a14:foregroundMark x1="54627" y1="90659" x2="57969" y2="92335"/>
                        <a14:foregroundMark x1="92159" y1="42275" x2="91131" y2="77246"/>
                      </a14:backgroundRemoval>
                    </a14:imgEffect>
                  </a14:imgLayer>
                </a14:imgProps>
              </a:ext>
            </a:extLst>
          </a:blip>
          <a:srcRect l="2935" t="6092" r="6201" b="6003"/>
          <a:stretch>
            <a:fillRect/>
          </a:stretch>
        </p:blipFill>
        <p:spPr>
          <a:xfrm>
            <a:off x="4211807" y="2420289"/>
            <a:ext cx="216036" cy="224308"/>
          </a:xfrm>
          <a:prstGeom prst="rect">
            <a:avLst/>
          </a:prstGeom>
        </p:spPr>
      </p:pic>
      <p:pic>
        <p:nvPicPr>
          <p:cNvPr id="179" name="图片 178">
            <a:extLst>
              <a:ext uri="{FF2B5EF4-FFF2-40B4-BE49-F238E27FC236}">
                <a16:creationId xmlns:a16="http://schemas.microsoft.com/office/drawing/2014/main" id="{B96F30FC-99A1-B46B-8AF1-1EB69B0BE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01" b="98585" l="3356" r="95718">
                        <a14:foregroundMark x1="17940" y1="11006" x2="15394" y2="5896"/>
                        <a14:foregroundMark x1="15394" y1="5896" x2="17245" y2="3381"/>
                        <a14:foregroundMark x1="17245" y1="3381" x2="20023" y2="1572"/>
                        <a14:foregroundMark x1="20023" y1="1572" x2="20023" y2="1572"/>
                        <a14:foregroundMark x1="31597" y1="10535" x2="34144" y2="7469"/>
                        <a14:foregroundMark x1="34144" y1="7469" x2="34259" y2="4638"/>
                        <a14:foregroundMark x1="34259" y1="4638" x2="30324" y2="2280"/>
                        <a14:foregroundMark x1="30324" y1="2280" x2="25694" y2="1101"/>
                        <a14:foregroundMark x1="25694" y1="1101" x2="20139" y2="1101"/>
                        <a14:foregroundMark x1="49190" y1="33412" x2="45023" y2="33726"/>
                        <a14:foregroundMark x1="45023" y1="33726" x2="42708" y2="35613"/>
                        <a14:foregroundMark x1="42708" y1="35613" x2="50579" y2="37893"/>
                        <a14:foregroundMark x1="50579" y1="37893" x2="53009" y2="35613"/>
                        <a14:foregroundMark x1="53009" y1="35613" x2="49421" y2="34198"/>
                        <a14:foregroundMark x1="77199" y1="44182" x2="73380" y2="46619"/>
                        <a14:foregroundMark x1="73380" y1="46619" x2="80556" y2="46855"/>
                        <a14:foregroundMark x1="80556" y1="46855" x2="82292" y2="45126"/>
                        <a14:foregroundMark x1="94560" y1="72327" x2="95718" y2="82469"/>
                        <a14:foregroundMark x1="67824" y1="91431" x2="42361" y2="93553"/>
                        <a14:foregroundMark x1="6134" y1="83805" x2="3472" y2="76101"/>
                        <a14:foregroundMark x1="3472" y1="76101" x2="3472" y2="76101"/>
                        <a14:foregroundMark x1="46991" y1="97799" x2="50116" y2="98585"/>
                      </a14:backgroundRemoval>
                    </a14:imgEffect>
                  </a14:imgLayer>
                </a14:imgProps>
              </a:ext>
            </a:extLst>
          </a:blip>
          <a:srcRect t="1466" r="2431" b="934"/>
          <a:stretch>
            <a:fillRect/>
          </a:stretch>
        </p:blipFill>
        <p:spPr>
          <a:xfrm>
            <a:off x="3880286" y="2267711"/>
            <a:ext cx="270777" cy="398769"/>
          </a:xfrm>
          <a:prstGeom prst="rect">
            <a:avLst/>
          </a:prstGeom>
        </p:spPr>
      </p:pic>
      <p:sp>
        <p:nvSpPr>
          <p:cNvPr id="180" name="文本框 179">
            <a:extLst>
              <a:ext uri="{FF2B5EF4-FFF2-40B4-BE49-F238E27FC236}">
                <a16:creationId xmlns:a16="http://schemas.microsoft.com/office/drawing/2014/main" id="{08B37033-38F2-60F6-DDEB-ED5FAAA288AC}"/>
              </a:ext>
            </a:extLst>
          </p:cNvPr>
          <p:cNvSpPr txBox="1"/>
          <p:nvPr/>
        </p:nvSpPr>
        <p:spPr>
          <a:xfrm>
            <a:off x="3749953" y="-529511"/>
            <a:ext cx="870751" cy="2201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Interconnector</a:t>
            </a:r>
            <a:endParaRPr lang="en-GB" sz="831"/>
          </a:p>
        </p:txBody>
      </p:sp>
      <p:cxnSp>
        <p:nvCxnSpPr>
          <p:cNvPr id="181" name="直接箭头连接符 236">
            <a:extLst>
              <a:ext uri="{FF2B5EF4-FFF2-40B4-BE49-F238E27FC236}">
                <a16:creationId xmlns:a16="http://schemas.microsoft.com/office/drawing/2014/main" id="{E35F38EF-D6A0-E989-A77F-BD23583BCB20}"/>
              </a:ext>
            </a:extLst>
          </p:cNvPr>
          <p:cNvCxnSpPr>
            <a:cxnSpLocks/>
            <a:stCxn id="179" idx="1"/>
          </p:cNvCxnSpPr>
          <p:nvPr/>
        </p:nvCxnSpPr>
        <p:spPr>
          <a:xfrm rot="10800000" flipV="1">
            <a:off x="2987239" y="2467095"/>
            <a:ext cx="893046" cy="1242805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矩形 181">
            <a:extLst>
              <a:ext uri="{FF2B5EF4-FFF2-40B4-BE49-F238E27FC236}">
                <a16:creationId xmlns:a16="http://schemas.microsoft.com/office/drawing/2014/main" id="{7AF769F7-456B-FDAB-C70B-9CB699F2AA21}"/>
              </a:ext>
            </a:extLst>
          </p:cNvPr>
          <p:cNvSpPr/>
          <p:nvPr/>
        </p:nvSpPr>
        <p:spPr>
          <a:xfrm>
            <a:off x="-573585" y="5327673"/>
            <a:ext cx="7726154" cy="2990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pic>
        <p:nvPicPr>
          <p:cNvPr id="278" name="图片 277">
            <a:extLst>
              <a:ext uri="{FF2B5EF4-FFF2-40B4-BE49-F238E27FC236}">
                <a16:creationId xmlns:a16="http://schemas.microsoft.com/office/drawing/2014/main" id="{C1733BA0-9D4F-5B81-B3DE-A7B786592F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484" b="96703" l="3880" r="97209">
                        <a14:foregroundMark x1="5174" y1="56154" x2="5174" y2="56154"/>
                        <a14:foregroundMark x1="37781" y1="37143" x2="37781" y2="37143"/>
                        <a14:foregroundMark x1="9939" y1="52967" x2="23553" y2="54396"/>
                        <a14:foregroundMark x1="23553" y1="54396" x2="53982" y2="32637"/>
                        <a14:foregroundMark x1="5990" y1="68901" x2="5990" y2="82308"/>
                        <a14:foregroundMark x1="5037" y1="63077" x2="8986" y2="68681"/>
                        <a14:foregroundMark x1="8986" y1="68681" x2="19809" y2="70549"/>
                        <a14:foregroundMark x1="19809" y1="70549" x2="34513" y2="66484"/>
                        <a14:foregroundMark x1="34513" y1="66484" x2="36283" y2="57473"/>
                        <a14:foregroundMark x1="36283" y1="57473" x2="28455" y2="54066"/>
                        <a14:foregroundMark x1="28455" y1="54066" x2="28455" y2="54066"/>
                        <a14:foregroundMark x1="62491" y1="17033" x2="68754" y2="12088"/>
                        <a14:foregroundMark x1="68754" y1="12088" x2="77127" y2="14725"/>
                        <a14:foregroundMark x1="77127" y1="14725" x2="76991" y2="21319"/>
                        <a14:foregroundMark x1="76991" y1="21319" x2="71341" y2="30989"/>
                        <a14:foregroundMark x1="71341" y1="30989" x2="67529" y2="23297"/>
                        <a14:foregroundMark x1="67529" y1="23297" x2="64125" y2="20659"/>
                        <a14:foregroundMark x1="64125" y1="20659" x2="62832" y2="20989"/>
                        <a14:foregroundMark x1="67393" y1="7033" x2="70728" y2="6703"/>
                        <a14:foregroundMark x1="70728" y1="6703" x2="71341" y2="6703"/>
                        <a14:foregroundMark x1="36828" y1="75495" x2="49421" y2="90220"/>
                        <a14:foregroundMark x1="40708" y1="72308" x2="45950" y2="77802"/>
                        <a14:foregroundMark x1="33696" y1="73297" x2="33696" y2="80989"/>
                        <a14:foregroundMark x1="52212" y1="87912" x2="52212" y2="96923"/>
                        <a14:foregroundMark x1="88700" y1="63846" x2="89721" y2="61758"/>
                        <a14:foregroundMark x1="89176" y1="42967" x2="92648" y2="47692"/>
                        <a14:foregroundMark x1="92648" y1="47692" x2="91967" y2="54066"/>
                        <a14:foregroundMark x1="91967" y1="54066" x2="96596" y2="57912"/>
                        <a14:foregroundMark x1="96596" y1="57912" x2="97209" y2="65714"/>
                        <a14:foregroundMark x1="4016" y1="58791" x2="3880" y2="76044"/>
                      </a14:backgroundRemoval>
                    </a14:imgEffect>
                  </a14:imgLayer>
                </a14:imgProps>
              </a:ext>
            </a:extLst>
          </a:blip>
          <a:srcRect l="1874" t="4533"/>
          <a:stretch>
            <a:fillRect/>
          </a:stretch>
        </p:blipFill>
        <p:spPr>
          <a:xfrm>
            <a:off x="1574195" y="4273479"/>
            <a:ext cx="578951" cy="348923"/>
          </a:xfrm>
          <a:prstGeom prst="rect">
            <a:avLst/>
          </a:prstGeom>
        </p:spPr>
      </p:pic>
      <p:pic>
        <p:nvPicPr>
          <p:cNvPr id="283" name="图片 282">
            <a:extLst>
              <a:ext uri="{FF2B5EF4-FFF2-40B4-BE49-F238E27FC236}">
                <a16:creationId xmlns:a16="http://schemas.microsoft.com/office/drawing/2014/main" id="{C51066E9-9967-601E-3AE6-A6AF86C605A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444" b="96598" l="8226" r="96401">
                        <a14:foregroundMark x1="46530" y1="10947" x2="46530" y2="10947"/>
                        <a14:foregroundMark x1="22879" y1="8876" x2="52442" y2="2515"/>
                        <a14:foregroundMark x1="52442" y1="2515" x2="71465" y2="3846"/>
                        <a14:foregroundMark x1="71465" y1="3846" x2="78406" y2="12574"/>
                        <a14:foregroundMark x1="45758" y1="444" x2="56812" y2="740"/>
                        <a14:foregroundMark x1="90488" y1="67160" x2="90746" y2="90680"/>
                        <a14:foregroundMark x1="96915" y1="81509" x2="95887" y2="89201"/>
                        <a14:foregroundMark x1="82262" y1="94083" x2="41902" y2="95118"/>
                        <a14:foregroundMark x1="41902" y1="95118" x2="18509" y2="91864"/>
                        <a14:foregroundMark x1="18509" y1="91864" x2="7712" y2="83284"/>
                        <a14:foregroundMark x1="7712" y1="83284" x2="8483" y2="75000"/>
                        <a14:foregroundMark x1="8483" y1="75000" x2="8740" y2="74852"/>
                        <a14:foregroundMark x1="25964" y1="94970" x2="45501" y2="96598"/>
                        <a14:foregroundMark x1="45501" y1="96598" x2="80720" y2="94527"/>
                      </a14:backgroundRemoval>
                    </a14:imgEffect>
                  </a14:imgLayer>
                </a14:imgProps>
              </a:ext>
            </a:extLst>
          </a:blip>
          <a:srcRect l="2969" r="1661" b="1295"/>
          <a:stretch>
            <a:fillRect/>
          </a:stretch>
        </p:blipFill>
        <p:spPr>
          <a:xfrm>
            <a:off x="2512194" y="4250820"/>
            <a:ext cx="207861" cy="373846"/>
          </a:xfrm>
          <a:prstGeom prst="rect">
            <a:avLst/>
          </a:prstGeom>
        </p:spPr>
      </p:pic>
      <p:sp>
        <p:nvSpPr>
          <p:cNvPr id="302" name="云形 301">
            <a:extLst>
              <a:ext uri="{FF2B5EF4-FFF2-40B4-BE49-F238E27FC236}">
                <a16:creationId xmlns:a16="http://schemas.microsoft.com/office/drawing/2014/main" id="{F4E88C8B-BF03-72F4-AC3D-3916CEEB6216}"/>
              </a:ext>
            </a:extLst>
          </p:cNvPr>
          <p:cNvSpPr/>
          <p:nvPr/>
        </p:nvSpPr>
        <p:spPr>
          <a:xfrm>
            <a:off x="-460954" y="2681376"/>
            <a:ext cx="348923" cy="174462"/>
          </a:xfrm>
          <a:prstGeom prst="cloud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D30E790A-51AA-FFE6-4985-A8D03648E2AB}"/>
              </a:ext>
            </a:extLst>
          </p:cNvPr>
          <p:cNvSpPr txBox="1"/>
          <p:nvPr/>
        </p:nvSpPr>
        <p:spPr>
          <a:xfrm>
            <a:off x="-592529" y="2673049"/>
            <a:ext cx="620043" cy="220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31"/>
              <a:t>CO</a:t>
            </a:r>
            <a:r>
              <a:rPr lang="en-US" sz="554"/>
              <a:t>2</a:t>
            </a:r>
            <a:endParaRPr lang="en-GB" sz="831"/>
          </a:p>
        </p:txBody>
      </p:sp>
      <p:pic>
        <p:nvPicPr>
          <p:cNvPr id="311" name="图片 310">
            <a:extLst>
              <a:ext uri="{FF2B5EF4-FFF2-40B4-BE49-F238E27FC236}">
                <a16:creationId xmlns:a16="http://schemas.microsoft.com/office/drawing/2014/main" id="{83532113-1C0F-5C5E-20A7-2D432188B3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7645" b="95561" l="7902" r="94560">
                        <a14:foregroundMark x1="63860" y1="7891" x2="66192" y2="7891"/>
                        <a14:foregroundMark x1="12176" y1="41430" x2="12176" y2="42787"/>
                        <a14:foregroundMark x1="12306" y1="43280" x2="13601" y2="36375"/>
                        <a14:foregroundMark x1="85881" y1="31319" x2="86140" y2="32429"/>
                        <a14:foregroundMark x1="89378" y1="30086" x2="89896" y2="31566"/>
                        <a14:foregroundMark x1="93394" y1="45129" x2="94689" y2="51171"/>
                        <a14:foregroundMark x1="9197" y1="67818" x2="8938" y2="72873"/>
                        <a14:foregroundMark x1="9067" y1="66954" x2="17876" y2="63625"/>
                        <a14:foregroundMark x1="17876" y1="63625" x2="24870" y2="62762"/>
                        <a14:foregroundMark x1="24870" y1="62762" x2="26554" y2="62885"/>
                        <a14:foregroundMark x1="14119" y1="64488" x2="21244" y2="62392"/>
                        <a14:foregroundMark x1="21244" y1="62392" x2="22927" y2="62515"/>
                        <a14:foregroundMark x1="21114" y1="69420" x2="24611" y2="72503"/>
                        <a14:foregroundMark x1="16321" y1="63502" x2="18782" y2="63132"/>
                        <a14:foregroundMark x1="16839" y1="63132" x2="19041" y2="62022"/>
                        <a14:foregroundMark x1="17358" y1="63009" x2="20855" y2="63009"/>
                        <a14:foregroundMark x1="8420" y1="66954" x2="7902" y2="72996"/>
                        <a14:foregroundMark x1="41710" y1="90506" x2="43394" y2="95561"/>
                      </a14:backgroundRemoval>
                    </a14:imgEffect>
                  </a14:imgLayer>
                </a14:imgProps>
              </a:ext>
            </a:extLst>
          </a:blip>
          <a:srcRect l="7364" t="4567" r="2302" b="1154"/>
          <a:stretch>
            <a:fillRect/>
          </a:stretch>
        </p:blipFill>
        <p:spPr>
          <a:xfrm>
            <a:off x="-22048" y="2314429"/>
            <a:ext cx="500106" cy="548308"/>
          </a:xfrm>
          <a:prstGeom prst="rect">
            <a:avLst/>
          </a:prstGeom>
        </p:spPr>
      </p:pic>
      <p:sp>
        <p:nvSpPr>
          <p:cNvPr id="312" name="文本框 311">
            <a:extLst>
              <a:ext uri="{FF2B5EF4-FFF2-40B4-BE49-F238E27FC236}">
                <a16:creationId xmlns:a16="http://schemas.microsoft.com/office/drawing/2014/main" id="{232AA524-BDDD-07B3-AD4D-BA2B2A5F46B6}"/>
              </a:ext>
            </a:extLst>
          </p:cNvPr>
          <p:cNvSpPr txBox="1"/>
          <p:nvPr/>
        </p:nvSpPr>
        <p:spPr>
          <a:xfrm>
            <a:off x="60055" y="-444888"/>
            <a:ext cx="367408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Gas</a:t>
            </a:r>
            <a:endParaRPr lang="en-GB" sz="831"/>
          </a:p>
        </p:txBody>
      </p:sp>
      <p:cxnSp>
        <p:nvCxnSpPr>
          <p:cNvPr id="313" name="直接箭头连接符 312">
            <a:extLst>
              <a:ext uri="{FF2B5EF4-FFF2-40B4-BE49-F238E27FC236}">
                <a16:creationId xmlns:a16="http://schemas.microsoft.com/office/drawing/2014/main" id="{E9FB87C9-43FB-D8C9-7054-5CBF2952F8BF}"/>
              </a:ext>
            </a:extLst>
          </p:cNvPr>
          <p:cNvCxnSpPr>
            <a:cxnSpLocks/>
            <a:stCxn id="311" idx="2"/>
            <a:endCxn id="138" idx="0"/>
          </p:cNvCxnSpPr>
          <p:nvPr/>
        </p:nvCxnSpPr>
        <p:spPr>
          <a:xfrm flipH="1">
            <a:off x="224867" y="2862737"/>
            <a:ext cx="3140" cy="540080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5" name="图片 314">
            <a:extLst>
              <a:ext uri="{FF2B5EF4-FFF2-40B4-BE49-F238E27FC236}">
                <a16:creationId xmlns:a16="http://schemas.microsoft.com/office/drawing/2014/main" id="{5B5D402B-B1AE-EC2A-CD50-C69D4F9A92A1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21" b="96800" l="6490" r="97788">
                        <a14:foregroundMark x1="6563" y1="41117" x2="10767" y2="40735"/>
                        <a14:foregroundMark x1="53909" y1="5062" x2="53024" y2="9503"/>
                        <a14:foregroundMark x1="90413" y1="64804" x2="97935" y2="69628"/>
                        <a14:foregroundMark x1="53319" y1="621" x2="53319" y2="1767"/>
                        <a14:foregroundMark x1="61357" y1="92550" x2="61062" y2="96800"/>
                      </a14:backgroundRemoval>
                    </a14:imgEffect>
                  </a14:imgLayer>
                </a14:imgProps>
              </a:ext>
            </a:extLst>
          </a:blip>
          <a:srcRect l="2506"/>
          <a:stretch>
            <a:fillRect/>
          </a:stretch>
        </p:blipFill>
        <p:spPr>
          <a:xfrm>
            <a:off x="873585" y="2298759"/>
            <a:ext cx="314700" cy="498462"/>
          </a:xfrm>
          <a:prstGeom prst="rect">
            <a:avLst/>
          </a:prstGeom>
        </p:spPr>
      </p:pic>
      <p:sp>
        <p:nvSpPr>
          <p:cNvPr id="316" name="文本框 315">
            <a:extLst>
              <a:ext uri="{FF2B5EF4-FFF2-40B4-BE49-F238E27FC236}">
                <a16:creationId xmlns:a16="http://schemas.microsoft.com/office/drawing/2014/main" id="{B272F5FF-471B-0DE9-A91D-25ACB4FFFB12}"/>
              </a:ext>
            </a:extLst>
          </p:cNvPr>
          <p:cNvSpPr txBox="1"/>
          <p:nvPr/>
        </p:nvSpPr>
        <p:spPr>
          <a:xfrm>
            <a:off x="706015" y="-472632"/>
            <a:ext cx="712054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Wind farms</a:t>
            </a:r>
            <a:endParaRPr lang="en-GB" sz="831"/>
          </a:p>
        </p:txBody>
      </p:sp>
      <p:cxnSp>
        <p:nvCxnSpPr>
          <p:cNvPr id="317" name="直接箭头连接符 316">
            <a:extLst>
              <a:ext uri="{FF2B5EF4-FFF2-40B4-BE49-F238E27FC236}">
                <a16:creationId xmlns:a16="http://schemas.microsoft.com/office/drawing/2014/main" id="{522A0954-8DD9-06C4-95B6-09F96C43AB57}"/>
              </a:ext>
            </a:extLst>
          </p:cNvPr>
          <p:cNvCxnSpPr>
            <a:cxnSpLocks/>
            <a:stCxn id="315" idx="2"/>
          </p:cNvCxnSpPr>
          <p:nvPr/>
        </p:nvCxnSpPr>
        <p:spPr>
          <a:xfrm>
            <a:off x="1030935" y="2797221"/>
            <a:ext cx="0" cy="917135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7" name="图片 326">
            <a:extLst>
              <a:ext uri="{FF2B5EF4-FFF2-40B4-BE49-F238E27FC236}">
                <a16:creationId xmlns:a16="http://schemas.microsoft.com/office/drawing/2014/main" id="{90B8B4EF-A80B-942A-FD0B-29EC16C84A1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7176" b="98440" l="8224" r="99178">
                        <a14:foregroundMark x1="61842" y1="8268" x2="66447" y2="7956"/>
                        <a14:foregroundMark x1="93421" y1="26521" x2="97533" y2="30265"/>
                        <a14:foregroundMark x1="32566" y1="91576" x2="48355" y2="93916"/>
                        <a14:foregroundMark x1="41118" y1="98128" x2="45066" y2="98440"/>
                        <a14:foregroundMark x1="8388" y1="79251" x2="9046" y2="83151"/>
                        <a14:foregroundMark x1="97039" y1="69111" x2="99178" y2="72387"/>
                      </a14:backgroundRemoval>
                    </a14:imgEffect>
                  </a14:imgLayer>
                </a14:imgProps>
              </a:ext>
            </a:extLst>
          </a:blip>
          <a:srcRect l="7245" t="6629"/>
          <a:stretch>
            <a:fillRect/>
          </a:stretch>
        </p:blipFill>
        <p:spPr>
          <a:xfrm>
            <a:off x="3224428" y="4204950"/>
            <a:ext cx="281809" cy="299077"/>
          </a:xfrm>
          <a:prstGeom prst="rect">
            <a:avLst/>
          </a:prstGeom>
        </p:spPr>
      </p:pic>
      <p:cxnSp>
        <p:nvCxnSpPr>
          <p:cNvPr id="332" name="直接箭头连接符 331">
            <a:extLst>
              <a:ext uri="{FF2B5EF4-FFF2-40B4-BE49-F238E27FC236}">
                <a16:creationId xmlns:a16="http://schemas.microsoft.com/office/drawing/2014/main" id="{D97EA53C-7883-CF68-8BF8-2B1FEF389D3D}"/>
              </a:ext>
            </a:extLst>
          </p:cNvPr>
          <p:cNvCxnSpPr>
            <a:cxnSpLocks/>
            <a:endCxn id="278" idx="0"/>
          </p:cNvCxnSpPr>
          <p:nvPr/>
        </p:nvCxnSpPr>
        <p:spPr>
          <a:xfrm>
            <a:off x="1863670" y="3714356"/>
            <a:ext cx="1" cy="55912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直接箭头连接符 336">
            <a:extLst>
              <a:ext uri="{FF2B5EF4-FFF2-40B4-BE49-F238E27FC236}">
                <a16:creationId xmlns:a16="http://schemas.microsoft.com/office/drawing/2014/main" id="{01ED0751-F0EB-747C-4E82-91AAB6E034EE}"/>
              </a:ext>
            </a:extLst>
          </p:cNvPr>
          <p:cNvCxnSpPr>
            <a:cxnSpLocks/>
            <a:endCxn id="283" idx="0"/>
          </p:cNvCxnSpPr>
          <p:nvPr/>
        </p:nvCxnSpPr>
        <p:spPr>
          <a:xfrm>
            <a:off x="2616124" y="3714357"/>
            <a:ext cx="0" cy="536464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直接箭头连接符 236">
            <a:extLst>
              <a:ext uri="{FF2B5EF4-FFF2-40B4-BE49-F238E27FC236}">
                <a16:creationId xmlns:a16="http://schemas.microsoft.com/office/drawing/2014/main" id="{65EB7147-8E8C-852B-07FF-C988AD51D67F}"/>
              </a:ext>
            </a:extLst>
          </p:cNvPr>
          <p:cNvCxnSpPr>
            <a:cxnSpLocks/>
            <a:endCxn id="327" idx="0"/>
          </p:cNvCxnSpPr>
          <p:nvPr/>
        </p:nvCxnSpPr>
        <p:spPr>
          <a:xfrm>
            <a:off x="3365333" y="3714357"/>
            <a:ext cx="0" cy="490595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4" name="图片 343">
            <a:extLst>
              <a:ext uri="{FF2B5EF4-FFF2-40B4-BE49-F238E27FC236}">
                <a16:creationId xmlns:a16="http://schemas.microsoft.com/office/drawing/2014/main" id="{A663F5D4-84D2-56B4-69CD-CABD36051CB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4230" b="97072" l="5556" r="99502">
                        <a14:foregroundMark x1="51575" y1="6941" x2="51575" y2="11605"/>
                        <a14:foregroundMark x1="51327" y1="4230" x2="52073" y2="5098"/>
                        <a14:foregroundMark x1="66833" y1="39805" x2="68491" y2="40672"/>
                        <a14:foregroundMark x1="77446" y1="39805" x2="79270" y2="41323"/>
                        <a14:foregroundMark x1="81426" y1="49349" x2="82836" y2="51193"/>
                        <a14:foregroundMark x1="83499" y1="57918" x2="85406" y2="59436"/>
                        <a14:foregroundMark x1="90299" y1="48373" x2="92206" y2="50868"/>
                        <a14:foregroundMark x1="93367" y1="57918" x2="96683" y2="61280"/>
                        <a14:foregroundMark x1="72471" y1="57592" x2="75041" y2="59761"/>
                        <a14:foregroundMark x1="70398" y1="49349" x2="72222" y2="51193"/>
                        <a14:foregroundMark x1="62189" y1="57918" x2="64511" y2="58785"/>
                        <a14:foregroundMark x1="38972" y1="58243" x2="40547" y2="57918"/>
                        <a14:foregroundMark x1="43864" y1="63774" x2="45274" y2="63774"/>
                        <a14:foregroundMark x1="57960" y1="67462" x2="60282" y2="68004"/>
                        <a14:foregroundMark x1="34494" y1="40998" x2="36153" y2="40672"/>
                        <a14:foregroundMark x1="31675" y1="49566" x2="33085" y2="49566"/>
                        <a14:foregroundMark x1="28109" y1="58785" x2="30017" y2="59111"/>
                        <a14:foregroundMark x1="18242" y1="58785" x2="20647" y2="57592"/>
                        <a14:foregroundMark x1="21310" y1="50217" x2="23217" y2="49566"/>
                        <a14:foregroundMark x1="24378" y1="40130" x2="26700" y2="39805"/>
                        <a14:foregroundMark x1="10531" y1="49566" x2="13599" y2="49566"/>
                        <a14:foregroundMark x1="5804" y1="61280" x2="7711" y2="60629"/>
                        <a14:foregroundMark x1="7960" y1="76030" x2="9370" y2="76030"/>
                        <a14:foregroundMark x1="10779" y1="85249" x2="14096" y2="88286"/>
                        <a14:foregroundMark x1="14096" y1="88286" x2="14096" y2="88612"/>
                        <a14:foregroundMark x1="17081" y1="75380" x2="19652" y2="77549"/>
                        <a14:foregroundMark x1="19652" y1="84599" x2="23881" y2="88937"/>
                        <a14:foregroundMark x1="23881" y1="88937" x2="23881" y2="88937"/>
                        <a14:foregroundMark x1="27446" y1="76030" x2="30265" y2="77874"/>
                        <a14:foregroundMark x1="30929" y1="84924" x2="34743" y2="87310"/>
                        <a14:foregroundMark x1="33748" y1="93818" x2="37977" y2="96204"/>
                        <a14:foregroundMark x1="37977" y1="96204" x2="38723" y2="97180"/>
                        <a14:foregroundMark x1="23881" y1="93492" x2="28358" y2="95662"/>
                        <a14:foregroundMark x1="38226" y1="75705" x2="41957" y2="78200"/>
                        <a14:foregroundMark x1="40796" y1="84273" x2="44444" y2="87310"/>
                        <a14:foregroundMark x1="44444" y1="87310" x2="44527" y2="87636"/>
                        <a14:foregroundMark x1="45025" y1="93492" x2="48093" y2="95662"/>
                        <a14:foregroundMark x1="62355" y1="77549" x2="67330" y2="75054"/>
                        <a14:foregroundMark x1="58209" y1="87093" x2="64013" y2="83948"/>
                        <a14:foregroundMark x1="55556" y1="95011" x2="60779" y2="91323"/>
                        <a14:foregroundMark x1="65920" y1="97180" x2="69900" y2="92842"/>
                        <a14:foregroundMark x1="68740" y1="86117" x2="72720" y2="84599"/>
                        <a14:foregroundMark x1="71559" y1="78416" x2="76949" y2="76356"/>
                        <a14:foregroundMark x1="82338" y1="78742" x2="85821" y2="75705"/>
                        <a14:foregroundMark x1="78856" y1="87093" x2="83250" y2="84924"/>
                        <a14:foregroundMark x1="75539" y1="96855" x2="79270" y2="93167"/>
                        <a14:foregroundMark x1="89635" y1="86768" x2="93864" y2="83948"/>
                        <a14:foregroundMark x1="93367" y1="77549" x2="99502" y2="74512"/>
                      </a14:backgroundRemoval>
                    </a14:imgEffect>
                  </a14:imgLayer>
                </a14:imgProps>
              </a:ext>
            </a:extLst>
          </a:blip>
          <a:srcRect l="3246" t="2667"/>
          <a:stretch>
            <a:fillRect/>
          </a:stretch>
        </p:blipFill>
        <p:spPr>
          <a:xfrm>
            <a:off x="787465" y="4083829"/>
            <a:ext cx="697846" cy="536709"/>
          </a:xfrm>
          <a:prstGeom prst="rect">
            <a:avLst/>
          </a:prstGeom>
        </p:spPr>
      </p:pic>
      <p:sp>
        <p:nvSpPr>
          <p:cNvPr id="345" name="文本框 344">
            <a:extLst>
              <a:ext uri="{FF2B5EF4-FFF2-40B4-BE49-F238E27FC236}">
                <a16:creationId xmlns:a16="http://schemas.microsoft.com/office/drawing/2014/main" id="{C1CAD4A4-BE32-8C70-D58E-E6749665BC80}"/>
              </a:ext>
            </a:extLst>
          </p:cNvPr>
          <p:cNvSpPr txBox="1"/>
          <p:nvPr/>
        </p:nvSpPr>
        <p:spPr>
          <a:xfrm>
            <a:off x="785732" y="4626814"/>
            <a:ext cx="712054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Solar farms</a:t>
            </a:r>
            <a:endParaRPr lang="en-GB" sz="831"/>
          </a:p>
        </p:txBody>
      </p:sp>
      <p:cxnSp>
        <p:nvCxnSpPr>
          <p:cNvPr id="346" name="直接箭头连接符 345">
            <a:extLst>
              <a:ext uri="{FF2B5EF4-FFF2-40B4-BE49-F238E27FC236}">
                <a16:creationId xmlns:a16="http://schemas.microsoft.com/office/drawing/2014/main" id="{9F2CC4B1-03A1-5BED-D3B0-866B9B92CB54}"/>
              </a:ext>
            </a:extLst>
          </p:cNvPr>
          <p:cNvCxnSpPr>
            <a:cxnSpLocks/>
            <a:stCxn id="344" idx="0"/>
          </p:cNvCxnSpPr>
          <p:nvPr/>
        </p:nvCxnSpPr>
        <p:spPr>
          <a:xfrm flipH="1" flipV="1">
            <a:off x="1134866" y="3716902"/>
            <a:ext cx="1522" cy="366927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文本框 348">
            <a:extLst>
              <a:ext uri="{FF2B5EF4-FFF2-40B4-BE49-F238E27FC236}">
                <a16:creationId xmlns:a16="http://schemas.microsoft.com/office/drawing/2014/main" id="{472AC9E8-C290-63BB-F38C-FD57F0DC6D5B}"/>
              </a:ext>
            </a:extLst>
          </p:cNvPr>
          <p:cNvSpPr txBox="1"/>
          <p:nvPr/>
        </p:nvSpPr>
        <p:spPr>
          <a:xfrm>
            <a:off x="1912650" y="-390532"/>
            <a:ext cx="748923" cy="2201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831"/>
              <a:t>Hydropower</a:t>
            </a:r>
            <a:endParaRPr lang="en-GB" sz="831"/>
          </a:p>
        </p:txBody>
      </p:sp>
      <p:sp>
        <p:nvSpPr>
          <p:cNvPr id="350" name="文本框 349">
            <a:extLst>
              <a:ext uri="{FF2B5EF4-FFF2-40B4-BE49-F238E27FC236}">
                <a16:creationId xmlns:a16="http://schemas.microsoft.com/office/drawing/2014/main" id="{95C58C92-7250-BA7B-900B-48012D454E4D}"/>
              </a:ext>
            </a:extLst>
          </p:cNvPr>
          <p:cNvSpPr txBox="1"/>
          <p:nvPr/>
        </p:nvSpPr>
        <p:spPr>
          <a:xfrm>
            <a:off x="-121543" y="4049635"/>
            <a:ext cx="692818" cy="3480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831"/>
              <a:t>Clean</a:t>
            </a:r>
          </a:p>
          <a:p>
            <a:pPr algn="ctr"/>
            <a:r>
              <a:rPr lang="en-US" sz="831"/>
              <a:t>natural gas</a:t>
            </a:r>
            <a:endParaRPr lang="en-GB" sz="831"/>
          </a:p>
        </p:txBody>
      </p:sp>
      <p:sp>
        <p:nvSpPr>
          <p:cNvPr id="351" name="文本框 350">
            <a:extLst>
              <a:ext uri="{FF2B5EF4-FFF2-40B4-BE49-F238E27FC236}">
                <a16:creationId xmlns:a16="http://schemas.microsoft.com/office/drawing/2014/main" id="{CDA6095A-C404-E1A6-28DA-0D381DABF4CB}"/>
              </a:ext>
            </a:extLst>
          </p:cNvPr>
          <p:cNvSpPr txBox="1"/>
          <p:nvPr/>
        </p:nvSpPr>
        <p:spPr>
          <a:xfrm>
            <a:off x="1321018" y="3132016"/>
            <a:ext cx="811441" cy="3480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831"/>
              <a:t>Pumped </a:t>
            </a:r>
          </a:p>
          <a:p>
            <a:pPr algn="ctr"/>
            <a:r>
              <a:rPr lang="en-US" sz="831"/>
              <a:t>hydro storage</a:t>
            </a:r>
            <a:endParaRPr lang="en-GB" sz="831"/>
          </a:p>
        </p:txBody>
      </p:sp>
      <p:sp>
        <p:nvSpPr>
          <p:cNvPr id="352" name="文本框 351">
            <a:extLst>
              <a:ext uri="{FF2B5EF4-FFF2-40B4-BE49-F238E27FC236}">
                <a16:creationId xmlns:a16="http://schemas.microsoft.com/office/drawing/2014/main" id="{B5897340-A703-D0FB-9026-9E0007BF037F}"/>
              </a:ext>
            </a:extLst>
          </p:cNvPr>
          <p:cNvSpPr txBox="1"/>
          <p:nvPr/>
        </p:nvSpPr>
        <p:spPr>
          <a:xfrm>
            <a:off x="1571764" y="4657775"/>
            <a:ext cx="583814" cy="2201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831"/>
              <a:t>Biomass</a:t>
            </a:r>
            <a:endParaRPr lang="en-GB" sz="831"/>
          </a:p>
        </p:txBody>
      </p:sp>
      <p:sp>
        <p:nvSpPr>
          <p:cNvPr id="353" name="文本框 352">
            <a:extLst>
              <a:ext uri="{FF2B5EF4-FFF2-40B4-BE49-F238E27FC236}">
                <a16:creationId xmlns:a16="http://schemas.microsoft.com/office/drawing/2014/main" id="{2F131BB0-A99B-395F-B369-E37D9A14BF0C}"/>
              </a:ext>
            </a:extLst>
          </p:cNvPr>
          <p:cNvSpPr txBox="1"/>
          <p:nvPr/>
        </p:nvSpPr>
        <p:spPr>
          <a:xfrm>
            <a:off x="2345932" y="4659346"/>
            <a:ext cx="538930" cy="3480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831"/>
              <a:t>Flexible</a:t>
            </a:r>
          </a:p>
          <a:p>
            <a:pPr algn="ctr"/>
            <a:r>
              <a:rPr lang="en-US" sz="831"/>
              <a:t>nuclear</a:t>
            </a:r>
            <a:endParaRPr lang="en-GB" sz="831"/>
          </a:p>
        </p:txBody>
      </p:sp>
      <p:sp>
        <p:nvSpPr>
          <p:cNvPr id="354" name="文本框 353">
            <a:extLst>
              <a:ext uri="{FF2B5EF4-FFF2-40B4-BE49-F238E27FC236}">
                <a16:creationId xmlns:a16="http://schemas.microsoft.com/office/drawing/2014/main" id="{58055162-30B2-DBF9-0BC3-F4E51669AD6C}"/>
              </a:ext>
            </a:extLst>
          </p:cNvPr>
          <p:cNvSpPr txBox="1"/>
          <p:nvPr/>
        </p:nvSpPr>
        <p:spPr>
          <a:xfrm>
            <a:off x="3108799" y="4532009"/>
            <a:ext cx="527709" cy="3480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831"/>
              <a:t>Battery</a:t>
            </a:r>
          </a:p>
          <a:p>
            <a:pPr algn="ctr"/>
            <a:r>
              <a:rPr lang="en-US" sz="831"/>
              <a:t>storage</a:t>
            </a:r>
            <a:endParaRPr lang="en-GB" sz="831"/>
          </a:p>
        </p:txBody>
      </p:sp>
      <p:pic>
        <p:nvPicPr>
          <p:cNvPr id="356" name="图片 355">
            <a:extLst>
              <a:ext uri="{FF2B5EF4-FFF2-40B4-BE49-F238E27FC236}">
                <a16:creationId xmlns:a16="http://schemas.microsoft.com/office/drawing/2014/main" id="{B4E11F9B-350E-3619-3ECF-5E0266BBFD2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7344" b="94560" l="4984" r="91983">
                        <a14:foregroundMark x1="30769" y1="7344" x2="36620" y2="8613"/>
                        <a14:foregroundMark x1="5200" y1="19130" x2="2925" y2="63826"/>
                        <a14:foregroundMark x1="2925" y1="63826" x2="8884" y2="59383"/>
                        <a14:foregroundMark x1="8884" y1="59383" x2="9101" y2="16954"/>
                        <a14:foregroundMark x1="9101" y1="16954" x2="4984" y2="17498"/>
                        <a14:foregroundMark x1="71073" y1="44515" x2="72806" y2="63010"/>
                        <a14:foregroundMark x1="72806" y1="63010" x2="82124" y2="82321"/>
                        <a14:foregroundMark x1="82124" y1="82321" x2="95016" y2="60743"/>
                        <a14:foregroundMark x1="95016" y1="60743" x2="90033" y2="41704"/>
                        <a14:foregroundMark x1="90033" y1="41704" x2="78873" y2="40073"/>
                        <a14:foregroundMark x1="78873" y1="40073" x2="75840" y2="41795"/>
                        <a14:foregroundMark x1="87107" y1="35811" x2="93824" y2="51496"/>
                        <a14:foregroundMark x1="93824" y1="51496" x2="91983" y2="79057"/>
                        <a14:foregroundMark x1="91983" y1="79057" x2="87649" y2="82956"/>
                        <a14:foregroundMark x1="87649" y1="82956" x2="76381" y2="85403"/>
                        <a14:foregroundMark x1="76381" y1="85403" x2="71289" y2="82321"/>
                        <a14:foregroundMark x1="71289" y1="82321" x2="69772" y2="76881"/>
                        <a14:foregroundMark x1="69772" y1="76881" x2="69556" y2="76791"/>
                        <a14:foregroundMark x1="57638" y1="91115" x2="66089" y2="93291"/>
                        <a14:foregroundMark x1="66089" y1="93291" x2="70856" y2="90752"/>
                        <a14:foregroundMark x1="70856" y1="90752" x2="72589" y2="90390"/>
                        <a14:foregroundMark x1="63272" y1="94560" x2="66089" y2="94560"/>
                      </a14:backgroundRemoval>
                    </a14:imgEffect>
                  </a14:imgLayer>
                </a14:imgProps>
              </a:ext>
            </a:extLst>
          </a:blip>
          <a:srcRect l="1638" t="5077" r="4946" b="4725"/>
          <a:stretch>
            <a:fillRect/>
          </a:stretch>
        </p:blipFill>
        <p:spPr>
          <a:xfrm>
            <a:off x="6785122" y="2483873"/>
            <a:ext cx="259199" cy="299077"/>
          </a:xfrm>
          <a:prstGeom prst="rect">
            <a:avLst/>
          </a:prstGeom>
        </p:spPr>
      </p:pic>
      <p:pic>
        <p:nvPicPr>
          <p:cNvPr id="384" name="图片 383">
            <a:extLst>
              <a:ext uri="{FF2B5EF4-FFF2-40B4-BE49-F238E27FC236}">
                <a16:creationId xmlns:a16="http://schemas.microsoft.com/office/drawing/2014/main" id="{3C74E6CD-20AD-A558-901F-945C7E33E38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2232" b="99318" l="5054" r="97550">
                        <a14:foregroundMark x1="46554" y1="6572" x2="56815" y2="7254"/>
                        <a14:foregroundMark x1="49923" y1="2232" x2="53905" y2="2232"/>
                        <a14:foregroundMark x1="5819" y1="14879" x2="5819" y2="17855"/>
                        <a14:foregroundMark x1="5054" y1="18723" x2="6279" y2="20025"/>
                        <a14:foregroundMark x1="5054" y1="25046" x2="5819" y2="29882"/>
                        <a14:foregroundMark x1="5819" y1="33726" x2="6279" y2="38376"/>
                        <a14:foregroundMark x1="93109" y1="31680" x2="96325" y2="35462"/>
                        <a14:foregroundMark x1="96325" y1="35462" x2="96325" y2="37694"/>
                        <a14:foregroundMark x1="97090" y1="42033" x2="97090" y2="47179"/>
                        <a14:foregroundMark x1="97550" y1="52015" x2="96784" y2="56479"/>
                        <a14:foregroundMark x1="19449" y1="92312" x2="23890" y2="90639"/>
                        <a14:foregroundMark x1="45789" y1="94606" x2="54518" y2="95226"/>
                        <a14:foregroundMark x1="54518" y1="95226" x2="56049" y2="94296"/>
                        <a14:foregroundMark x1="49923" y1="99318" x2="52374" y2="99318"/>
                      </a14:backgroundRemoval>
                    </a14:imgEffect>
                  </a14:imgLayer>
                </a14:imgProps>
              </a:ext>
            </a:extLst>
          </a:blip>
          <a:srcRect l="3012" t="1067" b="1"/>
          <a:stretch>
            <a:fillRect/>
          </a:stretch>
        </p:blipFill>
        <p:spPr>
          <a:xfrm>
            <a:off x="3949865" y="3400908"/>
            <a:ext cx="247284" cy="623077"/>
          </a:xfrm>
          <a:prstGeom prst="rect">
            <a:avLst/>
          </a:prstGeom>
        </p:spPr>
      </p:pic>
      <p:pic>
        <p:nvPicPr>
          <p:cNvPr id="385" name="图片 384">
            <a:extLst>
              <a:ext uri="{FF2B5EF4-FFF2-40B4-BE49-F238E27FC236}">
                <a16:creationId xmlns:a16="http://schemas.microsoft.com/office/drawing/2014/main" id="{8A1E4731-5BCA-D8D0-42D6-3E1EBDD6233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376" b="99167" l="17469" r="98222">
                        <a14:foregroundMark x1="16527" y1="2896" x2="21444" y2="8617"/>
                        <a14:foregroundMark x1="21444" y1="8617" x2="44665" y2="9232"/>
                        <a14:foregroundMark x1="44665" y1="9232" x2="52929" y2="10319"/>
                        <a14:foregroundMark x1="17469" y1="2715" x2="19247" y2="7060"/>
                        <a14:foregroundMark x1="17469" y1="1955" x2="18828" y2="3512"/>
                        <a14:foregroundMark x1="17469" y1="2571" x2="18305" y2="1484"/>
                        <a14:foregroundMark x1="87029" y1="12962" x2="87029" y2="16872"/>
                        <a14:foregroundMark x1="86088" y1="13903" x2="87448" y2="16691"/>
                        <a14:foregroundMark x1="92782" y1="18863" x2="94665" y2="20275"/>
                        <a14:foregroundMark x1="95502" y1="30992" x2="98222" y2="32078"/>
                        <a14:foregroundMark x1="17469" y1="13758" x2="19247" y2="19189"/>
                        <a14:foregroundMark x1="19247" y1="13758" x2="19665" y2="16546"/>
                        <a14:foregroundMark x1="50209" y1="91564" x2="53347" y2="99167"/>
                      </a14:backgroundRemoval>
                    </a14:imgEffect>
                  </a14:imgLayer>
                </a14:imgProps>
              </a:ext>
            </a:extLst>
          </a:blip>
          <a:srcRect l="9295" t="1466"/>
          <a:stretch>
            <a:fillRect/>
          </a:stretch>
        </p:blipFill>
        <p:spPr>
          <a:xfrm>
            <a:off x="4688664" y="3498125"/>
            <a:ext cx="135000" cy="423692"/>
          </a:xfrm>
          <a:prstGeom prst="rect">
            <a:avLst/>
          </a:prstGeom>
        </p:spPr>
      </p:pic>
      <p:sp>
        <p:nvSpPr>
          <p:cNvPr id="386" name="文本框 385">
            <a:extLst>
              <a:ext uri="{FF2B5EF4-FFF2-40B4-BE49-F238E27FC236}">
                <a16:creationId xmlns:a16="http://schemas.microsoft.com/office/drawing/2014/main" id="{8F2A6850-4653-B76E-752A-7E130ED87398}"/>
              </a:ext>
            </a:extLst>
          </p:cNvPr>
          <p:cNvSpPr txBox="1"/>
          <p:nvPr/>
        </p:nvSpPr>
        <p:spPr>
          <a:xfrm>
            <a:off x="3678891" y="3067185"/>
            <a:ext cx="78732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Transmission network</a:t>
            </a:r>
            <a:endParaRPr lang="en-GB" sz="831"/>
          </a:p>
        </p:txBody>
      </p:sp>
      <p:cxnSp>
        <p:nvCxnSpPr>
          <p:cNvPr id="387" name="直接箭头连接符 386">
            <a:extLst>
              <a:ext uri="{FF2B5EF4-FFF2-40B4-BE49-F238E27FC236}">
                <a16:creationId xmlns:a16="http://schemas.microsoft.com/office/drawing/2014/main" id="{B4BAFBC5-0248-1BF2-C220-17966FCDAF9E}"/>
              </a:ext>
            </a:extLst>
          </p:cNvPr>
          <p:cNvCxnSpPr>
            <a:cxnSpLocks/>
            <a:stCxn id="384" idx="3"/>
            <a:endCxn id="385" idx="1"/>
          </p:cNvCxnSpPr>
          <p:nvPr/>
        </p:nvCxnSpPr>
        <p:spPr>
          <a:xfrm flipV="1">
            <a:off x="4197149" y="3709972"/>
            <a:ext cx="491515" cy="2476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文本框 387">
            <a:extLst>
              <a:ext uri="{FF2B5EF4-FFF2-40B4-BE49-F238E27FC236}">
                <a16:creationId xmlns:a16="http://schemas.microsoft.com/office/drawing/2014/main" id="{5BEA2E57-B5C5-9F8A-1B7A-7B371B16DAC4}"/>
              </a:ext>
            </a:extLst>
          </p:cNvPr>
          <p:cNvSpPr txBox="1"/>
          <p:nvPr/>
        </p:nvSpPr>
        <p:spPr>
          <a:xfrm>
            <a:off x="4319987" y="3071132"/>
            <a:ext cx="86627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Distribution network</a:t>
            </a:r>
            <a:endParaRPr lang="en-GB" sz="831"/>
          </a:p>
        </p:txBody>
      </p:sp>
      <p:sp>
        <p:nvSpPr>
          <p:cNvPr id="390" name="椭圆 389">
            <a:extLst>
              <a:ext uri="{FF2B5EF4-FFF2-40B4-BE49-F238E27FC236}">
                <a16:creationId xmlns:a16="http://schemas.microsoft.com/office/drawing/2014/main" id="{B74816E0-73C5-0B6C-A3F2-4C1847422907}"/>
              </a:ext>
            </a:extLst>
          </p:cNvPr>
          <p:cNvSpPr/>
          <p:nvPr/>
        </p:nvSpPr>
        <p:spPr>
          <a:xfrm>
            <a:off x="5171214" y="3709901"/>
            <a:ext cx="0" cy="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391" name="直接箭头连接符 390">
            <a:extLst>
              <a:ext uri="{FF2B5EF4-FFF2-40B4-BE49-F238E27FC236}">
                <a16:creationId xmlns:a16="http://schemas.microsoft.com/office/drawing/2014/main" id="{1264C256-3625-ABFB-8F25-E67BB6F9DC96}"/>
              </a:ext>
            </a:extLst>
          </p:cNvPr>
          <p:cNvCxnSpPr>
            <a:cxnSpLocks/>
            <a:stCxn id="385" idx="3"/>
            <a:endCxn id="390" idx="2"/>
          </p:cNvCxnSpPr>
          <p:nvPr/>
        </p:nvCxnSpPr>
        <p:spPr>
          <a:xfrm flipV="1">
            <a:off x="4823665" y="3709901"/>
            <a:ext cx="347550" cy="69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9" name="图片 398">
            <a:extLst>
              <a:ext uri="{FF2B5EF4-FFF2-40B4-BE49-F238E27FC236}">
                <a16:creationId xmlns:a16="http://schemas.microsoft.com/office/drawing/2014/main" id="{63D7506C-2DD4-91E1-EA73-137705923DF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245" b="95000" l="4253" r="95311">
                        <a14:foregroundMark x1="8942" y1="25094" x2="6652" y2="43019"/>
                        <a14:foregroundMark x1="46020" y1="15000" x2="56925" y2="15755"/>
                        <a14:foregroundMark x1="5234" y1="27358" x2="7961" y2="50094"/>
                        <a14:foregroundMark x1="4580" y1="36038" x2="8179" y2="70660"/>
                        <a14:foregroundMark x1="8179" y1="70660" x2="37841" y2="80566"/>
                        <a14:foregroundMark x1="37841" y1="80566" x2="56925" y2="81038"/>
                        <a14:foregroundMark x1="15594" y1="52453" x2="44275" y2="58774"/>
                        <a14:foregroundMark x1="44275" y1="58774" x2="74482" y2="57547"/>
                        <a14:foregroundMark x1="74482" y1="57547" x2="94875" y2="47075"/>
                        <a14:foregroundMark x1="94875" y1="47075" x2="95311" y2="45943"/>
                        <a14:foregroundMark x1="95311" y1="36698" x2="94875" y2="45189"/>
                        <a14:foregroundMark x1="42530" y1="89906" x2="60960" y2="91981"/>
                        <a14:foregroundMark x1="41549" y1="94528" x2="56816" y2="95000"/>
                        <a14:foregroundMark x1="56816" y1="95000" x2="59433" y2="94717"/>
                        <a14:foregroundMark x1="44493" y1="9245" x2="54962" y2="9811"/>
                      </a14:backgroundRemoval>
                    </a14:imgEffect>
                  </a14:imgLayer>
                </a14:imgProps>
              </a:ext>
            </a:extLst>
          </a:blip>
          <a:srcRect l="3298" t="9729" r="4591" b="4497"/>
          <a:stretch>
            <a:fillRect/>
          </a:stretch>
        </p:blipFill>
        <p:spPr>
          <a:xfrm>
            <a:off x="2104605" y="3143223"/>
            <a:ext cx="277847" cy="299077"/>
          </a:xfrm>
          <a:prstGeom prst="rect">
            <a:avLst/>
          </a:prstGeom>
        </p:spPr>
      </p:pic>
      <p:pic>
        <p:nvPicPr>
          <p:cNvPr id="402" name="图片 401">
            <a:extLst>
              <a:ext uri="{FF2B5EF4-FFF2-40B4-BE49-F238E27FC236}">
                <a16:creationId xmlns:a16="http://schemas.microsoft.com/office/drawing/2014/main" id="{AD32BF19-C637-F2A2-E28E-DF8AB5DF8A2E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l="5219" t="933"/>
          <a:stretch>
            <a:fillRect/>
          </a:stretch>
        </p:blipFill>
        <p:spPr>
          <a:xfrm>
            <a:off x="6040122" y="2472651"/>
            <a:ext cx="367035" cy="324000"/>
          </a:xfrm>
          <a:prstGeom prst="rect">
            <a:avLst/>
          </a:prstGeom>
        </p:spPr>
      </p:pic>
      <p:sp>
        <p:nvSpPr>
          <p:cNvPr id="404" name="文本框 403">
            <a:extLst>
              <a:ext uri="{FF2B5EF4-FFF2-40B4-BE49-F238E27FC236}">
                <a16:creationId xmlns:a16="http://schemas.microsoft.com/office/drawing/2014/main" id="{FF3ADE85-5159-D0D3-1220-445278DC5519}"/>
              </a:ext>
            </a:extLst>
          </p:cNvPr>
          <p:cNvSpPr txBox="1"/>
          <p:nvPr/>
        </p:nvSpPr>
        <p:spPr>
          <a:xfrm>
            <a:off x="6048931" y="-426956"/>
            <a:ext cx="679630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Industry &amp; Building</a:t>
            </a:r>
            <a:endParaRPr lang="en-GB" sz="831"/>
          </a:p>
        </p:txBody>
      </p:sp>
      <p:sp>
        <p:nvSpPr>
          <p:cNvPr id="406" name="文本框 405">
            <a:extLst>
              <a:ext uri="{FF2B5EF4-FFF2-40B4-BE49-F238E27FC236}">
                <a16:creationId xmlns:a16="http://schemas.microsoft.com/office/drawing/2014/main" id="{8EB0EEE8-776A-A7BB-A2C5-38E168D0933A}"/>
              </a:ext>
            </a:extLst>
          </p:cNvPr>
          <p:cNvSpPr txBox="1"/>
          <p:nvPr/>
        </p:nvSpPr>
        <p:spPr>
          <a:xfrm>
            <a:off x="6704523" y="3215558"/>
            <a:ext cx="647097" cy="220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Home</a:t>
            </a:r>
            <a:endParaRPr lang="en-GB" sz="831"/>
          </a:p>
        </p:txBody>
      </p:sp>
      <p:cxnSp>
        <p:nvCxnSpPr>
          <p:cNvPr id="407" name="直接箭头连接符 406">
            <a:extLst>
              <a:ext uri="{FF2B5EF4-FFF2-40B4-BE49-F238E27FC236}">
                <a16:creationId xmlns:a16="http://schemas.microsoft.com/office/drawing/2014/main" id="{8F38A6F2-EFE4-6D05-9271-0591E3256AA7}"/>
              </a:ext>
            </a:extLst>
          </p:cNvPr>
          <p:cNvCxnSpPr>
            <a:cxnSpLocks/>
            <a:stCxn id="390" idx="0"/>
            <a:endCxn id="442" idx="1"/>
          </p:cNvCxnSpPr>
          <p:nvPr/>
        </p:nvCxnSpPr>
        <p:spPr>
          <a:xfrm rot="5400000" flipH="1" flipV="1">
            <a:off x="5597097" y="3002492"/>
            <a:ext cx="281528" cy="1133291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8" name="图片 407">
            <a:extLst>
              <a:ext uri="{FF2B5EF4-FFF2-40B4-BE49-F238E27FC236}">
                <a16:creationId xmlns:a16="http://schemas.microsoft.com/office/drawing/2014/main" id="{3DCF7CC1-548C-00C1-FE94-E0973D57564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4405" b="99780" l="4387" r="99838">
                        <a14:foregroundMark x1="9504" y1="27093" x2="23639" y2="62885"/>
                        <a14:foregroundMark x1="23639" y1="62885" x2="37287" y2="71641"/>
                        <a14:foregroundMark x1="3737" y1="20595" x2="11210" y2="62775"/>
                        <a14:foregroundMark x1="11210" y1="62775" x2="7636" y2="86013"/>
                        <a14:foregroundMark x1="7636" y1="86013" x2="39480" y2="93502"/>
                        <a14:foregroundMark x1="39480" y1="93502" x2="48010" y2="67126"/>
                        <a14:foregroundMark x1="48010" y1="67126" x2="42811" y2="37665"/>
                        <a14:foregroundMark x1="42811" y1="37665" x2="19578" y2="44163"/>
                        <a14:foregroundMark x1="19578" y1="44163" x2="43948" y2="49725"/>
                        <a14:foregroundMark x1="43948" y1="49725" x2="23883" y2="53414"/>
                        <a14:foregroundMark x1="23883" y1="53414" x2="20552" y2="91410"/>
                        <a14:foregroundMark x1="20552" y1="91410" x2="34037" y2="85518"/>
                        <a14:foregroundMark x1="34037" y1="85518" x2="23477" y2="73458"/>
                        <a14:foregroundMark x1="23477" y1="73458" x2="19009" y2="81828"/>
                        <a14:foregroundMark x1="19009" y1="81828" x2="37937" y2="86784"/>
                        <a14:foregroundMark x1="15272" y1="76211" x2="16084" y2="86344"/>
                        <a14:foregroundMark x1="16084" y1="86344" x2="20715" y2="85518"/>
                        <a14:foregroundMark x1="10154" y1="82269" x2="10479" y2="87445"/>
                        <a14:foregroundMark x1="13323" y1="81828" x2="13647" y2="87445"/>
                        <a14:foregroundMark x1="5361" y1="70595" x2="4387" y2="84637"/>
                        <a14:foregroundMark x1="4712" y1="85738" x2="35743" y2="95870"/>
                        <a14:foregroundMark x1="35743" y1="95870" x2="47360" y2="95705"/>
                        <a14:foregroundMark x1="47360" y1="95705" x2="51665" y2="89097"/>
                        <a14:foregroundMark x1="51665" y1="89097" x2="51665" y2="88326"/>
                        <a14:foregroundMark x1="50041" y1="95870" x2="50690" y2="99780"/>
                        <a14:foregroundMark x1="10479" y1="18447" x2="37124" y2="22852"/>
                        <a14:foregroundMark x1="37124" y1="22852" x2="69293" y2="19824"/>
                        <a14:foregroundMark x1="69293" y1="19824" x2="70837" y2="14758"/>
                        <a14:foregroundMark x1="10479" y1="18007" x2="52071" y2="8315"/>
                        <a14:foregroundMark x1="52071" y1="8315" x2="69781" y2="12830"/>
                        <a14:foregroundMark x1="69781" y1="12830" x2="59789" y2="23128"/>
                        <a14:foregroundMark x1="59789" y1="23128" x2="41836" y2="25055"/>
                        <a14:foregroundMark x1="41836" y1="25055" x2="44435" y2="16520"/>
                        <a14:foregroundMark x1="44435" y1="16520" x2="60114" y2="14813"/>
                        <a14:foregroundMark x1="60114" y1="14813" x2="78960" y2="16244"/>
                        <a14:foregroundMark x1="78960" y1="16244" x2="74980" y2="24394"/>
                        <a14:foregroundMark x1="74980" y1="24394" x2="74655" y2="24504"/>
                        <a14:foregroundMark x1="30301" y1="24725" x2="38343" y2="29901"/>
                        <a14:foregroundMark x1="38343" y1="29901" x2="52071" y2="31057"/>
                        <a14:foregroundMark x1="52071" y1="31057" x2="57433" y2="29240"/>
                        <a14:foregroundMark x1="6011" y1="18833" x2="14622" y2="23844"/>
                        <a14:foregroundMark x1="7636" y1="18007" x2="50853" y2="4570"/>
                        <a14:foregroundMark x1="50853" y1="4570" x2="51015" y2="4570"/>
                        <a14:foregroundMark x1="49716" y1="3689" x2="93014" y2="20815"/>
                        <a14:foregroundMark x1="93014" y1="20815" x2="92851" y2="22081"/>
                        <a14:foregroundMark x1="58652" y1="4791" x2="96344" y2="19273"/>
                        <a14:foregroundMark x1="98294" y1="18447" x2="99838" y2="18833"/>
                        <a14:foregroundMark x1="99838" y1="19934" x2="99838" y2="84857"/>
                      </a14:backgroundRemoval>
                    </a14:imgEffect>
                  </a14:imgLayer>
                </a14:imgProps>
              </a:ext>
            </a:extLst>
          </a:blip>
          <a:srcRect l="3449" t="2400"/>
          <a:stretch>
            <a:fillRect/>
          </a:stretch>
        </p:blipFill>
        <p:spPr>
          <a:xfrm>
            <a:off x="6495969" y="2488700"/>
            <a:ext cx="200552" cy="299077"/>
          </a:xfrm>
          <a:prstGeom prst="rect">
            <a:avLst/>
          </a:prstGeom>
        </p:spPr>
      </p:pic>
      <p:sp>
        <p:nvSpPr>
          <p:cNvPr id="410" name="矩形 409">
            <a:extLst>
              <a:ext uri="{FF2B5EF4-FFF2-40B4-BE49-F238E27FC236}">
                <a16:creationId xmlns:a16="http://schemas.microsoft.com/office/drawing/2014/main" id="{D0984495-B3C0-60BA-48DF-CC403C3DD7FC}"/>
              </a:ext>
            </a:extLst>
          </p:cNvPr>
          <p:cNvSpPr/>
          <p:nvPr/>
        </p:nvSpPr>
        <p:spPr>
          <a:xfrm rot="16200000">
            <a:off x="4709868" y="3875560"/>
            <a:ext cx="2268000" cy="1246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411" name="直接箭头连接符 204">
            <a:extLst>
              <a:ext uri="{FF2B5EF4-FFF2-40B4-BE49-F238E27FC236}">
                <a16:creationId xmlns:a16="http://schemas.microsoft.com/office/drawing/2014/main" id="{D60FC6FE-BD1C-6A9C-6C09-15F9727D812D}"/>
              </a:ext>
            </a:extLst>
          </p:cNvPr>
          <p:cNvCxnSpPr>
            <a:cxnSpLocks/>
            <a:stCxn id="390" idx="0"/>
            <a:endCxn id="402" idx="1"/>
          </p:cNvCxnSpPr>
          <p:nvPr/>
        </p:nvCxnSpPr>
        <p:spPr>
          <a:xfrm rot="5400000" flipH="1" flipV="1">
            <a:off x="5068043" y="2737824"/>
            <a:ext cx="1075249" cy="868906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直接连接符 412">
            <a:extLst>
              <a:ext uri="{FF2B5EF4-FFF2-40B4-BE49-F238E27FC236}">
                <a16:creationId xmlns:a16="http://schemas.microsoft.com/office/drawing/2014/main" id="{F970A561-8A9E-962F-1A07-FC26EDE25972}"/>
              </a:ext>
            </a:extLst>
          </p:cNvPr>
          <p:cNvCxnSpPr>
            <a:cxnSpLocks/>
          </p:cNvCxnSpPr>
          <p:nvPr/>
        </p:nvCxnSpPr>
        <p:spPr>
          <a:xfrm>
            <a:off x="5843868" y="2859389"/>
            <a:ext cx="0" cy="2143385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直接箭头连接符 204">
            <a:extLst>
              <a:ext uri="{FF2B5EF4-FFF2-40B4-BE49-F238E27FC236}">
                <a16:creationId xmlns:a16="http://schemas.microsoft.com/office/drawing/2014/main" id="{507A59BD-EA4F-F76B-529B-85F1B56146D6}"/>
              </a:ext>
            </a:extLst>
          </p:cNvPr>
          <p:cNvCxnSpPr>
            <a:cxnSpLocks/>
            <a:stCxn id="390" idx="4"/>
            <a:endCxn id="1025" idx="1"/>
          </p:cNvCxnSpPr>
          <p:nvPr/>
        </p:nvCxnSpPr>
        <p:spPr>
          <a:xfrm rot="16200000" flipH="1">
            <a:off x="5183722" y="3697396"/>
            <a:ext cx="1066931" cy="1091943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矩形 414">
            <a:extLst>
              <a:ext uri="{FF2B5EF4-FFF2-40B4-BE49-F238E27FC236}">
                <a16:creationId xmlns:a16="http://schemas.microsoft.com/office/drawing/2014/main" id="{48BDD72D-7ADC-E4DF-3560-DA902950B2D7}"/>
              </a:ext>
            </a:extLst>
          </p:cNvPr>
          <p:cNvSpPr/>
          <p:nvPr/>
        </p:nvSpPr>
        <p:spPr>
          <a:xfrm>
            <a:off x="5907853" y="4947106"/>
            <a:ext cx="1246154" cy="1246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416" name="直接连接符 415">
            <a:extLst>
              <a:ext uri="{FF2B5EF4-FFF2-40B4-BE49-F238E27FC236}">
                <a16:creationId xmlns:a16="http://schemas.microsoft.com/office/drawing/2014/main" id="{9B35CA7F-CB57-A74C-21DC-02E4E877DC35}"/>
              </a:ext>
            </a:extLst>
          </p:cNvPr>
          <p:cNvCxnSpPr>
            <a:cxnSpLocks/>
          </p:cNvCxnSpPr>
          <p:nvPr/>
        </p:nvCxnSpPr>
        <p:spPr>
          <a:xfrm>
            <a:off x="5880331" y="5009413"/>
            <a:ext cx="1271077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矩形 418">
            <a:extLst>
              <a:ext uri="{FF2B5EF4-FFF2-40B4-BE49-F238E27FC236}">
                <a16:creationId xmlns:a16="http://schemas.microsoft.com/office/drawing/2014/main" id="{AD308BDF-1ADE-F3AA-8ED2-726EE0E34225}"/>
              </a:ext>
            </a:extLst>
          </p:cNvPr>
          <p:cNvSpPr/>
          <p:nvPr/>
        </p:nvSpPr>
        <p:spPr>
          <a:xfrm>
            <a:off x="5907853" y="2803050"/>
            <a:ext cx="1246154" cy="1246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82CEDCB0-7CDE-66F0-2E53-660BC29288A3}"/>
              </a:ext>
            </a:extLst>
          </p:cNvPr>
          <p:cNvCxnSpPr>
            <a:cxnSpLocks/>
          </p:cNvCxnSpPr>
          <p:nvPr/>
        </p:nvCxnSpPr>
        <p:spPr>
          <a:xfrm>
            <a:off x="5872684" y="2860412"/>
            <a:ext cx="1271077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1" name="图片 420">
            <a:extLst>
              <a:ext uri="{FF2B5EF4-FFF2-40B4-BE49-F238E27FC236}">
                <a16:creationId xmlns:a16="http://schemas.microsoft.com/office/drawing/2014/main" id="{63C45AF6-F6E7-FC20-29B6-8B716BF6DB0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7984" b="94473" l="4317" r="97362">
                        <a14:foregroundMark x1="79257" y1="12590" x2="19424" y2="31116"/>
                        <a14:foregroundMark x1="19424" y1="31116" x2="17866" y2="32446"/>
                        <a14:foregroundMark x1="22422" y1="35517" x2="65108" y2="25896"/>
                        <a14:foregroundMark x1="49760" y1="15251" x2="68945" y2="23746"/>
                        <a14:foregroundMark x1="68945" y1="23746" x2="68945" y2="23746"/>
                        <a14:foregroundMark x1="8513" y1="33265" x2="7314" y2="70522"/>
                        <a14:foregroundMark x1="7314" y1="70522" x2="14149" y2="81372"/>
                        <a14:foregroundMark x1="14149" y1="81372" x2="26019" y2="80962"/>
                        <a14:foregroundMark x1="26019" y1="80962" x2="30096" y2="56807"/>
                        <a14:foregroundMark x1="30096" y1="56807" x2="26499" y2="41453"/>
                        <a14:foregroundMark x1="26499" y1="41453" x2="8873" y2="44012"/>
                        <a14:foregroundMark x1="8873" y1="44012" x2="11031" y2="64995"/>
                        <a14:foregroundMark x1="11031" y1="64995" x2="18585" y2="63255"/>
                        <a14:foregroundMark x1="18585" y1="63255" x2="20983" y2="59263"/>
                        <a14:foregroundMark x1="5995" y1="81269" x2="11151" y2="85466"/>
                        <a14:foregroundMark x1="11151" y1="85466" x2="23022" y2="84749"/>
                        <a14:foregroundMark x1="23022" y1="84749" x2="29137" y2="81576"/>
                        <a14:foregroundMark x1="29137" y1="81576" x2="33453" y2="88741"/>
                        <a14:foregroundMark x1="33453" y1="88741" x2="32254" y2="94473"/>
                        <a14:foregroundMark x1="4676" y1="35722" x2="5755" y2="36336"/>
                        <a14:foregroundMark x1="75060" y1="7984" x2="78537" y2="9212"/>
                        <a14:foregroundMark x1="87650" y1="13306" x2="94365" y2="48721"/>
                        <a14:foregroundMark x1="94365" y1="48721" x2="91127" y2="66940"/>
                        <a14:foregroundMark x1="91127" y1="66940" x2="90767" y2="67861"/>
                        <a14:foregroundMark x1="95444" y1="66735" x2="97362" y2="69089"/>
                      </a14:backgroundRemoval>
                    </a14:imgEffect>
                  </a14:imgLayer>
                </a14:imgProps>
              </a:ext>
            </a:extLst>
          </a:blip>
          <a:srcRect l="3625" t="5304" r="1948" b="3454"/>
          <a:stretch>
            <a:fillRect/>
          </a:stretch>
        </p:blipFill>
        <p:spPr>
          <a:xfrm>
            <a:off x="5379273" y="3692939"/>
            <a:ext cx="264212" cy="299077"/>
          </a:xfrm>
          <a:prstGeom prst="rect">
            <a:avLst/>
          </a:prstGeom>
        </p:spPr>
      </p:pic>
      <p:cxnSp>
        <p:nvCxnSpPr>
          <p:cNvPr id="422" name="直接箭头连接符 315">
            <a:extLst>
              <a:ext uri="{FF2B5EF4-FFF2-40B4-BE49-F238E27FC236}">
                <a16:creationId xmlns:a16="http://schemas.microsoft.com/office/drawing/2014/main" id="{337F805C-9235-3115-41B2-CED1FFDB2940}"/>
              </a:ext>
            </a:extLst>
          </p:cNvPr>
          <p:cNvCxnSpPr>
            <a:cxnSpLocks/>
            <a:stCxn id="390" idx="4"/>
            <a:endCxn id="421" idx="1"/>
          </p:cNvCxnSpPr>
          <p:nvPr/>
        </p:nvCxnSpPr>
        <p:spPr>
          <a:xfrm rot="16200000" flipH="1">
            <a:off x="5208957" y="3672160"/>
            <a:ext cx="132576" cy="208059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3" name="图片 422">
            <a:extLst>
              <a:ext uri="{FF2B5EF4-FFF2-40B4-BE49-F238E27FC236}">
                <a16:creationId xmlns:a16="http://schemas.microsoft.com/office/drawing/2014/main" id="{31B1064F-BEC8-7484-D72B-7F54DED5E2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743" b="92216" l="6684" r="92159">
                        <a14:foregroundMark x1="21722" y1="8743" x2="26093" y2="9940"/>
                        <a14:foregroundMark x1="9126" y1="25988" x2="6684" y2="33772"/>
                        <a14:foregroundMark x1="6684" y1="33772" x2="7069" y2="34132"/>
                        <a14:foregroundMark x1="7069" y1="35329" x2="9126" y2="66946"/>
                        <a14:foregroundMark x1="9126" y1="66946" x2="9126" y2="66946"/>
                        <a14:foregroundMark x1="54627" y1="90659" x2="57969" y2="92335"/>
                        <a14:foregroundMark x1="92159" y1="42275" x2="91131" y2="77246"/>
                      </a14:backgroundRemoval>
                    </a14:imgEffect>
                  </a14:imgLayer>
                </a14:imgProps>
              </a:ext>
            </a:extLst>
          </a:blip>
          <a:srcRect l="2935" t="6092" r="6201" b="6003"/>
          <a:stretch>
            <a:fillRect/>
          </a:stretch>
        </p:blipFill>
        <p:spPr>
          <a:xfrm>
            <a:off x="6609530" y="3284737"/>
            <a:ext cx="288047" cy="299077"/>
          </a:xfrm>
          <a:prstGeom prst="rect">
            <a:avLst/>
          </a:prstGeom>
        </p:spPr>
      </p:pic>
      <p:sp>
        <p:nvSpPr>
          <p:cNvPr id="424" name="文本框 423">
            <a:extLst>
              <a:ext uri="{FF2B5EF4-FFF2-40B4-BE49-F238E27FC236}">
                <a16:creationId xmlns:a16="http://schemas.microsoft.com/office/drawing/2014/main" id="{795E4CAC-89C1-0A9B-4BD9-29CAF48469AD}"/>
              </a:ext>
            </a:extLst>
          </p:cNvPr>
          <p:cNvSpPr txBox="1"/>
          <p:nvPr/>
        </p:nvSpPr>
        <p:spPr>
          <a:xfrm>
            <a:off x="5284352" y="3974261"/>
            <a:ext cx="458047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Heat pump</a:t>
            </a:r>
            <a:endParaRPr lang="en-GB" sz="831"/>
          </a:p>
        </p:txBody>
      </p:sp>
      <p:cxnSp>
        <p:nvCxnSpPr>
          <p:cNvPr id="425" name="直接箭头连接符 315">
            <a:extLst>
              <a:ext uri="{FF2B5EF4-FFF2-40B4-BE49-F238E27FC236}">
                <a16:creationId xmlns:a16="http://schemas.microsoft.com/office/drawing/2014/main" id="{69EB6290-6B57-20AF-A7C7-B2559A431162}"/>
              </a:ext>
            </a:extLst>
          </p:cNvPr>
          <p:cNvCxnSpPr>
            <a:cxnSpLocks/>
            <a:stCxn id="1026" idx="3"/>
            <a:endCxn id="423" idx="2"/>
          </p:cNvCxnSpPr>
          <p:nvPr/>
        </p:nvCxnSpPr>
        <p:spPr>
          <a:xfrm flipV="1">
            <a:off x="6437502" y="3583814"/>
            <a:ext cx="316053" cy="257880"/>
          </a:xfrm>
          <a:prstGeom prst="bentConnector2">
            <a:avLst/>
          </a:prstGeom>
          <a:ln w="12700" cap="rnd">
            <a:solidFill>
              <a:srgbClr val="C0000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ank Thermal Energy Storage - an overview | ScienceDirect Topics">
            <a:extLst>
              <a:ext uri="{FF2B5EF4-FFF2-40B4-BE49-F238E27FC236}">
                <a16:creationId xmlns:a16="http://schemas.microsoft.com/office/drawing/2014/main" id="{942D2B07-9501-CDFE-BFE6-635AAFAFA7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ackgroundRemoval t="2844" b="98578" l="40426" r="61915">
                        <a14:foregroundMark x1="41702" y1="11848" x2="47872" y2="5687"/>
                        <a14:foregroundMark x1="47872" y1="5687" x2="48511" y2="5687"/>
                        <a14:foregroundMark x1="60426" y1="9953" x2="61915" y2="41706"/>
                        <a14:foregroundMark x1="40426" y1="13744" x2="40426" y2="42180"/>
                        <a14:foregroundMark x1="47021" y1="2844" x2="53191" y2="2844"/>
                        <a14:foregroundMark x1="41277" y1="77251" x2="57872" y2="87678"/>
                        <a14:foregroundMark x1="57872" y1="87678" x2="58085" y2="87678"/>
                        <a14:foregroundMark x1="42553" y1="83886" x2="53617" y2="92891"/>
                        <a14:foregroundMark x1="53617" y1="92891" x2="53617" y2="92891"/>
                        <a14:foregroundMark x1="42340" y1="87204" x2="47447" y2="94787"/>
                        <a14:foregroundMark x1="47447" y1="94787" x2="47660" y2="94787"/>
                        <a14:foregroundMark x1="48085" y1="97630" x2="54043" y2="98578"/>
                        <a14:foregroundMark x1="54043" y1="98578" x2="54468" y2="985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866" t="1546" r="37159" b="886"/>
          <a:stretch>
            <a:fillRect/>
          </a:stretch>
        </p:blipFill>
        <p:spPr bwMode="auto">
          <a:xfrm>
            <a:off x="6199644" y="3717079"/>
            <a:ext cx="237858" cy="2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8" name="文本框 437">
            <a:extLst>
              <a:ext uri="{FF2B5EF4-FFF2-40B4-BE49-F238E27FC236}">
                <a16:creationId xmlns:a16="http://schemas.microsoft.com/office/drawing/2014/main" id="{A484EB4F-6D38-47DE-0996-493C4CBE4785}"/>
              </a:ext>
            </a:extLst>
          </p:cNvPr>
          <p:cNvSpPr txBox="1"/>
          <p:nvPr/>
        </p:nvSpPr>
        <p:spPr>
          <a:xfrm>
            <a:off x="6384525" y="3991911"/>
            <a:ext cx="561372" cy="3480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831"/>
              <a:t>Thermal</a:t>
            </a:r>
          </a:p>
          <a:p>
            <a:pPr algn="ctr"/>
            <a:r>
              <a:rPr lang="en-US" sz="831"/>
              <a:t>storage</a:t>
            </a:r>
            <a:endParaRPr lang="en-GB" sz="831"/>
          </a:p>
        </p:txBody>
      </p:sp>
      <p:sp>
        <p:nvSpPr>
          <p:cNvPr id="440" name="文本框 439">
            <a:extLst>
              <a:ext uri="{FF2B5EF4-FFF2-40B4-BE49-F238E27FC236}">
                <a16:creationId xmlns:a16="http://schemas.microsoft.com/office/drawing/2014/main" id="{DE358C80-2B5D-4DA0-0FD1-D2348F6AD052}"/>
              </a:ext>
            </a:extLst>
          </p:cNvPr>
          <p:cNvSpPr txBox="1"/>
          <p:nvPr/>
        </p:nvSpPr>
        <p:spPr>
          <a:xfrm>
            <a:off x="6685331" y="-343115"/>
            <a:ext cx="458780" cy="2201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HVAC</a:t>
            </a:r>
            <a:endParaRPr lang="en-GB" sz="831"/>
          </a:p>
        </p:txBody>
      </p:sp>
      <p:pic>
        <p:nvPicPr>
          <p:cNvPr id="442" name="图片 441">
            <a:extLst>
              <a:ext uri="{FF2B5EF4-FFF2-40B4-BE49-F238E27FC236}">
                <a16:creationId xmlns:a16="http://schemas.microsoft.com/office/drawing/2014/main" id="{5260F3E3-7347-E151-70A7-46346402752D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backgroundRemoval t="9135" b="92885" l="5150" r="91018">
                        <a14:foregroundMark x1="45749" y1="9519" x2="48862" y2="9135"/>
                        <a14:foregroundMark x1="7186" y1="24904" x2="7665" y2="28750"/>
                        <a14:foregroundMark x1="5269" y1="32981" x2="14491" y2="72115"/>
                        <a14:foregroundMark x1="14491" y1="72115" x2="15090" y2="72404"/>
                        <a14:foregroundMark x1="90539" y1="26442" x2="91018" y2="78558"/>
                        <a14:foregroundMark x1="91018" y1="78558" x2="91018" y2="78558"/>
                        <a14:foregroundMark x1="57485" y1="61635" x2="74132" y2="51154"/>
                        <a14:foregroundMark x1="74132" y1="51154" x2="76886" y2="50096"/>
                        <a14:foregroundMark x1="63473" y1="54904" x2="75689" y2="51250"/>
                        <a14:foregroundMark x1="67066" y1="52788" x2="77126" y2="49712"/>
                        <a14:foregroundMark x1="39281" y1="91250" x2="49102" y2="92885"/>
                        <a14:foregroundMark x1="49102" y1="92885" x2="52216" y2="91250"/>
                      </a14:backgroundRemoval>
                    </a14:imgEffect>
                  </a14:imgLayer>
                </a14:imgProps>
              </a:ext>
            </a:extLst>
          </a:blip>
          <a:srcRect l="2716" t="6506" r="8373" b="3998"/>
          <a:stretch>
            <a:fillRect/>
          </a:stretch>
        </p:blipFill>
        <p:spPr>
          <a:xfrm>
            <a:off x="6304505" y="3253912"/>
            <a:ext cx="278312" cy="348923"/>
          </a:xfrm>
          <a:prstGeom prst="rect">
            <a:avLst/>
          </a:prstGeom>
        </p:spPr>
      </p:pic>
      <p:sp>
        <p:nvSpPr>
          <p:cNvPr id="446" name="文本框 445">
            <a:extLst>
              <a:ext uri="{FF2B5EF4-FFF2-40B4-BE49-F238E27FC236}">
                <a16:creationId xmlns:a16="http://schemas.microsoft.com/office/drawing/2014/main" id="{08B19751-733A-47C9-31EA-48FCD94C4755}"/>
              </a:ext>
            </a:extLst>
          </p:cNvPr>
          <p:cNvSpPr txBox="1"/>
          <p:nvPr/>
        </p:nvSpPr>
        <p:spPr>
          <a:xfrm>
            <a:off x="5988350" y="3028067"/>
            <a:ext cx="939681" cy="2201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Smart appliance</a:t>
            </a:r>
            <a:endParaRPr lang="en-GB" sz="831"/>
          </a:p>
        </p:txBody>
      </p:sp>
      <p:pic>
        <p:nvPicPr>
          <p:cNvPr id="1025" name="图片 1024">
            <a:extLst>
              <a:ext uri="{FF2B5EF4-FFF2-40B4-BE49-F238E27FC236}">
                <a16:creationId xmlns:a16="http://schemas.microsoft.com/office/drawing/2014/main" id="{6CD143B6-ACF1-5145-CF6E-BB9231173121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13795" t="933"/>
          <a:stretch>
            <a:fillRect/>
          </a:stretch>
        </p:blipFill>
        <p:spPr>
          <a:xfrm>
            <a:off x="6263157" y="4614833"/>
            <a:ext cx="161196" cy="324000"/>
          </a:xfrm>
          <a:prstGeom prst="rect">
            <a:avLst/>
          </a:prstGeom>
        </p:spPr>
      </p:pic>
      <p:pic>
        <p:nvPicPr>
          <p:cNvPr id="1031" name="Picture 4" descr="Understanding Electrolysis: Oxidation And Reduction Unveiled">
            <a:extLst>
              <a:ext uri="{FF2B5EF4-FFF2-40B4-BE49-F238E27FC236}">
                <a16:creationId xmlns:a16="http://schemas.microsoft.com/office/drawing/2014/main" id="{2A9EEE3C-EC97-70B0-125B-CA649C760E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1438" l="10000" r="90000">
                        <a14:foregroundMark x1="34938" y1="91438" x2="39125" y2="90750"/>
                        <a14:foregroundMark x1="39125" y1="90750" x2="53312" y2="91750"/>
                        <a14:foregroundMark x1="53312" y1="91750" x2="61938" y2="91438"/>
                        <a14:foregroundMark x1="61938" y1="91438" x2="63250" y2="91438"/>
                        <a14:foregroundMark x1="67000" y1="90938" x2="72438" y2="90125"/>
                        <a14:foregroundMark x1="72438" y1="90125" x2="73063" y2="89875"/>
                        <a14:foregroundMark x1="64063" y1="16563" x2="67438" y2="19563"/>
                        <a14:foregroundMark x1="67438" y1="19563" x2="70125" y2="25875"/>
                        <a14:foregroundMark x1="64625" y1="17125" x2="65938" y2="18688"/>
                        <a14:foregroundMark x1="31813" y1="25063" x2="31000" y2="26875"/>
                        <a14:foregroundMark x1="15937" y1="82750" x2="16188" y2="83813"/>
                        <a14:foregroundMark x1="86000" y1="83500" x2="85750" y2="843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442" t="10471" r="13164" b="8751"/>
          <a:stretch>
            <a:fillRect/>
          </a:stretch>
        </p:blipFill>
        <p:spPr bwMode="auto">
          <a:xfrm>
            <a:off x="63254" y="4569986"/>
            <a:ext cx="352441" cy="39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文本框 1031">
            <a:extLst>
              <a:ext uri="{FF2B5EF4-FFF2-40B4-BE49-F238E27FC236}">
                <a16:creationId xmlns:a16="http://schemas.microsoft.com/office/drawing/2014/main" id="{CCDD3D56-F821-0F97-7A10-027D4A061028}"/>
              </a:ext>
            </a:extLst>
          </p:cNvPr>
          <p:cNvSpPr txBox="1"/>
          <p:nvPr/>
        </p:nvSpPr>
        <p:spPr>
          <a:xfrm>
            <a:off x="361796" y="4826617"/>
            <a:ext cx="729687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31" err="1"/>
              <a:t>Electrolyser</a:t>
            </a:r>
            <a:endParaRPr lang="en-GB" sz="831"/>
          </a:p>
        </p:txBody>
      </p: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3F276B7C-A8BA-E6AD-A556-A88B9EC5D83A}"/>
              </a:ext>
            </a:extLst>
          </p:cNvPr>
          <p:cNvCxnSpPr>
            <a:cxnSpLocks/>
            <a:endCxn id="1031" idx="3"/>
          </p:cNvCxnSpPr>
          <p:nvPr/>
        </p:nvCxnSpPr>
        <p:spPr>
          <a:xfrm rot="5400000">
            <a:off x="15696" y="4114357"/>
            <a:ext cx="1055015" cy="255014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7" name="直接箭头连接符 1036">
            <a:extLst>
              <a:ext uri="{FF2B5EF4-FFF2-40B4-BE49-F238E27FC236}">
                <a16:creationId xmlns:a16="http://schemas.microsoft.com/office/drawing/2014/main" id="{D75E55E7-6C17-EEB4-A87F-0F4E63E9B6C5}"/>
              </a:ext>
            </a:extLst>
          </p:cNvPr>
          <p:cNvCxnSpPr>
            <a:cxnSpLocks/>
            <a:stCxn id="1031" idx="2"/>
            <a:endCxn id="1088" idx="0"/>
          </p:cNvCxnSpPr>
          <p:nvPr/>
        </p:nvCxnSpPr>
        <p:spPr>
          <a:xfrm flipH="1">
            <a:off x="239211" y="4968755"/>
            <a:ext cx="264" cy="393692"/>
          </a:xfrm>
          <a:prstGeom prst="straightConnector1">
            <a:avLst/>
          </a:prstGeom>
          <a:ln w="12700">
            <a:solidFill>
              <a:schemeClr val="accent6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4" name="圆柱体 1063">
            <a:extLst>
              <a:ext uri="{FF2B5EF4-FFF2-40B4-BE49-F238E27FC236}">
                <a16:creationId xmlns:a16="http://schemas.microsoft.com/office/drawing/2014/main" id="{8DA7B3DC-3680-03FE-914E-547365AC11B7}"/>
              </a:ext>
            </a:extLst>
          </p:cNvPr>
          <p:cNvSpPr/>
          <p:nvPr/>
        </p:nvSpPr>
        <p:spPr>
          <a:xfrm rot="16200000">
            <a:off x="2673947" y="2528929"/>
            <a:ext cx="49846" cy="5981538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065" name="文本框 1064">
            <a:extLst>
              <a:ext uri="{FF2B5EF4-FFF2-40B4-BE49-F238E27FC236}">
                <a16:creationId xmlns:a16="http://schemas.microsoft.com/office/drawing/2014/main" id="{62E05057-87EB-5992-F002-D1E5D03E326D}"/>
              </a:ext>
            </a:extLst>
          </p:cNvPr>
          <p:cNvSpPr txBox="1"/>
          <p:nvPr/>
        </p:nvSpPr>
        <p:spPr>
          <a:xfrm>
            <a:off x="958048" y="5321180"/>
            <a:ext cx="761747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solidFill>
                  <a:schemeClr val="bg1"/>
                </a:solidFill>
              </a:rPr>
              <a:t>Gas network</a:t>
            </a:r>
            <a:endParaRPr lang="en-GB" sz="831">
              <a:solidFill>
                <a:schemeClr val="bg1"/>
              </a:solidFill>
            </a:endParaRPr>
          </a:p>
        </p:txBody>
      </p:sp>
      <p:sp>
        <p:nvSpPr>
          <p:cNvPr id="1066" name="圆柱体 1065">
            <a:extLst>
              <a:ext uri="{FF2B5EF4-FFF2-40B4-BE49-F238E27FC236}">
                <a16:creationId xmlns:a16="http://schemas.microsoft.com/office/drawing/2014/main" id="{8EBD2B3E-A589-A041-13C1-AC686DB5A899}"/>
              </a:ext>
            </a:extLst>
          </p:cNvPr>
          <p:cNvSpPr/>
          <p:nvPr/>
        </p:nvSpPr>
        <p:spPr>
          <a:xfrm>
            <a:off x="-328000" y="5339861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067" name="圆柱体 1066">
            <a:extLst>
              <a:ext uri="{FF2B5EF4-FFF2-40B4-BE49-F238E27FC236}">
                <a16:creationId xmlns:a16="http://schemas.microsoft.com/office/drawing/2014/main" id="{DB5F33A1-EDC4-9AD7-3069-405047680FCE}"/>
              </a:ext>
            </a:extLst>
          </p:cNvPr>
          <p:cNvSpPr/>
          <p:nvPr/>
        </p:nvSpPr>
        <p:spPr>
          <a:xfrm>
            <a:off x="3375220" y="5339861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068" name="圆柱体 1067">
            <a:extLst>
              <a:ext uri="{FF2B5EF4-FFF2-40B4-BE49-F238E27FC236}">
                <a16:creationId xmlns:a16="http://schemas.microsoft.com/office/drawing/2014/main" id="{3BBEC8DD-F3AB-973C-F9E1-244400CD83E2}"/>
              </a:ext>
            </a:extLst>
          </p:cNvPr>
          <p:cNvSpPr/>
          <p:nvPr/>
        </p:nvSpPr>
        <p:spPr>
          <a:xfrm>
            <a:off x="5667128" y="5338075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069" name="圆柱体 1068">
            <a:extLst>
              <a:ext uri="{FF2B5EF4-FFF2-40B4-BE49-F238E27FC236}">
                <a16:creationId xmlns:a16="http://schemas.microsoft.com/office/drawing/2014/main" id="{49F2DFBB-1BD0-1EEA-A5A2-36A29683F1BC}"/>
              </a:ext>
            </a:extLst>
          </p:cNvPr>
          <p:cNvSpPr/>
          <p:nvPr/>
        </p:nvSpPr>
        <p:spPr>
          <a:xfrm>
            <a:off x="2317425" y="5334985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070" name="矩形: 圆角 1069">
            <a:extLst>
              <a:ext uri="{FF2B5EF4-FFF2-40B4-BE49-F238E27FC236}">
                <a16:creationId xmlns:a16="http://schemas.microsoft.com/office/drawing/2014/main" id="{0FDE1B7E-948B-37EF-603D-A5865597D751}"/>
              </a:ext>
            </a:extLst>
          </p:cNvPr>
          <p:cNvSpPr/>
          <p:nvPr/>
        </p:nvSpPr>
        <p:spPr>
          <a:xfrm>
            <a:off x="-352923" y="5468901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071" name="矩形: 圆角 1070">
            <a:extLst>
              <a:ext uri="{FF2B5EF4-FFF2-40B4-BE49-F238E27FC236}">
                <a16:creationId xmlns:a16="http://schemas.microsoft.com/office/drawing/2014/main" id="{EC12E9BD-5836-1C58-5EF6-81C2007D911F}"/>
              </a:ext>
            </a:extLst>
          </p:cNvPr>
          <p:cNvSpPr/>
          <p:nvPr/>
        </p:nvSpPr>
        <p:spPr>
          <a:xfrm>
            <a:off x="2292006" y="5472519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072" name="矩形: 圆角 1071">
            <a:extLst>
              <a:ext uri="{FF2B5EF4-FFF2-40B4-BE49-F238E27FC236}">
                <a16:creationId xmlns:a16="http://schemas.microsoft.com/office/drawing/2014/main" id="{0697CD4E-8526-444A-B48B-BF14E13B70EE}"/>
              </a:ext>
            </a:extLst>
          </p:cNvPr>
          <p:cNvSpPr/>
          <p:nvPr/>
        </p:nvSpPr>
        <p:spPr>
          <a:xfrm>
            <a:off x="3350297" y="5466844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073" name="矩形: 圆角 1072">
            <a:extLst>
              <a:ext uri="{FF2B5EF4-FFF2-40B4-BE49-F238E27FC236}">
                <a16:creationId xmlns:a16="http://schemas.microsoft.com/office/drawing/2014/main" id="{17128ADC-CFE4-7481-5C6C-EE1ED5C2BC5A}"/>
              </a:ext>
            </a:extLst>
          </p:cNvPr>
          <p:cNvSpPr/>
          <p:nvPr/>
        </p:nvSpPr>
        <p:spPr>
          <a:xfrm>
            <a:off x="5646360" y="5464476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075" name="文本框 1074">
            <a:extLst>
              <a:ext uri="{FF2B5EF4-FFF2-40B4-BE49-F238E27FC236}">
                <a16:creationId xmlns:a16="http://schemas.microsoft.com/office/drawing/2014/main" id="{B454957E-BB78-4389-CAD9-8842AEADED8B}"/>
              </a:ext>
            </a:extLst>
          </p:cNvPr>
          <p:cNvSpPr txBox="1"/>
          <p:nvPr/>
        </p:nvSpPr>
        <p:spPr>
          <a:xfrm>
            <a:off x="-535893" y="5046781"/>
            <a:ext cx="798617" cy="2201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831"/>
              <a:t>Power-to-gas</a:t>
            </a:r>
            <a:endParaRPr lang="en-GB" sz="831"/>
          </a:p>
        </p:txBody>
      </p:sp>
      <p:sp>
        <p:nvSpPr>
          <p:cNvPr id="1079" name="文本框 1078">
            <a:extLst>
              <a:ext uri="{FF2B5EF4-FFF2-40B4-BE49-F238E27FC236}">
                <a16:creationId xmlns:a16="http://schemas.microsoft.com/office/drawing/2014/main" id="{611F0FAA-DB63-4D1B-ABD2-27F88B947C24}"/>
              </a:ext>
            </a:extLst>
          </p:cNvPr>
          <p:cNvSpPr txBox="1"/>
          <p:nvPr/>
        </p:nvSpPr>
        <p:spPr>
          <a:xfrm>
            <a:off x="2398769" y="5264831"/>
            <a:ext cx="966932" cy="2201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831" err="1"/>
              <a:t>Linepack</a:t>
            </a:r>
            <a:r>
              <a:rPr lang="en-US" sz="831"/>
              <a:t> storage</a:t>
            </a:r>
            <a:endParaRPr lang="en-GB" sz="831"/>
          </a:p>
        </p:txBody>
      </p:sp>
      <p:pic>
        <p:nvPicPr>
          <p:cNvPr id="1082" name="Picture 4" descr="Energy Re-Use - PASSAVANT Energy &amp;amp; Environment GmbH - EN">
            <a:extLst>
              <a:ext uri="{FF2B5EF4-FFF2-40B4-BE49-F238E27FC236}">
                <a16:creationId xmlns:a16="http://schemas.microsoft.com/office/drawing/2014/main" id="{77312CE6-9CC3-ACCA-5896-0A02D8C87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8770" b="91187" l="6752" r="93248">
                        <a14:foregroundMark x1="33410" y1="9380" x2="42978" y2="8770"/>
                        <a14:foregroundMark x1="42978" y1="8770" x2="70910" y2="9162"/>
                        <a14:foregroundMark x1="25116" y1="24389" x2="24923" y2="27138"/>
                        <a14:foregroundMark x1="83796" y1="27138" x2="86806" y2="27138"/>
                        <a14:foregroundMark x1="83410" y1="58639" x2="87230" y2="58639"/>
                        <a14:foregroundMark x1="24730" y1="29668" x2="24730" y2="61824"/>
                        <a14:foregroundMark x1="13426" y1="58421" x2="16667" y2="58421"/>
                        <a14:foregroundMark x1="9221" y1="58421" x2="14660" y2="59075"/>
                        <a14:foregroundMark x1="6790" y1="57810" x2="7407" y2="58857"/>
                        <a14:foregroundMark x1="6790" y1="27138" x2="18480" y2="26527"/>
                        <a14:foregroundMark x1="28356" y1="56326" x2="36420" y2="58202"/>
                        <a14:foregroundMark x1="28974" y1="59075" x2="34221" y2="60558"/>
                        <a14:foregroundMark x1="38233" y1="55454" x2="35224" y2="62042"/>
                        <a14:foregroundMark x1="29360" y1="76832" x2="29784" y2="88438"/>
                        <a14:foregroundMark x1="31173" y1="75349" x2="31597" y2="80846"/>
                        <a14:foregroundMark x1="30980" y1="74913" x2="32176" y2="75349"/>
                        <a14:foregroundMark x1="30787" y1="81283" x2="33796" y2="81894"/>
                        <a14:foregroundMark x1="30980" y1="74695" x2="32176" y2="74913"/>
                        <a14:foregroundMark x1="30980" y1="82330" x2="32600" y2="82330"/>
                        <a14:foregroundMark x1="31173" y1="75131" x2="33179" y2="75131"/>
                        <a14:foregroundMark x1="26350" y1="21422" x2="25733" y2="32853"/>
                        <a14:foregroundMark x1="26157" y1="21640" x2="34375" y2="20986"/>
                        <a14:foregroundMark x1="34375" y1="20986" x2="39660" y2="25262"/>
                        <a14:foregroundMark x1="36613" y1="21422" x2="39043" y2="25044"/>
                        <a14:foregroundMark x1="28164" y1="21030" x2="37963" y2="21335"/>
                        <a14:foregroundMark x1="37963" y1="21335" x2="39429" y2="23778"/>
                        <a14:foregroundMark x1="65856" y1="74084" x2="76273" y2="84555"/>
                        <a14:foregroundMark x1="76273" y1="84555" x2="81674" y2="76396"/>
                        <a14:foregroundMark x1="81674" y1="76396" x2="80787" y2="75960"/>
                        <a14:foregroundMark x1="67477" y1="73429" x2="82600" y2="74695"/>
                        <a14:foregroundMark x1="65239" y1="73211" x2="64468" y2="84860"/>
                        <a14:foregroundMark x1="64468" y1="84860" x2="78164" y2="89223"/>
                        <a14:foregroundMark x1="78164" y1="89223" x2="84761" y2="79625"/>
                        <a14:foregroundMark x1="84761" y1="79625" x2="84992" y2="75960"/>
                        <a14:foregroundMark x1="87616" y1="81675" x2="93287" y2="81283"/>
                        <a14:foregroundMark x1="84414" y1="83813" x2="80247" y2="90838"/>
                        <a14:foregroundMark x1="80247" y1="90838" x2="79360" y2="91187"/>
                        <a14:foregroundMark x1="71103" y1="72600" x2="83989" y2="72818"/>
                        <a14:foregroundMark x1="27739" y1="57810" x2="29977" y2="613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72" t="6433" r="4123" b="8976"/>
          <a:stretch>
            <a:fillRect/>
          </a:stretch>
        </p:blipFill>
        <p:spPr bwMode="auto">
          <a:xfrm>
            <a:off x="4561471" y="4576980"/>
            <a:ext cx="444889" cy="39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3" name="圆柱体 1082">
            <a:extLst>
              <a:ext uri="{FF2B5EF4-FFF2-40B4-BE49-F238E27FC236}">
                <a16:creationId xmlns:a16="http://schemas.microsoft.com/office/drawing/2014/main" id="{FFC60D3C-30B4-0750-8933-D6AB5C466D9E}"/>
              </a:ext>
            </a:extLst>
          </p:cNvPr>
          <p:cNvSpPr/>
          <p:nvPr/>
        </p:nvSpPr>
        <p:spPr>
          <a:xfrm>
            <a:off x="4084284" y="5342359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1084" name="矩形: 圆角 1083">
            <a:extLst>
              <a:ext uri="{FF2B5EF4-FFF2-40B4-BE49-F238E27FC236}">
                <a16:creationId xmlns:a16="http://schemas.microsoft.com/office/drawing/2014/main" id="{CD6E65F2-21ED-A013-0075-709E59E5535C}"/>
              </a:ext>
            </a:extLst>
          </p:cNvPr>
          <p:cNvSpPr/>
          <p:nvPr/>
        </p:nvSpPr>
        <p:spPr>
          <a:xfrm>
            <a:off x="4059361" y="5469342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pic>
        <p:nvPicPr>
          <p:cNvPr id="1086" name="图片 1085">
            <a:extLst>
              <a:ext uri="{FF2B5EF4-FFF2-40B4-BE49-F238E27FC236}">
                <a16:creationId xmlns:a16="http://schemas.microsoft.com/office/drawing/2014/main" id="{2EC40DAE-C0B9-DD1A-6A55-3940C394A38C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BEBA8EAE-BF5A-486C-A8C5-ECC9F3942E4B}">
                <a14:imgProps xmlns:a14="http://schemas.microsoft.com/office/drawing/2010/main">
                  <a14:imgLayer r:embed="rId43">
                    <a14:imgEffect>
                      <a14:backgroundRemoval t="3238" b="99398" l="6726" r="97589">
                        <a14:foregroundMark x1="58503" y1="5572" x2="21574" y2="12500"/>
                        <a14:foregroundMark x1="21574" y1="12500" x2="14975" y2="17545"/>
                        <a14:foregroundMark x1="14975" y1="17545" x2="6726" y2="34714"/>
                        <a14:foregroundMark x1="6726" y1="34714" x2="6726" y2="35542"/>
                        <a14:foregroundMark x1="52157" y1="6476" x2="60660" y2="13479"/>
                        <a14:foregroundMark x1="60660" y1="13479" x2="60787" y2="15361"/>
                        <a14:foregroundMark x1="57995" y1="3313" x2="61548" y2="3313"/>
                        <a14:foregroundMark x1="10025" y1="90964" x2="12817" y2="92319"/>
                        <a14:foregroundMark x1="30330" y1="44729" x2="50635" y2="57078"/>
                        <a14:foregroundMark x1="50635" y1="57078" x2="75254" y2="55723"/>
                        <a14:foregroundMark x1="75254" y1="55723" x2="75508" y2="55723"/>
                        <a14:foregroundMark x1="79822" y1="46386" x2="57995" y2="62801"/>
                        <a14:foregroundMark x1="20939" y1="54367" x2="30330" y2="60768"/>
                        <a14:foregroundMark x1="30330" y1="60768" x2="62817" y2="65889"/>
                        <a14:foregroundMark x1="62817" y1="65889" x2="78553" y2="64985"/>
                        <a14:foregroundMark x1="78553" y1="64985" x2="96320" y2="59864"/>
                        <a14:foregroundMark x1="96320" y1="59864" x2="97335" y2="59187"/>
                        <a14:foregroundMark x1="85152" y1="45030" x2="81599" y2="55648"/>
                        <a14:foregroundMark x1="81599" y1="55648" x2="81599" y2="56024"/>
                        <a14:foregroundMark x1="29569" y1="68825" x2="37183" y2="82605"/>
                        <a14:foregroundMark x1="37183" y1="82605" x2="73604" y2="90512"/>
                        <a14:foregroundMark x1="73604" y1="90512" x2="87817" y2="77636"/>
                        <a14:foregroundMark x1="87817" y1="77636" x2="83376" y2="70482"/>
                        <a14:foregroundMark x1="83376" y1="70482" x2="83376" y2="70482"/>
                        <a14:foregroundMark x1="29061" y1="82831" x2="36802" y2="90060"/>
                        <a14:foregroundMark x1="36802" y1="90060" x2="63071" y2="95783"/>
                        <a14:foregroundMark x1="63071" y1="95783" x2="64594" y2="95783"/>
                        <a14:foregroundMark x1="56472" y1="98795" x2="63325" y2="99398"/>
                        <a14:foregroundMark x1="98096" y1="84187" x2="97589" y2="90060"/>
                        <a14:foregroundMark x1="97589" y1="90060" x2="97335" y2="90211"/>
                      </a14:backgroundRemoval>
                    </a14:imgEffect>
                  </a14:imgLayer>
                </a14:imgProps>
              </a:ext>
            </a:extLst>
          </a:blip>
          <a:srcRect l="6152" t="1523" b="887"/>
          <a:stretch>
            <a:fillRect/>
          </a:stretch>
        </p:blipFill>
        <p:spPr>
          <a:xfrm>
            <a:off x="3997408" y="4571030"/>
            <a:ext cx="227546" cy="398769"/>
          </a:xfrm>
          <a:prstGeom prst="rect">
            <a:avLst/>
          </a:prstGeom>
        </p:spPr>
      </p:pic>
      <p:pic>
        <p:nvPicPr>
          <p:cNvPr id="1088" name="图片 1087">
            <a:extLst>
              <a:ext uri="{FF2B5EF4-FFF2-40B4-BE49-F238E27FC236}">
                <a16:creationId xmlns:a16="http://schemas.microsoft.com/office/drawing/2014/main" id="{06F50468-1A27-3DF8-1692-0942184C2B5A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backgroundRemoval t="3425" b="96747" l="5891" r="94109">
                        <a14:foregroundMark x1="31420" y1="7192" x2="51662" y2="5479"/>
                        <a14:foregroundMark x1="51662" y1="5479" x2="62236" y2="7534"/>
                        <a14:foregroundMark x1="62236" y1="7534" x2="63444" y2="8048"/>
                        <a14:foregroundMark x1="39577" y1="4281" x2="59215" y2="3425"/>
                        <a14:foregroundMark x1="8459" y1="18151" x2="6344" y2="32877"/>
                        <a14:foregroundMark x1="6344" y1="32877" x2="6344" y2="32877"/>
                        <a14:foregroundMark x1="92145" y1="20719" x2="93051" y2="33562"/>
                        <a14:foregroundMark x1="93051" y1="33562" x2="92749" y2="33733"/>
                        <a14:foregroundMark x1="6042" y1="39384" x2="13142" y2="75342"/>
                        <a14:foregroundMark x1="13142" y1="75342" x2="16012" y2="77568"/>
                        <a14:foregroundMark x1="13293" y1="47432" x2="41390" y2="59846"/>
                        <a14:foregroundMark x1="41390" y1="59846" x2="64653" y2="61644"/>
                        <a14:foregroundMark x1="16918" y1="42466" x2="43505" y2="50428"/>
                        <a14:foregroundMark x1="43505" y1="50428" x2="77039" y2="54281"/>
                        <a14:foregroundMark x1="66465" y1="46575" x2="81722" y2="44521"/>
                        <a14:foregroundMark x1="81722" y1="44521" x2="89275" y2="58733"/>
                        <a14:foregroundMark x1="89275" y1="58733" x2="73414" y2="77055"/>
                        <a14:foregroundMark x1="94864" y1="39555" x2="94109" y2="73887"/>
                        <a14:foregroundMark x1="94109" y1="73887" x2="93353" y2="74658"/>
                        <a14:foregroundMark x1="11782" y1="84418" x2="31118" y2="94349"/>
                        <a14:foregroundMark x1="31118" y1="94349" x2="59063" y2="96747"/>
                        <a14:foregroundMark x1="59063" y1="96747" x2="86103" y2="89041"/>
                      </a14:backgroundRemoval>
                    </a14:imgEffect>
                  </a14:imgLayer>
                </a14:imgProps>
              </a:ext>
            </a:extLst>
          </a:blip>
          <a:srcRect l="2403" t="1582" r="2652" b="1156"/>
          <a:stretch>
            <a:fillRect/>
          </a:stretch>
        </p:blipFill>
        <p:spPr>
          <a:xfrm>
            <a:off x="77210" y="5362449"/>
            <a:ext cx="324000" cy="229528"/>
          </a:xfrm>
          <a:prstGeom prst="rect">
            <a:avLst/>
          </a:prstGeom>
        </p:spPr>
      </p:pic>
      <p:sp>
        <p:nvSpPr>
          <p:cNvPr id="1058" name="文本框 1057">
            <a:extLst>
              <a:ext uri="{FF2B5EF4-FFF2-40B4-BE49-F238E27FC236}">
                <a16:creationId xmlns:a16="http://schemas.microsoft.com/office/drawing/2014/main" id="{8866DFDD-6AA0-457B-42B5-52F633070BD2}"/>
              </a:ext>
            </a:extLst>
          </p:cNvPr>
          <p:cNvSpPr txBox="1"/>
          <p:nvPr/>
        </p:nvSpPr>
        <p:spPr>
          <a:xfrm>
            <a:off x="-65165" y="5428388"/>
            <a:ext cx="620043" cy="220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31"/>
              <a:t>H</a:t>
            </a:r>
            <a:r>
              <a:rPr lang="en-US" sz="554"/>
              <a:t>2</a:t>
            </a:r>
            <a:endParaRPr lang="en-GB" sz="831"/>
          </a:p>
        </p:txBody>
      </p:sp>
      <p:cxnSp>
        <p:nvCxnSpPr>
          <p:cNvPr id="1090" name="直接箭头连接符 1089">
            <a:extLst>
              <a:ext uri="{FF2B5EF4-FFF2-40B4-BE49-F238E27FC236}">
                <a16:creationId xmlns:a16="http://schemas.microsoft.com/office/drawing/2014/main" id="{0301643A-9D74-3DE8-4B3B-E74FF82E0AB0}"/>
              </a:ext>
            </a:extLst>
          </p:cNvPr>
          <p:cNvCxnSpPr>
            <a:cxnSpLocks/>
            <a:stCxn id="1083" idx="1"/>
            <a:endCxn id="1086" idx="2"/>
          </p:cNvCxnSpPr>
          <p:nvPr/>
        </p:nvCxnSpPr>
        <p:spPr>
          <a:xfrm flipV="1">
            <a:off x="4109208" y="4969799"/>
            <a:ext cx="1974" cy="372560"/>
          </a:xfrm>
          <a:prstGeom prst="straightConnector1">
            <a:avLst/>
          </a:prstGeom>
          <a:ln w="12700">
            <a:solidFill>
              <a:schemeClr val="accent6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4" name="直接箭头连接符 1093">
            <a:extLst>
              <a:ext uri="{FF2B5EF4-FFF2-40B4-BE49-F238E27FC236}">
                <a16:creationId xmlns:a16="http://schemas.microsoft.com/office/drawing/2014/main" id="{2253FB1B-05AD-AF22-7AD8-1214D30E38FD}"/>
              </a:ext>
            </a:extLst>
          </p:cNvPr>
          <p:cNvCxnSpPr>
            <a:cxnSpLocks/>
            <a:stCxn id="1086" idx="3"/>
            <a:endCxn id="1082" idx="1"/>
          </p:cNvCxnSpPr>
          <p:nvPr/>
        </p:nvCxnSpPr>
        <p:spPr>
          <a:xfrm>
            <a:off x="4224953" y="4770415"/>
            <a:ext cx="336517" cy="5950"/>
          </a:xfrm>
          <a:prstGeom prst="straightConnector1">
            <a:avLst/>
          </a:prstGeom>
          <a:ln w="12700">
            <a:solidFill>
              <a:schemeClr val="accent6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9" name="文本框 1098">
            <a:extLst>
              <a:ext uri="{FF2B5EF4-FFF2-40B4-BE49-F238E27FC236}">
                <a16:creationId xmlns:a16="http://schemas.microsoft.com/office/drawing/2014/main" id="{7B785B51-ACC1-3D72-3C33-D158FC77F4AE}"/>
              </a:ext>
            </a:extLst>
          </p:cNvPr>
          <p:cNvSpPr txBox="1"/>
          <p:nvPr/>
        </p:nvSpPr>
        <p:spPr>
          <a:xfrm>
            <a:off x="3720724" y="4372667"/>
            <a:ext cx="787328" cy="220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31"/>
              <a:t>H</a:t>
            </a:r>
            <a:r>
              <a:rPr lang="en-US" sz="554"/>
              <a:t>2 </a:t>
            </a:r>
            <a:r>
              <a:rPr lang="en-US" sz="831"/>
              <a:t>Storage</a:t>
            </a:r>
            <a:endParaRPr lang="en-GB" sz="831"/>
          </a:p>
        </p:txBody>
      </p:sp>
      <p:sp>
        <p:nvSpPr>
          <p:cNvPr id="1100" name="文本框 1099">
            <a:extLst>
              <a:ext uri="{FF2B5EF4-FFF2-40B4-BE49-F238E27FC236}">
                <a16:creationId xmlns:a16="http://schemas.microsoft.com/office/drawing/2014/main" id="{B58CEB0A-8D97-48C7-1204-C0262BED5C17}"/>
              </a:ext>
            </a:extLst>
          </p:cNvPr>
          <p:cNvSpPr txBox="1"/>
          <p:nvPr/>
        </p:nvSpPr>
        <p:spPr>
          <a:xfrm>
            <a:off x="4095035" y="5061123"/>
            <a:ext cx="1402948" cy="2201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831"/>
              <a:t>Combined heat and power</a:t>
            </a:r>
            <a:endParaRPr lang="en-GB" sz="831"/>
          </a:p>
        </p:txBody>
      </p:sp>
      <p:cxnSp>
        <p:nvCxnSpPr>
          <p:cNvPr id="1101" name="直接箭头连接符 315">
            <a:extLst>
              <a:ext uri="{FF2B5EF4-FFF2-40B4-BE49-F238E27FC236}">
                <a16:creationId xmlns:a16="http://schemas.microsoft.com/office/drawing/2014/main" id="{94898CBA-E51A-A295-4557-2D7334A15D98}"/>
              </a:ext>
            </a:extLst>
          </p:cNvPr>
          <p:cNvCxnSpPr>
            <a:cxnSpLocks/>
            <a:stCxn id="1082" idx="3"/>
            <a:endCxn id="390" idx="4"/>
          </p:cNvCxnSpPr>
          <p:nvPr/>
        </p:nvCxnSpPr>
        <p:spPr>
          <a:xfrm flipV="1">
            <a:off x="5006360" y="3709903"/>
            <a:ext cx="164856" cy="1066463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直接箭头连接符 1109">
            <a:extLst>
              <a:ext uri="{FF2B5EF4-FFF2-40B4-BE49-F238E27FC236}">
                <a16:creationId xmlns:a16="http://schemas.microsoft.com/office/drawing/2014/main" id="{48E2DE7B-A3E8-2122-F26D-A7C28C8B2C7C}"/>
              </a:ext>
            </a:extLst>
          </p:cNvPr>
          <p:cNvCxnSpPr>
            <a:cxnSpLocks/>
            <a:stCxn id="311" idx="1"/>
            <a:endCxn id="1070" idx="1"/>
          </p:cNvCxnSpPr>
          <p:nvPr/>
        </p:nvCxnSpPr>
        <p:spPr>
          <a:xfrm rot="10800000" flipV="1">
            <a:off x="-352922" y="2588583"/>
            <a:ext cx="330875" cy="2930164"/>
          </a:xfrm>
          <a:prstGeom prst="bentConnector3">
            <a:avLst>
              <a:gd name="adj1" fmla="val 147831"/>
            </a:avLst>
          </a:prstGeom>
          <a:ln w="12700">
            <a:solidFill>
              <a:schemeClr val="accent2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8" name="直接箭头连接符 1109">
            <a:extLst>
              <a:ext uri="{FF2B5EF4-FFF2-40B4-BE49-F238E27FC236}">
                <a16:creationId xmlns:a16="http://schemas.microsoft.com/office/drawing/2014/main" id="{AA953ACC-10E6-293E-3FED-F75489009948}"/>
              </a:ext>
            </a:extLst>
          </p:cNvPr>
          <p:cNvCxnSpPr>
            <a:cxnSpLocks/>
            <a:stCxn id="1073" idx="3"/>
            <a:endCxn id="423" idx="3"/>
          </p:cNvCxnSpPr>
          <p:nvPr/>
        </p:nvCxnSpPr>
        <p:spPr>
          <a:xfrm flipV="1">
            <a:off x="5746052" y="3434276"/>
            <a:ext cx="1151525" cy="2080047"/>
          </a:xfrm>
          <a:prstGeom prst="bentConnector3">
            <a:avLst>
              <a:gd name="adj1" fmla="val 113744"/>
            </a:avLst>
          </a:prstGeom>
          <a:ln w="12700">
            <a:solidFill>
              <a:schemeClr val="accent2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3" name="直接箭头连接符 315">
            <a:extLst>
              <a:ext uri="{FF2B5EF4-FFF2-40B4-BE49-F238E27FC236}">
                <a16:creationId xmlns:a16="http://schemas.microsoft.com/office/drawing/2014/main" id="{F3C2148A-774A-75BE-6E3D-7DBE15B688F4}"/>
              </a:ext>
            </a:extLst>
          </p:cNvPr>
          <p:cNvCxnSpPr>
            <a:cxnSpLocks/>
            <a:stCxn id="1082" idx="0"/>
            <a:endCxn id="1026" idx="2"/>
          </p:cNvCxnSpPr>
          <p:nvPr/>
        </p:nvCxnSpPr>
        <p:spPr>
          <a:xfrm rot="5400000" flipH="1" flipV="1">
            <a:off x="5245909" y="3504318"/>
            <a:ext cx="610670" cy="1534657"/>
          </a:xfrm>
          <a:prstGeom prst="bentConnector3">
            <a:avLst>
              <a:gd name="adj1" fmla="val 32723"/>
            </a:avLst>
          </a:prstGeom>
          <a:ln w="12700" cap="rnd">
            <a:solidFill>
              <a:srgbClr val="C0000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4" name="直接箭头连接符 315">
            <a:extLst>
              <a:ext uri="{FF2B5EF4-FFF2-40B4-BE49-F238E27FC236}">
                <a16:creationId xmlns:a16="http://schemas.microsoft.com/office/drawing/2014/main" id="{D21A2E26-9A5C-14D8-2DE9-BB12A587EA6E}"/>
              </a:ext>
            </a:extLst>
          </p:cNvPr>
          <p:cNvCxnSpPr>
            <a:cxnSpLocks/>
            <a:stCxn id="421" idx="3"/>
            <a:endCxn id="1026" idx="1"/>
          </p:cNvCxnSpPr>
          <p:nvPr/>
        </p:nvCxnSpPr>
        <p:spPr>
          <a:xfrm flipV="1">
            <a:off x="5643485" y="3841696"/>
            <a:ext cx="556157" cy="783"/>
          </a:xfrm>
          <a:prstGeom prst="straightConnector1">
            <a:avLst/>
          </a:prstGeom>
          <a:ln w="12700" cap="rnd">
            <a:solidFill>
              <a:srgbClr val="C0000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BB23BDD3-D703-D7E7-E25B-E09B878995F8}"/>
              </a:ext>
            </a:extLst>
          </p:cNvPr>
          <p:cNvSpPr txBox="1"/>
          <p:nvPr/>
        </p:nvSpPr>
        <p:spPr>
          <a:xfrm>
            <a:off x="6397700" y="4700056"/>
            <a:ext cx="878767" cy="2201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Smart charging</a:t>
            </a:r>
            <a:endParaRPr lang="en-GB" sz="831"/>
          </a:p>
        </p:txBody>
      </p:sp>
    </p:spTree>
    <p:extLst>
      <p:ext uri="{BB962C8B-B14F-4D97-AF65-F5344CB8AC3E}">
        <p14:creationId xmlns:p14="http://schemas.microsoft.com/office/powerpoint/2010/main" val="3548373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16678-96EF-3AAE-F6CE-6819B19F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流程图: 延期 232">
            <a:extLst>
              <a:ext uri="{FF2B5EF4-FFF2-40B4-BE49-F238E27FC236}">
                <a16:creationId xmlns:a16="http://schemas.microsoft.com/office/drawing/2014/main" id="{24FC49C9-92F5-D5C8-7B6A-C76DFD04744E}"/>
              </a:ext>
            </a:extLst>
          </p:cNvPr>
          <p:cNvSpPr/>
          <p:nvPr/>
        </p:nvSpPr>
        <p:spPr>
          <a:xfrm rot="16200000">
            <a:off x="4096198" y="3272816"/>
            <a:ext cx="174462" cy="922154"/>
          </a:xfrm>
          <a:prstGeom prst="flowChartDelay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2EACF5F4-61AD-6CA5-33B3-499E1061AEFC}"/>
              </a:ext>
            </a:extLst>
          </p:cNvPr>
          <p:cNvGrpSpPr/>
          <p:nvPr/>
        </p:nvGrpSpPr>
        <p:grpSpPr>
          <a:xfrm>
            <a:off x="-266591" y="3746596"/>
            <a:ext cx="5182048" cy="199385"/>
            <a:chOff x="1660038" y="4181173"/>
            <a:chExt cx="7485181" cy="180000"/>
          </a:xfrm>
        </p:grpSpPr>
        <p:sp>
          <p:nvSpPr>
            <p:cNvPr id="82" name="流程图: 文档 81">
              <a:extLst>
                <a:ext uri="{FF2B5EF4-FFF2-40B4-BE49-F238E27FC236}">
                  <a16:creationId xmlns:a16="http://schemas.microsoft.com/office/drawing/2014/main" id="{1142B8C7-5A32-10A7-1F7E-9AF8E141300E}"/>
                </a:ext>
              </a:extLst>
            </p:cNvPr>
            <p:cNvSpPr/>
            <p:nvPr/>
          </p:nvSpPr>
          <p:spPr>
            <a:xfrm flipV="1">
              <a:off x="1660038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3" name="流程图: 文档 82">
              <a:extLst>
                <a:ext uri="{FF2B5EF4-FFF2-40B4-BE49-F238E27FC236}">
                  <a16:creationId xmlns:a16="http://schemas.microsoft.com/office/drawing/2014/main" id="{046249B8-3AA7-4906-2E6C-C66FC81AE7B5}"/>
                </a:ext>
              </a:extLst>
            </p:cNvPr>
            <p:cNvSpPr/>
            <p:nvPr/>
          </p:nvSpPr>
          <p:spPr>
            <a:xfrm flipH="1" flipV="1">
              <a:off x="2719013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4" name="流程图: 文档 83">
              <a:extLst>
                <a:ext uri="{FF2B5EF4-FFF2-40B4-BE49-F238E27FC236}">
                  <a16:creationId xmlns:a16="http://schemas.microsoft.com/office/drawing/2014/main" id="{F3C995F5-6204-5312-8123-77C270A9AD78}"/>
                </a:ext>
              </a:extLst>
            </p:cNvPr>
            <p:cNvSpPr/>
            <p:nvPr/>
          </p:nvSpPr>
          <p:spPr>
            <a:xfrm flipV="1">
              <a:off x="3799013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5" name="流程图: 文档 84">
              <a:extLst>
                <a:ext uri="{FF2B5EF4-FFF2-40B4-BE49-F238E27FC236}">
                  <a16:creationId xmlns:a16="http://schemas.microsoft.com/office/drawing/2014/main" id="{BA2A2541-DB27-411C-5C64-B56A7EA9D960}"/>
                </a:ext>
              </a:extLst>
            </p:cNvPr>
            <p:cNvSpPr/>
            <p:nvPr/>
          </p:nvSpPr>
          <p:spPr>
            <a:xfrm flipH="1" flipV="1">
              <a:off x="4857988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6" name="流程图: 文档 85">
              <a:extLst>
                <a:ext uri="{FF2B5EF4-FFF2-40B4-BE49-F238E27FC236}">
                  <a16:creationId xmlns:a16="http://schemas.microsoft.com/office/drawing/2014/main" id="{89B6E551-2E86-C6FF-E81F-24C886E88C34}"/>
                </a:ext>
              </a:extLst>
            </p:cNvPr>
            <p:cNvSpPr/>
            <p:nvPr/>
          </p:nvSpPr>
          <p:spPr>
            <a:xfrm flipV="1">
              <a:off x="5937988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7" name="流程图: 文档 86">
              <a:extLst>
                <a:ext uri="{FF2B5EF4-FFF2-40B4-BE49-F238E27FC236}">
                  <a16:creationId xmlns:a16="http://schemas.microsoft.com/office/drawing/2014/main" id="{A2908C64-F3E0-ED41-4AFB-0087413AFD45}"/>
                </a:ext>
              </a:extLst>
            </p:cNvPr>
            <p:cNvSpPr/>
            <p:nvPr/>
          </p:nvSpPr>
          <p:spPr>
            <a:xfrm flipH="1" flipV="1">
              <a:off x="6996963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8" name="流程图: 文档 87">
              <a:extLst>
                <a:ext uri="{FF2B5EF4-FFF2-40B4-BE49-F238E27FC236}">
                  <a16:creationId xmlns:a16="http://schemas.microsoft.com/office/drawing/2014/main" id="{0FC1C327-54C5-E1E7-87E2-5CB8205E2CA5}"/>
                </a:ext>
              </a:extLst>
            </p:cNvPr>
            <p:cNvSpPr/>
            <p:nvPr/>
          </p:nvSpPr>
          <p:spPr>
            <a:xfrm flipV="1">
              <a:off x="8065219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507166D-E775-FE20-C543-CC0D7EFEE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30" b="97072" l="5556" r="99502">
                        <a14:foregroundMark x1="51575" y1="6941" x2="51575" y2="11605"/>
                        <a14:foregroundMark x1="51327" y1="4230" x2="52073" y2="5098"/>
                        <a14:foregroundMark x1="66833" y1="39805" x2="68491" y2="40672"/>
                        <a14:foregroundMark x1="77446" y1="39805" x2="79270" y2="41323"/>
                        <a14:foregroundMark x1="81426" y1="49349" x2="82836" y2="51193"/>
                        <a14:foregroundMark x1="83499" y1="57918" x2="85406" y2="59436"/>
                        <a14:foregroundMark x1="90299" y1="48373" x2="92206" y2="50868"/>
                        <a14:foregroundMark x1="93367" y1="57918" x2="96683" y2="61280"/>
                        <a14:foregroundMark x1="72471" y1="57592" x2="75041" y2="59761"/>
                        <a14:foregroundMark x1="70398" y1="49349" x2="72222" y2="51193"/>
                        <a14:foregroundMark x1="62189" y1="57918" x2="64511" y2="58785"/>
                        <a14:foregroundMark x1="38972" y1="58243" x2="40547" y2="57918"/>
                        <a14:foregroundMark x1="43864" y1="63774" x2="45274" y2="63774"/>
                        <a14:foregroundMark x1="57960" y1="67462" x2="60282" y2="68004"/>
                        <a14:foregroundMark x1="34494" y1="40998" x2="36153" y2="40672"/>
                        <a14:foregroundMark x1="31675" y1="49566" x2="33085" y2="49566"/>
                        <a14:foregroundMark x1="28109" y1="58785" x2="30017" y2="59111"/>
                        <a14:foregroundMark x1="18242" y1="58785" x2="20647" y2="57592"/>
                        <a14:foregroundMark x1="21310" y1="50217" x2="23217" y2="49566"/>
                        <a14:foregroundMark x1="24378" y1="40130" x2="26700" y2="39805"/>
                        <a14:foregroundMark x1="10531" y1="49566" x2="13599" y2="49566"/>
                        <a14:foregroundMark x1="5804" y1="61280" x2="7711" y2="60629"/>
                        <a14:foregroundMark x1="7960" y1="76030" x2="9370" y2="76030"/>
                        <a14:foregroundMark x1="10779" y1="85249" x2="14096" y2="88286"/>
                        <a14:foregroundMark x1="14096" y1="88286" x2="14096" y2="88612"/>
                        <a14:foregroundMark x1="17081" y1="75380" x2="19652" y2="77549"/>
                        <a14:foregroundMark x1="19652" y1="84599" x2="23881" y2="88937"/>
                        <a14:foregroundMark x1="23881" y1="88937" x2="23881" y2="88937"/>
                        <a14:foregroundMark x1="27446" y1="76030" x2="30265" y2="77874"/>
                        <a14:foregroundMark x1="30929" y1="84924" x2="34743" y2="87310"/>
                        <a14:foregroundMark x1="33748" y1="93818" x2="37977" y2="96204"/>
                        <a14:foregroundMark x1="37977" y1="96204" x2="38723" y2="97180"/>
                        <a14:foregroundMark x1="23881" y1="93492" x2="28358" y2="95662"/>
                        <a14:foregroundMark x1="38226" y1="75705" x2="41957" y2="78200"/>
                        <a14:foregroundMark x1="40796" y1="84273" x2="44444" y2="87310"/>
                        <a14:foregroundMark x1="44444" y1="87310" x2="44527" y2="87636"/>
                        <a14:foregroundMark x1="45025" y1="93492" x2="48093" y2="95662"/>
                        <a14:foregroundMark x1="62355" y1="77549" x2="67330" y2="75054"/>
                        <a14:foregroundMark x1="58209" y1="87093" x2="64013" y2="83948"/>
                        <a14:foregroundMark x1="55556" y1="95011" x2="60779" y2="91323"/>
                        <a14:foregroundMark x1="65920" y1="97180" x2="69900" y2="92842"/>
                        <a14:foregroundMark x1="68740" y1="86117" x2="72720" y2="84599"/>
                        <a14:foregroundMark x1="71559" y1="78416" x2="76949" y2="76356"/>
                        <a14:foregroundMark x1="82338" y1="78742" x2="85821" y2="75705"/>
                        <a14:foregroundMark x1="78856" y1="87093" x2="83250" y2="84924"/>
                        <a14:foregroundMark x1="75539" y1="96855" x2="79270" y2="93167"/>
                        <a14:foregroundMark x1="89635" y1="86768" x2="93864" y2="83948"/>
                        <a14:foregroundMark x1="93367" y1="77549" x2="99502" y2="74512"/>
                      </a14:backgroundRemoval>
                    </a14:imgEffect>
                  </a14:imgLayer>
                </a14:imgProps>
              </a:ext>
            </a:extLst>
          </a:blip>
          <a:srcRect l="3246" t="2667"/>
          <a:stretch>
            <a:fillRect/>
          </a:stretch>
        </p:blipFill>
        <p:spPr>
          <a:xfrm>
            <a:off x="1420822" y="4784776"/>
            <a:ext cx="697846" cy="5367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C4DD891-A6DA-DE1F-6E79-2EE4031AB3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232" b="99318" l="5054" r="97550">
                        <a14:foregroundMark x1="46554" y1="6572" x2="56815" y2="7254"/>
                        <a14:foregroundMark x1="49923" y1="2232" x2="53905" y2="2232"/>
                        <a14:foregroundMark x1="5819" y1="14879" x2="5819" y2="17855"/>
                        <a14:foregroundMark x1="5054" y1="18723" x2="6279" y2="20025"/>
                        <a14:foregroundMark x1="5054" y1="25046" x2="5819" y2="29882"/>
                        <a14:foregroundMark x1="5819" y1="33726" x2="6279" y2="38376"/>
                        <a14:foregroundMark x1="93109" y1="31680" x2="96325" y2="35462"/>
                        <a14:foregroundMark x1="96325" y1="35462" x2="96325" y2="37694"/>
                        <a14:foregroundMark x1="97090" y1="42033" x2="97090" y2="47179"/>
                        <a14:foregroundMark x1="97550" y1="52015" x2="96784" y2="56479"/>
                        <a14:foregroundMark x1="19449" y1="92312" x2="23890" y2="90639"/>
                        <a14:foregroundMark x1="45789" y1="94606" x2="54518" y2="95226"/>
                        <a14:foregroundMark x1="54518" y1="95226" x2="56049" y2="94296"/>
                        <a14:foregroundMark x1="49923" y1="99318" x2="52374" y2="99318"/>
                      </a14:backgroundRemoval>
                    </a14:imgEffect>
                  </a14:imgLayer>
                </a14:imgProps>
              </a:ext>
            </a:extLst>
          </a:blip>
          <a:srcRect l="3012" t="1067" b="1"/>
          <a:stretch>
            <a:fillRect/>
          </a:stretch>
        </p:blipFill>
        <p:spPr>
          <a:xfrm>
            <a:off x="3392757" y="4284862"/>
            <a:ext cx="247284" cy="6230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09676E7-43D2-8BFC-6956-2272109626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76" b="99167" l="17469" r="98222">
                        <a14:foregroundMark x1="16527" y1="2896" x2="21444" y2="8617"/>
                        <a14:foregroundMark x1="21444" y1="8617" x2="44665" y2="9232"/>
                        <a14:foregroundMark x1="44665" y1="9232" x2="52929" y2="10319"/>
                        <a14:foregroundMark x1="17469" y1="2715" x2="19247" y2="7060"/>
                        <a14:foregroundMark x1="17469" y1="1955" x2="18828" y2="3512"/>
                        <a14:foregroundMark x1="17469" y1="2571" x2="18305" y2="1484"/>
                        <a14:foregroundMark x1="87029" y1="12962" x2="87029" y2="16872"/>
                        <a14:foregroundMark x1="86088" y1="13903" x2="87448" y2="16691"/>
                        <a14:foregroundMark x1="92782" y1="18863" x2="94665" y2="20275"/>
                        <a14:foregroundMark x1="95502" y1="30992" x2="98222" y2="32078"/>
                        <a14:foregroundMark x1="17469" y1="13758" x2="19247" y2="19189"/>
                        <a14:foregroundMark x1="19247" y1="13758" x2="19665" y2="16546"/>
                        <a14:foregroundMark x1="50209" y1="91564" x2="53347" y2="99167"/>
                      </a14:backgroundRemoval>
                    </a14:imgEffect>
                  </a14:imgLayer>
                </a14:imgProps>
              </a:ext>
            </a:extLst>
          </a:blip>
          <a:srcRect l="9295" t="1466"/>
          <a:stretch>
            <a:fillRect/>
          </a:stretch>
        </p:blipFill>
        <p:spPr>
          <a:xfrm>
            <a:off x="4322789" y="4382078"/>
            <a:ext cx="135000" cy="4236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3936E6-CC59-CDF3-3CFA-54F84CEA112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219" t="933"/>
          <a:stretch>
            <a:fillRect/>
          </a:stretch>
        </p:blipFill>
        <p:spPr>
          <a:xfrm>
            <a:off x="6099030" y="3896050"/>
            <a:ext cx="367035" cy="324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A80F8B4-94FA-D377-9A53-BAF8C7268E7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3795" t="933"/>
          <a:stretch>
            <a:fillRect/>
          </a:stretch>
        </p:blipFill>
        <p:spPr>
          <a:xfrm>
            <a:off x="6537760" y="5005470"/>
            <a:ext cx="161196" cy="324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57D5E4C7-C318-8B88-0096-0C8508DB38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101" b="98585" l="3356" r="95718">
                        <a14:foregroundMark x1="17940" y1="11006" x2="15394" y2="5896"/>
                        <a14:foregroundMark x1="15394" y1="5896" x2="17245" y2="3381"/>
                        <a14:foregroundMark x1="17245" y1="3381" x2="20023" y2="1572"/>
                        <a14:foregroundMark x1="20023" y1="1572" x2="20023" y2="1572"/>
                        <a14:foregroundMark x1="31597" y1="10535" x2="34144" y2="7469"/>
                        <a14:foregroundMark x1="34144" y1="7469" x2="34259" y2="4638"/>
                        <a14:foregroundMark x1="34259" y1="4638" x2="30324" y2="2280"/>
                        <a14:foregroundMark x1="30324" y1="2280" x2="25694" y2="1101"/>
                        <a14:foregroundMark x1="25694" y1="1101" x2="20139" y2="1101"/>
                        <a14:foregroundMark x1="49190" y1="33412" x2="45023" y2="33726"/>
                        <a14:foregroundMark x1="45023" y1="33726" x2="42708" y2="35613"/>
                        <a14:foregroundMark x1="42708" y1="35613" x2="50579" y2="37893"/>
                        <a14:foregroundMark x1="50579" y1="37893" x2="53009" y2="35613"/>
                        <a14:foregroundMark x1="53009" y1="35613" x2="49421" y2="34198"/>
                        <a14:foregroundMark x1="77199" y1="44182" x2="73380" y2="46619"/>
                        <a14:foregroundMark x1="73380" y1="46619" x2="80556" y2="46855"/>
                        <a14:foregroundMark x1="80556" y1="46855" x2="82292" y2="45126"/>
                        <a14:foregroundMark x1="94560" y1="72327" x2="95718" y2="82469"/>
                        <a14:foregroundMark x1="67824" y1="91431" x2="42361" y2="93553"/>
                        <a14:foregroundMark x1="6134" y1="83805" x2="3472" y2="76101"/>
                        <a14:foregroundMark x1="3472" y1="76101" x2="3472" y2="76101"/>
                        <a14:foregroundMark x1="46991" y1="97799" x2="50116" y2="98585"/>
                      </a14:backgroundRemoval>
                    </a14:imgEffect>
                  </a14:imgLayer>
                </a14:imgProps>
              </a:ext>
            </a:extLst>
          </a:blip>
          <a:srcRect t="1466" r="2431" b="934"/>
          <a:stretch>
            <a:fillRect/>
          </a:stretch>
        </p:blipFill>
        <p:spPr>
          <a:xfrm>
            <a:off x="23475" y="4286444"/>
            <a:ext cx="423089" cy="623077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D51AA497-B435-43CB-0EE4-54CB4CFE66F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621" b="96800" l="6490" r="97788">
                        <a14:foregroundMark x1="6563" y1="41117" x2="10767" y2="40735"/>
                        <a14:foregroundMark x1="53909" y1="5062" x2="53024" y2="9503"/>
                        <a14:foregroundMark x1="90413" y1="64804" x2="97935" y2="69628"/>
                        <a14:foregroundMark x1="53319" y1="621" x2="53319" y2="1767"/>
                        <a14:foregroundMark x1="61357" y1="92550" x2="61062" y2="96800"/>
                      </a14:backgroundRemoval>
                    </a14:imgEffect>
                  </a14:imgLayer>
                </a14:imgProps>
              </a:ext>
            </a:extLst>
          </a:blip>
          <a:srcRect l="2506"/>
          <a:stretch>
            <a:fillRect/>
          </a:stretch>
        </p:blipFill>
        <p:spPr>
          <a:xfrm>
            <a:off x="1081565" y="3380213"/>
            <a:ext cx="314700" cy="498462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54675D9F-44BE-7BD2-AB1C-ECB50E52D047}"/>
              </a:ext>
            </a:extLst>
          </p:cNvPr>
          <p:cNvSpPr txBox="1"/>
          <p:nvPr/>
        </p:nvSpPr>
        <p:spPr>
          <a:xfrm>
            <a:off x="913995" y="3187899"/>
            <a:ext cx="712054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Wind farms</a:t>
            </a:r>
            <a:endParaRPr lang="en-GB" sz="831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5C9E2CF-85AD-5115-31C3-97B040DB2198}"/>
              </a:ext>
            </a:extLst>
          </p:cNvPr>
          <p:cNvSpPr txBox="1"/>
          <p:nvPr/>
        </p:nvSpPr>
        <p:spPr>
          <a:xfrm>
            <a:off x="1413718" y="5336748"/>
            <a:ext cx="712054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Solar farms</a:t>
            </a:r>
            <a:endParaRPr lang="en-GB" sz="831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2A0DF4D-B96A-D9CE-8453-458571E0516D}"/>
              </a:ext>
            </a:extLst>
          </p:cNvPr>
          <p:cNvSpPr txBox="1"/>
          <p:nvPr/>
        </p:nvSpPr>
        <p:spPr>
          <a:xfrm>
            <a:off x="-159729" y="4914297"/>
            <a:ext cx="782587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Power plants</a:t>
            </a:r>
            <a:endParaRPr lang="en-GB" sz="831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5ACDC97-B369-E445-F40B-CDB90D93A142}"/>
              </a:ext>
            </a:extLst>
          </p:cNvPr>
          <p:cNvSpPr txBox="1"/>
          <p:nvPr/>
        </p:nvSpPr>
        <p:spPr>
          <a:xfrm>
            <a:off x="3121783" y="4913896"/>
            <a:ext cx="78732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Transmission network</a:t>
            </a:r>
            <a:endParaRPr lang="en-GB" sz="831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9F85EB2-0EE0-FA93-941F-82E1EE7F5168}"/>
              </a:ext>
            </a:extLst>
          </p:cNvPr>
          <p:cNvSpPr txBox="1"/>
          <p:nvPr/>
        </p:nvSpPr>
        <p:spPr>
          <a:xfrm>
            <a:off x="5930047" y="3682361"/>
            <a:ext cx="1043876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Industry &amp; Building</a:t>
            </a:r>
            <a:endParaRPr lang="en-GB" sz="831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0F92D89-FB1D-5931-E42E-0B2C003BFC02}"/>
              </a:ext>
            </a:extLst>
          </p:cNvPr>
          <p:cNvSpPr txBox="1"/>
          <p:nvPr/>
        </p:nvSpPr>
        <p:spPr>
          <a:xfrm>
            <a:off x="6464111" y="4703534"/>
            <a:ext cx="544943" cy="475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Charging station</a:t>
            </a:r>
            <a:endParaRPr lang="en-GB" sz="831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B94C9A2-9D87-F014-4792-BF088AD584C9}"/>
              </a:ext>
            </a:extLst>
          </p:cNvPr>
          <p:cNvSpPr txBox="1"/>
          <p:nvPr/>
        </p:nvSpPr>
        <p:spPr>
          <a:xfrm>
            <a:off x="6309900" y="4381766"/>
            <a:ext cx="476696" cy="220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Home</a:t>
            </a:r>
            <a:endParaRPr lang="en-GB" sz="831"/>
          </a:p>
        </p:txBody>
      </p:sp>
      <p:pic>
        <p:nvPicPr>
          <p:cNvPr id="95" name="图片 94">
            <a:extLst>
              <a:ext uri="{FF2B5EF4-FFF2-40B4-BE49-F238E27FC236}">
                <a16:creationId xmlns:a16="http://schemas.microsoft.com/office/drawing/2014/main" id="{7EE5604D-0F92-7901-A7FE-AC1CB979351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6603" b="97119" l="9326" r="98996">
                        <a14:foregroundMark x1="30129" y1="8043" x2="32712" y2="8043"/>
                        <a14:foregroundMark x1="91822" y1="31573" x2="94692" y2="35414"/>
                        <a14:foregroundMark x1="94118" y1="40936" x2="90674" y2="64946"/>
                        <a14:foregroundMark x1="98422" y1="33974" x2="98996" y2="88475"/>
                        <a14:foregroundMark x1="32425" y1="6603" x2="33286" y2="8283"/>
                        <a14:foregroundMark x1="9756" y1="67827" x2="9469" y2="71669"/>
                        <a14:foregroundMark x1="62554" y1="91837" x2="70158" y2="96999"/>
                        <a14:foregroundMark x1="70158" y1="96999" x2="70588" y2="97119"/>
                      </a14:backgroundRemoval>
                    </a14:imgEffect>
                  </a14:imgLayer>
                </a14:imgProps>
              </a:ext>
            </a:extLst>
          </a:blip>
          <a:srcRect l="7798" t="5113"/>
          <a:stretch>
            <a:fillRect/>
          </a:stretch>
        </p:blipFill>
        <p:spPr>
          <a:xfrm>
            <a:off x="2040095" y="3481504"/>
            <a:ext cx="364749" cy="448615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7FEB1941-5B14-9E7E-6BB2-80026FC5085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7645" b="95561" l="7902" r="94560">
                        <a14:foregroundMark x1="63860" y1="7891" x2="66192" y2="7891"/>
                        <a14:foregroundMark x1="12176" y1="41430" x2="12176" y2="42787"/>
                        <a14:foregroundMark x1="12306" y1="43280" x2="13601" y2="36375"/>
                        <a14:foregroundMark x1="85881" y1="31319" x2="86140" y2="32429"/>
                        <a14:foregroundMark x1="89378" y1="30086" x2="89896" y2="31566"/>
                        <a14:foregroundMark x1="93394" y1="45129" x2="94689" y2="51171"/>
                        <a14:foregroundMark x1="9197" y1="67818" x2="8938" y2="72873"/>
                        <a14:foregroundMark x1="9067" y1="66954" x2="17876" y2="63625"/>
                        <a14:foregroundMark x1="17876" y1="63625" x2="24870" y2="62762"/>
                        <a14:foregroundMark x1="24870" y1="62762" x2="26554" y2="62885"/>
                        <a14:foregroundMark x1="14119" y1="64488" x2="21244" y2="62392"/>
                        <a14:foregroundMark x1="21244" y1="62392" x2="22927" y2="62515"/>
                        <a14:foregroundMark x1="21114" y1="69420" x2="24611" y2="72503"/>
                        <a14:foregroundMark x1="16321" y1="63502" x2="18782" y2="63132"/>
                        <a14:foregroundMark x1="16839" y1="63132" x2="19041" y2="62022"/>
                        <a14:foregroundMark x1="17358" y1="63009" x2="20855" y2="63009"/>
                        <a14:foregroundMark x1="8420" y1="66954" x2="7902" y2="72996"/>
                        <a14:foregroundMark x1="41710" y1="90506" x2="43394" y2="95561"/>
                      </a14:backgroundRemoval>
                    </a14:imgEffect>
                  </a14:imgLayer>
                </a14:imgProps>
              </a:ext>
            </a:extLst>
          </a:blip>
          <a:srcRect l="7364" t="4567" r="2302" b="1154"/>
          <a:stretch>
            <a:fillRect/>
          </a:stretch>
        </p:blipFill>
        <p:spPr>
          <a:xfrm>
            <a:off x="-18489" y="3395883"/>
            <a:ext cx="500106" cy="548308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0FB3FA18-F618-9ECF-5B27-6A7C8F46333C}"/>
              </a:ext>
            </a:extLst>
          </p:cNvPr>
          <p:cNvSpPr txBox="1"/>
          <p:nvPr/>
        </p:nvSpPr>
        <p:spPr>
          <a:xfrm>
            <a:off x="76803" y="3195861"/>
            <a:ext cx="367408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Gas</a:t>
            </a:r>
            <a:endParaRPr lang="en-GB" sz="831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F90B4CE-BE15-5AD2-641B-B588361CFEC0}"/>
              </a:ext>
            </a:extLst>
          </p:cNvPr>
          <p:cNvSpPr txBox="1"/>
          <p:nvPr/>
        </p:nvSpPr>
        <p:spPr>
          <a:xfrm>
            <a:off x="1889018" y="3261901"/>
            <a:ext cx="748923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Hydropower</a:t>
            </a:r>
            <a:endParaRPr lang="en-GB" sz="831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367ECA57-9DE8-B985-7E53-B62E1E348C14}"/>
              </a:ext>
            </a:extLst>
          </p:cNvPr>
          <p:cNvCxnSpPr>
            <a:cxnSpLocks/>
            <a:stCxn id="98" idx="2"/>
            <a:endCxn id="26" idx="0"/>
          </p:cNvCxnSpPr>
          <p:nvPr/>
        </p:nvCxnSpPr>
        <p:spPr>
          <a:xfrm>
            <a:off x="231564" y="3944191"/>
            <a:ext cx="3455" cy="342253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010C8F26-55B7-67EE-6C73-F43A7BC168C6}"/>
              </a:ext>
            </a:extLst>
          </p:cNvPr>
          <p:cNvCxnSpPr>
            <a:cxnSpLocks/>
            <a:stCxn id="26" idx="3"/>
            <a:endCxn id="6" idx="1"/>
          </p:cNvCxnSpPr>
          <p:nvPr/>
        </p:nvCxnSpPr>
        <p:spPr>
          <a:xfrm flipV="1">
            <a:off x="446564" y="4596402"/>
            <a:ext cx="2946194" cy="1582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9C3CEA3E-A666-1F0E-2027-CC25C86A2886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1238915" y="3878675"/>
            <a:ext cx="0" cy="717389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FD3EDB8A-D6D9-0642-6D25-A4CD4F888F26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2220122" y="3930119"/>
            <a:ext cx="2348" cy="66622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8CAFA5F8-4F13-3BD1-6F87-9158FEC32DB4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1769745" y="4596343"/>
            <a:ext cx="0" cy="188434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B07F4FF6-96E8-6CDB-1FC5-360B2440869A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3640042" y="4593925"/>
            <a:ext cx="682748" cy="2476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63E677DC-1994-6128-D922-F0F7B496D289}"/>
              </a:ext>
            </a:extLst>
          </p:cNvPr>
          <p:cNvCxnSpPr>
            <a:cxnSpLocks/>
            <a:stCxn id="346" idx="6"/>
            <a:endCxn id="322" idx="1"/>
          </p:cNvCxnSpPr>
          <p:nvPr/>
        </p:nvCxnSpPr>
        <p:spPr>
          <a:xfrm flipV="1">
            <a:off x="5065209" y="4592309"/>
            <a:ext cx="1050634" cy="2148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4" name="图片 213">
            <a:extLst>
              <a:ext uri="{FF2B5EF4-FFF2-40B4-BE49-F238E27FC236}">
                <a16:creationId xmlns:a16="http://schemas.microsoft.com/office/drawing/2014/main" id="{3DB5E149-C14F-4F7C-87B4-D33AFB4F2A8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4405" b="99780" l="4387" r="99838">
                        <a14:foregroundMark x1="9504" y1="27093" x2="23639" y2="62885"/>
                        <a14:foregroundMark x1="23639" y1="62885" x2="37287" y2="71641"/>
                        <a14:foregroundMark x1="3737" y1="20595" x2="11210" y2="62775"/>
                        <a14:foregroundMark x1="11210" y1="62775" x2="7636" y2="86013"/>
                        <a14:foregroundMark x1="7636" y1="86013" x2="39480" y2="93502"/>
                        <a14:foregroundMark x1="39480" y1="93502" x2="48010" y2="67126"/>
                        <a14:foregroundMark x1="48010" y1="67126" x2="42811" y2="37665"/>
                        <a14:foregroundMark x1="42811" y1="37665" x2="19578" y2="44163"/>
                        <a14:foregroundMark x1="19578" y1="44163" x2="43948" y2="49725"/>
                        <a14:foregroundMark x1="43948" y1="49725" x2="23883" y2="53414"/>
                        <a14:foregroundMark x1="23883" y1="53414" x2="20552" y2="91410"/>
                        <a14:foregroundMark x1="20552" y1="91410" x2="34037" y2="85518"/>
                        <a14:foregroundMark x1="34037" y1="85518" x2="23477" y2="73458"/>
                        <a14:foregroundMark x1="23477" y1="73458" x2="19009" y2="81828"/>
                        <a14:foregroundMark x1="19009" y1="81828" x2="37937" y2="86784"/>
                        <a14:foregroundMark x1="15272" y1="76211" x2="16084" y2="86344"/>
                        <a14:foregroundMark x1="16084" y1="86344" x2="20715" y2="85518"/>
                        <a14:foregroundMark x1="10154" y1="82269" x2="10479" y2="87445"/>
                        <a14:foregroundMark x1="13323" y1="81828" x2="13647" y2="87445"/>
                        <a14:foregroundMark x1="5361" y1="70595" x2="4387" y2="84637"/>
                        <a14:foregroundMark x1="4712" y1="85738" x2="35743" y2="95870"/>
                        <a14:foregroundMark x1="35743" y1="95870" x2="47360" y2="95705"/>
                        <a14:foregroundMark x1="47360" y1="95705" x2="51665" y2="89097"/>
                        <a14:foregroundMark x1="51665" y1="89097" x2="51665" y2="88326"/>
                        <a14:foregroundMark x1="50041" y1="95870" x2="50690" y2="99780"/>
                        <a14:foregroundMark x1="10479" y1="18447" x2="37124" y2="22852"/>
                        <a14:foregroundMark x1="37124" y1="22852" x2="69293" y2="19824"/>
                        <a14:foregroundMark x1="69293" y1="19824" x2="70837" y2="14758"/>
                        <a14:foregroundMark x1="10479" y1="18007" x2="52071" y2="8315"/>
                        <a14:foregroundMark x1="52071" y1="8315" x2="69781" y2="12830"/>
                        <a14:foregroundMark x1="69781" y1="12830" x2="59789" y2="23128"/>
                        <a14:foregroundMark x1="59789" y1="23128" x2="41836" y2="25055"/>
                        <a14:foregroundMark x1="41836" y1="25055" x2="44435" y2="16520"/>
                        <a14:foregroundMark x1="44435" y1="16520" x2="60114" y2="14813"/>
                        <a14:foregroundMark x1="60114" y1="14813" x2="78960" y2="16244"/>
                        <a14:foregroundMark x1="78960" y1="16244" x2="74980" y2="24394"/>
                        <a14:foregroundMark x1="74980" y1="24394" x2="74655" y2="24504"/>
                        <a14:foregroundMark x1="30301" y1="24725" x2="38343" y2="29901"/>
                        <a14:foregroundMark x1="38343" y1="29901" x2="52071" y2="31057"/>
                        <a14:foregroundMark x1="52071" y1="31057" x2="57433" y2="29240"/>
                        <a14:foregroundMark x1="6011" y1="18833" x2="14622" y2="23844"/>
                        <a14:foregroundMark x1="7636" y1="18007" x2="50853" y2="4570"/>
                        <a14:foregroundMark x1="50853" y1="4570" x2="51015" y2="4570"/>
                        <a14:foregroundMark x1="49716" y1="3689" x2="93014" y2="20815"/>
                        <a14:foregroundMark x1="93014" y1="20815" x2="92851" y2="22081"/>
                        <a14:foregroundMark x1="58652" y1="4791" x2="96344" y2="19273"/>
                        <a14:foregroundMark x1="98294" y1="18447" x2="99838" y2="18833"/>
                        <a14:foregroundMark x1="99838" y1="19934" x2="99838" y2="84857"/>
                      </a14:backgroundRemoval>
                    </a14:imgEffect>
                  </a14:imgLayer>
                </a14:imgProps>
              </a:ext>
            </a:extLst>
          </a:blip>
          <a:srcRect l="3449" t="2400"/>
          <a:stretch>
            <a:fillRect/>
          </a:stretch>
        </p:blipFill>
        <p:spPr>
          <a:xfrm>
            <a:off x="6574661" y="3912098"/>
            <a:ext cx="200552" cy="299077"/>
          </a:xfrm>
          <a:prstGeom prst="rect">
            <a:avLst/>
          </a:prstGeom>
        </p:spPr>
      </p:pic>
      <p:sp>
        <p:nvSpPr>
          <p:cNvPr id="219" name="矩形 218">
            <a:extLst>
              <a:ext uri="{FF2B5EF4-FFF2-40B4-BE49-F238E27FC236}">
                <a16:creationId xmlns:a16="http://schemas.microsoft.com/office/drawing/2014/main" id="{A87D4F86-AD79-846B-73CB-AA9BE0C6298C}"/>
              </a:ext>
            </a:extLst>
          </p:cNvPr>
          <p:cNvSpPr/>
          <p:nvPr/>
        </p:nvSpPr>
        <p:spPr>
          <a:xfrm rot="16200000">
            <a:off x="5220622" y="4794936"/>
            <a:ext cx="1196308" cy="1246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224" name="直接箭头连接符 204">
            <a:extLst>
              <a:ext uri="{FF2B5EF4-FFF2-40B4-BE49-F238E27FC236}">
                <a16:creationId xmlns:a16="http://schemas.microsoft.com/office/drawing/2014/main" id="{AE8CAF2F-3B6A-905A-9C08-6482E279E904}"/>
              </a:ext>
            </a:extLst>
          </p:cNvPr>
          <p:cNvCxnSpPr>
            <a:cxnSpLocks/>
            <a:stCxn id="346" idx="0"/>
            <a:endCxn id="10" idx="1"/>
          </p:cNvCxnSpPr>
          <p:nvPr/>
        </p:nvCxnSpPr>
        <p:spPr>
          <a:xfrm rot="5400000" flipH="1" flipV="1">
            <a:off x="5313917" y="3809342"/>
            <a:ext cx="536406" cy="1033822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文本框 231">
            <a:extLst>
              <a:ext uri="{FF2B5EF4-FFF2-40B4-BE49-F238E27FC236}">
                <a16:creationId xmlns:a16="http://schemas.microsoft.com/office/drawing/2014/main" id="{8F655210-C083-CA2A-8709-E467C1D6B2C1}"/>
              </a:ext>
            </a:extLst>
          </p:cNvPr>
          <p:cNvSpPr txBox="1"/>
          <p:nvPr/>
        </p:nvSpPr>
        <p:spPr>
          <a:xfrm>
            <a:off x="3954112" y="4917843"/>
            <a:ext cx="86627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Distribution network</a:t>
            </a:r>
            <a:endParaRPr lang="en-GB" sz="831"/>
          </a:p>
        </p:txBody>
      </p:sp>
      <p:pic>
        <p:nvPicPr>
          <p:cNvPr id="234" name="图片 233">
            <a:extLst>
              <a:ext uri="{FF2B5EF4-FFF2-40B4-BE49-F238E27FC236}">
                <a16:creationId xmlns:a16="http://schemas.microsoft.com/office/drawing/2014/main" id="{DD22DB5C-C3D6-3720-045F-AEE351498D7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743" b="92216" l="6684" r="92159">
                        <a14:foregroundMark x1="21722" y1="8743" x2="26093" y2="9940"/>
                        <a14:foregroundMark x1="9126" y1="25988" x2="6684" y2="33772"/>
                        <a14:foregroundMark x1="6684" y1="33772" x2="7069" y2="34132"/>
                        <a14:foregroundMark x1="7069" y1="35329" x2="9126" y2="66946"/>
                        <a14:foregroundMark x1="9126" y1="66946" x2="9126" y2="66946"/>
                        <a14:foregroundMark x1="54627" y1="90659" x2="57969" y2="92335"/>
                        <a14:foregroundMark x1="92159" y1="42275" x2="91131" y2="77246"/>
                      </a14:backgroundRemoval>
                    </a14:imgEffect>
                  </a14:imgLayer>
                </a14:imgProps>
              </a:ext>
            </a:extLst>
          </a:blip>
          <a:srcRect l="2935" t="6092" r="6201" b="6003"/>
          <a:stretch>
            <a:fillRect/>
          </a:stretch>
        </p:blipFill>
        <p:spPr>
          <a:xfrm>
            <a:off x="4254931" y="3510535"/>
            <a:ext cx="216036" cy="224308"/>
          </a:xfrm>
          <a:prstGeom prst="rect">
            <a:avLst/>
          </a:prstGeom>
        </p:spPr>
      </p:pic>
      <p:pic>
        <p:nvPicPr>
          <p:cNvPr id="235" name="图片 234">
            <a:extLst>
              <a:ext uri="{FF2B5EF4-FFF2-40B4-BE49-F238E27FC236}">
                <a16:creationId xmlns:a16="http://schemas.microsoft.com/office/drawing/2014/main" id="{806726BD-4DCA-8670-D93B-CB7E2ED80D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101" b="98585" l="3356" r="95718">
                        <a14:foregroundMark x1="17940" y1="11006" x2="15394" y2="5896"/>
                        <a14:foregroundMark x1="15394" y1="5896" x2="17245" y2="3381"/>
                        <a14:foregroundMark x1="17245" y1="3381" x2="20023" y2="1572"/>
                        <a14:foregroundMark x1="20023" y1="1572" x2="20023" y2="1572"/>
                        <a14:foregroundMark x1="31597" y1="10535" x2="34144" y2="7469"/>
                        <a14:foregroundMark x1="34144" y1="7469" x2="34259" y2="4638"/>
                        <a14:foregroundMark x1="34259" y1="4638" x2="30324" y2="2280"/>
                        <a14:foregroundMark x1="30324" y1="2280" x2="25694" y2="1101"/>
                        <a14:foregroundMark x1="25694" y1="1101" x2="20139" y2="1101"/>
                        <a14:foregroundMark x1="49190" y1="33412" x2="45023" y2="33726"/>
                        <a14:foregroundMark x1="45023" y1="33726" x2="42708" y2="35613"/>
                        <a14:foregroundMark x1="42708" y1="35613" x2="50579" y2="37893"/>
                        <a14:foregroundMark x1="50579" y1="37893" x2="53009" y2="35613"/>
                        <a14:foregroundMark x1="53009" y1="35613" x2="49421" y2="34198"/>
                        <a14:foregroundMark x1="77199" y1="44182" x2="73380" y2="46619"/>
                        <a14:foregroundMark x1="73380" y1="46619" x2="80556" y2="46855"/>
                        <a14:foregroundMark x1="80556" y1="46855" x2="82292" y2="45126"/>
                        <a14:foregroundMark x1="94560" y1="72327" x2="95718" y2="82469"/>
                        <a14:foregroundMark x1="67824" y1="91431" x2="42361" y2="93553"/>
                        <a14:foregroundMark x1="6134" y1="83805" x2="3472" y2="76101"/>
                        <a14:foregroundMark x1="3472" y1="76101" x2="3472" y2="76101"/>
                        <a14:foregroundMark x1="46991" y1="97799" x2="50116" y2="98585"/>
                      </a14:backgroundRemoval>
                    </a14:imgEffect>
                  </a14:imgLayer>
                </a14:imgProps>
              </a:ext>
            </a:extLst>
          </a:blip>
          <a:srcRect t="1466" r="2431" b="934"/>
          <a:stretch>
            <a:fillRect/>
          </a:stretch>
        </p:blipFill>
        <p:spPr>
          <a:xfrm>
            <a:off x="3923411" y="3357957"/>
            <a:ext cx="270777" cy="398769"/>
          </a:xfrm>
          <a:prstGeom prst="rect">
            <a:avLst/>
          </a:prstGeom>
        </p:spPr>
      </p:pic>
      <p:sp>
        <p:nvSpPr>
          <p:cNvPr id="236" name="文本框 235">
            <a:extLst>
              <a:ext uri="{FF2B5EF4-FFF2-40B4-BE49-F238E27FC236}">
                <a16:creationId xmlns:a16="http://schemas.microsoft.com/office/drawing/2014/main" id="{C8550C44-F847-0E7E-3FD3-511D2BBFB87A}"/>
              </a:ext>
            </a:extLst>
          </p:cNvPr>
          <p:cNvSpPr txBox="1"/>
          <p:nvPr/>
        </p:nvSpPr>
        <p:spPr>
          <a:xfrm>
            <a:off x="3824808" y="3174982"/>
            <a:ext cx="870751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Interconnector</a:t>
            </a:r>
            <a:endParaRPr lang="en-GB" sz="831"/>
          </a:p>
        </p:txBody>
      </p: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FAC915B4-0D78-7BB3-90B6-E6904E5DE9B5}"/>
              </a:ext>
            </a:extLst>
          </p:cNvPr>
          <p:cNvCxnSpPr>
            <a:cxnSpLocks/>
            <a:stCxn id="235" idx="1"/>
          </p:cNvCxnSpPr>
          <p:nvPr/>
        </p:nvCxnSpPr>
        <p:spPr>
          <a:xfrm rot="10800000" flipV="1">
            <a:off x="2899576" y="3557342"/>
            <a:ext cx="1023835" cy="1045434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矩形 244">
            <a:extLst>
              <a:ext uri="{FF2B5EF4-FFF2-40B4-BE49-F238E27FC236}">
                <a16:creationId xmlns:a16="http://schemas.microsoft.com/office/drawing/2014/main" id="{B496084F-9AF7-92AB-BF30-560C959B0FB7}"/>
              </a:ext>
            </a:extLst>
          </p:cNvPr>
          <p:cNvSpPr/>
          <p:nvPr/>
        </p:nvSpPr>
        <p:spPr>
          <a:xfrm>
            <a:off x="-266592" y="5717931"/>
            <a:ext cx="7391183" cy="2990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A2B32194-EF92-8268-7383-29856AC748B4}"/>
              </a:ext>
            </a:extLst>
          </p:cNvPr>
          <p:cNvCxnSpPr>
            <a:cxnSpLocks/>
            <a:stCxn id="98" idx="1"/>
            <a:endCxn id="256" idx="1"/>
          </p:cNvCxnSpPr>
          <p:nvPr/>
        </p:nvCxnSpPr>
        <p:spPr>
          <a:xfrm rot="10800000" flipH="1" flipV="1">
            <a:off x="-18489" y="3670037"/>
            <a:ext cx="1128635" cy="2226780"/>
          </a:xfrm>
          <a:prstGeom prst="bentConnector3">
            <a:avLst>
              <a:gd name="adj1" fmla="val -14022"/>
            </a:avLst>
          </a:prstGeom>
          <a:ln w="12700">
            <a:solidFill>
              <a:schemeClr val="accent2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圆柱体 247">
            <a:extLst>
              <a:ext uri="{FF2B5EF4-FFF2-40B4-BE49-F238E27FC236}">
                <a16:creationId xmlns:a16="http://schemas.microsoft.com/office/drawing/2014/main" id="{5538D978-1D42-8368-4237-5F81CC34863A}"/>
              </a:ext>
            </a:extLst>
          </p:cNvPr>
          <p:cNvSpPr/>
          <p:nvPr/>
        </p:nvSpPr>
        <p:spPr>
          <a:xfrm rot="16200000">
            <a:off x="3572882" y="3455307"/>
            <a:ext cx="49846" cy="4884923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99FB2509-A611-2FE2-5986-39E601975E63}"/>
              </a:ext>
            </a:extLst>
          </p:cNvPr>
          <p:cNvSpPr txBox="1"/>
          <p:nvPr/>
        </p:nvSpPr>
        <p:spPr>
          <a:xfrm>
            <a:off x="3027786" y="5699250"/>
            <a:ext cx="761747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solidFill>
                  <a:schemeClr val="bg1"/>
                </a:solidFill>
              </a:rPr>
              <a:t>Gas network</a:t>
            </a:r>
            <a:endParaRPr lang="en-GB" sz="831">
              <a:solidFill>
                <a:schemeClr val="bg1"/>
              </a:solidFill>
            </a:endParaRPr>
          </a:p>
        </p:txBody>
      </p:sp>
      <p:sp>
        <p:nvSpPr>
          <p:cNvPr id="252" name="圆柱体 251">
            <a:extLst>
              <a:ext uri="{FF2B5EF4-FFF2-40B4-BE49-F238E27FC236}">
                <a16:creationId xmlns:a16="http://schemas.microsoft.com/office/drawing/2014/main" id="{E1092A08-0890-7220-E32B-ADEB9435AB7F}"/>
              </a:ext>
            </a:extLst>
          </p:cNvPr>
          <p:cNvSpPr/>
          <p:nvPr/>
        </p:nvSpPr>
        <p:spPr>
          <a:xfrm>
            <a:off x="1135069" y="5717931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3" name="圆柱体 252">
            <a:extLst>
              <a:ext uri="{FF2B5EF4-FFF2-40B4-BE49-F238E27FC236}">
                <a16:creationId xmlns:a16="http://schemas.microsoft.com/office/drawing/2014/main" id="{2245DC4A-8BF7-0531-094F-73C30E3AF0E1}"/>
              </a:ext>
            </a:extLst>
          </p:cNvPr>
          <p:cNvSpPr/>
          <p:nvPr/>
        </p:nvSpPr>
        <p:spPr>
          <a:xfrm>
            <a:off x="5640147" y="5717931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4" name="圆柱体 253">
            <a:extLst>
              <a:ext uri="{FF2B5EF4-FFF2-40B4-BE49-F238E27FC236}">
                <a16:creationId xmlns:a16="http://schemas.microsoft.com/office/drawing/2014/main" id="{F2723210-9C1F-7046-12F7-A8F9C23D1D01}"/>
              </a:ext>
            </a:extLst>
          </p:cNvPr>
          <p:cNvSpPr/>
          <p:nvPr/>
        </p:nvSpPr>
        <p:spPr>
          <a:xfrm>
            <a:off x="6006540" y="5716145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5" name="圆柱体 254">
            <a:extLst>
              <a:ext uri="{FF2B5EF4-FFF2-40B4-BE49-F238E27FC236}">
                <a16:creationId xmlns:a16="http://schemas.microsoft.com/office/drawing/2014/main" id="{81E97557-6DEA-EFC0-54C5-1F7DF5278CD1}"/>
              </a:ext>
            </a:extLst>
          </p:cNvPr>
          <p:cNvSpPr/>
          <p:nvPr/>
        </p:nvSpPr>
        <p:spPr>
          <a:xfrm>
            <a:off x="5274747" y="5713055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4BFC5D62-57A5-A362-F2E0-42CCDCAC558B}"/>
              </a:ext>
            </a:extLst>
          </p:cNvPr>
          <p:cNvSpPr/>
          <p:nvPr/>
        </p:nvSpPr>
        <p:spPr>
          <a:xfrm>
            <a:off x="1110146" y="5846971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BBC0DB85-48C4-A368-2BA9-E03E6B2DDE28}"/>
              </a:ext>
            </a:extLst>
          </p:cNvPr>
          <p:cNvSpPr/>
          <p:nvPr/>
        </p:nvSpPr>
        <p:spPr>
          <a:xfrm>
            <a:off x="5249328" y="5850589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D1D5D727-87B2-1073-7D12-B574810FD878}"/>
              </a:ext>
            </a:extLst>
          </p:cNvPr>
          <p:cNvSpPr/>
          <p:nvPr/>
        </p:nvSpPr>
        <p:spPr>
          <a:xfrm>
            <a:off x="5615224" y="5844914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9" name="矩形: 圆角 258">
            <a:extLst>
              <a:ext uri="{FF2B5EF4-FFF2-40B4-BE49-F238E27FC236}">
                <a16:creationId xmlns:a16="http://schemas.microsoft.com/office/drawing/2014/main" id="{27CB3E1C-DF2A-4694-C2CB-95CD7D52EF76}"/>
              </a:ext>
            </a:extLst>
          </p:cNvPr>
          <p:cNvSpPr/>
          <p:nvPr/>
        </p:nvSpPr>
        <p:spPr>
          <a:xfrm>
            <a:off x="5985772" y="5842546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265" name="直接箭头连接符 245">
            <a:extLst>
              <a:ext uri="{FF2B5EF4-FFF2-40B4-BE49-F238E27FC236}">
                <a16:creationId xmlns:a16="http://schemas.microsoft.com/office/drawing/2014/main" id="{D9FBFB03-28C5-5C5D-0F3F-BB4E968A65CC}"/>
              </a:ext>
            </a:extLst>
          </p:cNvPr>
          <p:cNvCxnSpPr>
            <a:cxnSpLocks/>
            <a:endCxn id="322" idx="3"/>
          </p:cNvCxnSpPr>
          <p:nvPr/>
        </p:nvCxnSpPr>
        <p:spPr>
          <a:xfrm flipH="1" flipV="1">
            <a:off x="6403889" y="4592309"/>
            <a:ext cx="670072" cy="4882"/>
          </a:xfrm>
          <a:prstGeom prst="straightConnector1">
            <a:avLst/>
          </a:prstGeom>
          <a:ln w="12700">
            <a:solidFill>
              <a:srgbClr val="D6A3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>
            <a:extLst>
              <a:ext uri="{FF2B5EF4-FFF2-40B4-BE49-F238E27FC236}">
                <a16:creationId xmlns:a16="http://schemas.microsoft.com/office/drawing/2014/main" id="{A94DB462-B446-B610-C88E-599F101CF7A7}"/>
              </a:ext>
            </a:extLst>
          </p:cNvPr>
          <p:cNvCxnSpPr>
            <a:cxnSpLocks/>
          </p:cNvCxnSpPr>
          <p:nvPr/>
        </p:nvCxnSpPr>
        <p:spPr>
          <a:xfrm>
            <a:off x="5818776" y="4322176"/>
            <a:ext cx="0" cy="1071692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直接箭头连接符 245">
            <a:extLst>
              <a:ext uri="{FF2B5EF4-FFF2-40B4-BE49-F238E27FC236}">
                <a16:creationId xmlns:a16="http://schemas.microsoft.com/office/drawing/2014/main" id="{5FD3A874-725D-97A2-5EBA-986146BB9BB9}"/>
              </a:ext>
            </a:extLst>
          </p:cNvPr>
          <p:cNvCxnSpPr>
            <a:cxnSpLocks/>
            <a:stCxn id="259" idx="3"/>
            <a:endCxn id="214" idx="3"/>
          </p:cNvCxnSpPr>
          <p:nvPr/>
        </p:nvCxnSpPr>
        <p:spPr>
          <a:xfrm flipV="1">
            <a:off x="6085465" y="4061637"/>
            <a:ext cx="689748" cy="1830756"/>
          </a:xfrm>
          <a:prstGeom prst="bentConnector3">
            <a:avLst>
              <a:gd name="adj1" fmla="val 142066"/>
            </a:avLst>
          </a:prstGeom>
          <a:ln w="12700">
            <a:solidFill>
              <a:srgbClr val="D6A3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直接箭头连接符 204">
            <a:extLst>
              <a:ext uri="{FF2B5EF4-FFF2-40B4-BE49-F238E27FC236}">
                <a16:creationId xmlns:a16="http://schemas.microsoft.com/office/drawing/2014/main" id="{6A5E9BAE-9269-248A-67B2-720CF050F025}"/>
              </a:ext>
            </a:extLst>
          </p:cNvPr>
          <p:cNvCxnSpPr>
            <a:cxnSpLocks/>
            <a:stCxn id="346" idx="4"/>
            <a:endCxn id="12" idx="3"/>
          </p:cNvCxnSpPr>
          <p:nvPr/>
        </p:nvCxnSpPr>
        <p:spPr>
          <a:xfrm rot="16200000" flipH="1">
            <a:off x="5595575" y="4064090"/>
            <a:ext cx="573013" cy="1633749"/>
          </a:xfrm>
          <a:prstGeom prst="bentConnector4">
            <a:avLst>
              <a:gd name="adj1" fmla="val 167822"/>
              <a:gd name="adj2" fmla="val 109687"/>
            </a:avLst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06ED50E4-B726-9C58-EB96-3DBB50FF6BBA}"/>
              </a:ext>
            </a:extLst>
          </p:cNvPr>
          <p:cNvCxnSpPr>
            <a:cxnSpLocks/>
          </p:cNvCxnSpPr>
          <p:nvPr/>
        </p:nvCxnSpPr>
        <p:spPr>
          <a:xfrm>
            <a:off x="1238914" y="4134417"/>
            <a:ext cx="2" cy="18963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直接箭头连接符 306">
            <a:extLst>
              <a:ext uri="{FF2B5EF4-FFF2-40B4-BE49-F238E27FC236}">
                <a16:creationId xmlns:a16="http://schemas.microsoft.com/office/drawing/2014/main" id="{62292303-45F9-E3B5-03AE-E10F59A01E73}"/>
              </a:ext>
            </a:extLst>
          </p:cNvPr>
          <p:cNvCxnSpPr>
            <a:cxnSpLocks/>
          </p:cNvCxnSpPr>
          <p:nvPr/>
        </p:nvCxnSpPr>
        <p:spPr>
          <a:xfrm flipV="1">
            <a:off x="788003" y="4598263"/>
            <a:ext cx="49846" cy="1582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E919750C-8ACD-C2D9-6872-F81900ED964E}"/>
              </a:ext>
            </a:extLst>
          </p:cNvPr>
          <p:cNvCxnSpPr>
            <a:cxnSpLocks/>
          </p:cNvCxnSpPr>
          <p:nvPr/>
        </p:nvCxnSpPr>
        <p:spPr>
          <a:xfrm>
            <a:off x="2220120" y="4134230"/>
            <a:ext cx="2" cy="18963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矩形 212">
            <a:extLst>
              <a:ext uri="{FF2B5EF4-FFF2-40B4-BE49-F238E27FC236}">
                <a16:creationId xmlns:a16="http://schemas.microsoft.com/office/drawing/2014/main" id="{51426B6D-485A-BE2E-949E-D72EB7CAD63F}"/>
              </a:ext>
            </a:extLst>
          </p:cNvPr>
          <p:cNvSpPr/>
          <p:nvPr/>
        </p:nvSpPr>
        <p:spPr>
          <a:xfrm>
            <a:off x="5881037" y="5330814"/>
            <a:ext cx="1246154" cy="1246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6D6324F6-E47B-6BA8-C2E9-D6FC10FC1CA2}"/>
              </a:ext>
            </a:extLst>
          </p:cNvPr>
          <p:cNvCxnSpPr>
            <a:cxnSpLocks/>
          </p:cNvCxnSpPr>
          <p:nvPr/>
        </p:nvCxnSpPr>
        <p:spPr>
          <a:xfrm>
            <a:off x="5853514" y="5393121"/>
            <a:ext cx="1271077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矩形 211">
            <a:extLst>
              <a:ext uri="{FF2B5EF4-FFF2-40B4-BE49-F238E27FC236}">
                <a16:creationId xmlns:a16="http://schemas.microsoft.com/office/drawing/2014/main" id="{8E7869A6-F3E4-3370-269C-8A5431A3A3A3}"/>
              </a:ext>
            </a:extLst>
          </p:cNvPr>
          <p:cNvSpPr/>
          <p:nvPr/>
        </p:nvSpPr>
        <p:spPr>
          <a:xfrm>
            <a:off x="5881037" y="4259860"/>
            <a:ext cx="1246154" cy="1246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id="{F4DA5690-FD13-D6C6-2EE1-631C0416C0E2}"/>
              </a:ext>
            </a:extLst>
          </p:cNvPr>
          <p:cNvCxnSpPr>
            <a:cxnSpLocks/>
          </p:cNvCxnSpPr>
          <p:nvPr/>
        </p:nvCxnSpPr>
        <p:spPr>
          <a:xfrm>
            <a:off x="5845868" y="4323816"/>
            <a:ext cx="1271077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3" name="图片 312">
            <a:extLst>
              <a:ext uri="{FF2B5EF4-FFF2-40B4-BE49-F238E27FC236}">
                <a16:creationId xmlns:a16="http://schemas.microsoft.com/office/drawing/2014/main" id="{9B6B9A66-87A4-7DC1-BFF5-E96C5F79023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7984" b="94473" l="4317" r="97362">
                        <a14:foregroundMark x1="79257" y1="12590" x2="19424" y2="31116"/>
                        <a14:foregroundMark x1="19424" y1="31116" x2="17866" y2="32446"/>
                        <a14:foregroundMark x1="22422" y1="35517" x2="65108" y2="25896"/>
                        <a14:foregroundMark x1="49760" y1="15251" x2="68945" y2="23746"/>
                        <a14:foregroundMark x1="68945" y1="23746" x2="68945" y2="23746"/>
                        <a14:foregroundMark x1="8513" y1="33265" x2="7314" y2="70522"/>
                        <a14:foregroundMark x1="7314" y1="70522" x2="14149" y2="81372"/>
                        <a14:foregroundMark x1="14149" y1="81372" x2="26019" y2="80962"/>
                        <a14:foregroundMark x1="26019" y1="80962" x2="30096" y2="56807"/>
                        <a14:foregroundMark x1="30096" y1="56807" x2="26499" y2="41453"/>
                        <a14:foregroundMark x1="26499" y1="41453" x2="8873" y2="44012"/>
                        <a14:foregroundMark x1="8873" y1="44012" x2="11031" y2="64995"/>
                        <a14:foregroundMark x1="11031" y1="64995" x2="18585" y2="63255"/>
                        <a14:foregroundMark x1="18585" y1="63255" x2="20983" y2="59263"/>
                        <a14:foregroundMark x1="5995" y1="81269" x2="11151" y2="85466"/>
                        <a14:foregroundMark x1="11151" y1="85466" x2="23022" y2="84749"/>
                        <a14:foregroundMark x1="23022" y1="84749" x2="29137" y2="81576"/>
                        <a14:foregroundMark x1="29137" y1="81576" x2="33453" y2="88741"/>
                        <a14:foregroundMark x1="33453" y1="88741" x2="32254" y2="94473"/>
                        <a14:foregroundMark x1="4676" y1="35722" x2="5755" y2="36336"/>
                        <a14:foregroundMark x1="75060" y1="7984" x2="78537" y2="9212"/>
                        <a14:foregroundMark x1="87650" y1="13306" x2="94365" y2="48721"/>
                        <a14:foregroundMark x1="94365" y1="48721" x2="91127" y2="66940"/>
                        <a14:foregroundMark x1="91127" y1="66940" x2="90767" y2="67861"/>
                        <a14:foregroundMark x1="95444" y1="66735" x2="97362" y2="69089"/>
                      </a14:backgroundRemoval>
                    </a14:imgEffect>
                  </a14:imgLayer>
                </a14:imgProps>
              </a:ext>
            </a:extLst>
          </a:blip>
          <a:srcRect l="3625" t="5304" r="1948" b="3454"/>
          <a:stretch>
            <a:fillRect/>
          </a:stretch>
        </p:blipFill>
        <p:spPr>
          <a:xfrm>
            <a:off x="5332382" y="4791284"/>
            <a:ext cx="264212" cy="299077"/>
          </a:xfrm>
          <a:prstGeom prst="rect">
            <a:avLst/>
          </a:prstGeom>
        </p:spPr>
      </p:pic>
      <p:cxnSp>
        <p:nvCxnSpPr>
          <p:cNvPr id="316" name="直接箭头连接符 315">
            <a:extLst>
              <a:ext uri="{FF2B5EF4-FFF2-40B4-BE49-F238E27FC236}">
                <a16:creationId xmlns:a16="http://schemas.microsoft.com/office/drawing/2014/main" id="{F5BAE28D-D140-6190-7017-A6F6DF01F009}"/>
              </a:ext>
            </a:extLst>
          </p:cNvPr>
          <p:cNvCxnSpPr>
            <a:cxnSpLocks/>
            <a:stCxn id="346" idx="4"/>
            <a:endCxn id="313" idx="1"/>
          </p:cNvCxnSpPr>
          <p:nvPr/>
        </p:nvCxnSpPr>
        <p:spPr>
          <a:xfrm rot="16200000" flipH="1">
            <a:off x="5025612" y="4634052"/>
            <a:ext cx="346366" cy="267174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2" name="图片 321">
            <a:extLst>
              <a:ext uri="{FF2B5EF4-FFF2-40B4-BE49-F238E27FC236}">
                <a16:creationId xmlns:a16="http://schemas.microsoft.com/office/drawing/2014/main" id="{9D54DD69-5878-26F3-70E2-DAAF40EBA21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743" b="92216" l="6684" r="92159">
                        <a14:foregroundMark x1="21722" y1="8743" x2="26093" y2="9940"/>
                        <a14:foregroundMark x1="9126" y1="25988" x2="6684" y2="33772"/>
                        <a14:foregroundMark x1="6684" y1="33772" x2="7069" y2="34132"/>
                        <a14:foregroundMark x1="7069" y1="35329" x2="9126" y2="66946"/>
                        <a14:foregroundMark x1="9126" y1="66946" x2="9126" y2="66946"/>
                        <a14:foregroundMark x1="54627" y1="90659" x2="57969" y2="92335"/>
                        <a14:foregroundMark x1="92159" y1="42275" x2="91131" y2="77246"/>
                      </a14:backgroundRemoval>
                    </a14:imgEffect>
                  </a14:imgLayer>
                </a14:imgProps>
              </a:ext>
            </a:extLst>
          </a:blip>
          <a:srcRect l="2935" t="6092" r="6201" b="6003"/>
          <a:stretch>
            <a:fillRect/>
          </a:stretch>
        </p:blipFill>
        <p:spPr>
          <a:xfrm>
            <a:off x="6115842" y="4442771"/>
            <a:ext cx="288047" cy="299077"/>
          </a:xfrm>
          <a:prstGeom prst="rect">
            <a:avLst/>
          </a:prstGeom>
        </p:spPr>
      </p:pic>
      <p:sp>
        <p:nvSpPr>
          <p:cNvPr id="325" name="文本框 324">
            <a:extLst>
              <a:ext uri="{FF2B5EF4-FFF2-40B4-BE49-F238E27FC236}">
                <a16:creationId xmlns:a16="http://schemas.microsoft.com/office/drawing/2014/main" id="{D11C30C6-35C2-DA2B-B0BE-140650C3A4A7}"/>
              </a:ext>
            </a:extLst>
          </p:cNvPr>
          <p:cNvSpPr txBox="1"/>
          <p:nvPr/>
        </p:nvSpPr>
        <p:spPr>
          <a:xfrm>
            <a:off x="5194559" y="5088315"/>
            <a:ext cx="532581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Heat pump</a:t>
            </a:r>
            <a:endParaRPr lang="en-GB" sz="831"/>
          </a:p>
        </p:txBody>
      </p:sp>
      <p:cxnSp>
        <p:nvCxnSpPr>
          <p:cNvPr id="326" name="直接箭头连接符 315">
            <a:extLst>
              <a:ext uri="{FF2B5EF4-FFF2-40B4-BE49-F238E27FC236}">
                <a16:creationId xmlns:a16="http://schemas.microsoft.com/office/drawing/2014/main" id="{B6F193F3-201C-666C-090E-FCB6AC1AB6DC}"/>
              </a:ext>
            </a:extLst>
          </p:cNvPr>
          <p:cNvCxnSpPr>
            <a:cxnSpLocks/>
            <a:stCxn id="313" idx="3"/>
            <a:endCxn id="322" idx="2"/>
          </p:cNvCxnSpPr>
          <p:nvPr/>
        </p:nvCxnSpPr>
        <p:spPr>
          <a:xfrm flipV="1">
            <a:off x="5596595" y="4741847"/>
            <a:ext cx="663272" cy="198975"/>
          </a:xfrm>
          <a:prstGeom prst="bentConnector2">
            <a:avLst/>
          </a:prstGeom>
          <a:ln w="12700" cap="rnd">
            <a:solidFill>
              <a:srgbClr val="C0000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椭圆 345">
            <a:extLst>
              <a:ext uri="{FF2B5EF4-FFF2-40B4-BE49-F238E27FC236}">
                <a16:creationId xmlns:a16="http://schemas.microsoft.com/office/drawing/2014/main" id="{3A3D19F3-50EB-7A54-F14C-66CA02938DCB}"/>
              </a:ext>
            </a:extLst>
          </p:cNvPr>
          <p:cNvSpPr/>
          <p:nvPr/>
        </p:nvSpPr>
        <p:spPr>
          <a:xfrm>
            <a:off x="5065207" y="4594456"/>
            <a:ext cx="0" cy="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352" name="直接箭头连接符 351">
            <a:extLst>
              <a:ext uri="{FF2B5EF4-FFF2-40B4-BE49-F238E27FC236}">
                <a16:creationId xmlns:a16="http://schemas.microsoft.com/office/drawing/2014/main" id="{0871956E-4DE8-9F81-7302-4F4DFF3131E7}"/>
              </a:ext>
            </a:extLst>
          </p:cNvPr>
          <p:cNvCxnSpPr>
            <a:cxnSpLocks/>
            <a:stCxn id="8" idx="3"/>
            <a:endCxn id="346" idx="2"/>
          </p:cNvCxnSpPr>
          <p:nvPr/>
        </p:nvCxnSpPr>
        <p:spPr>
          <a:xfrm>
            <a:off x="4457789" y="4593925"/>
            <a:ext cx="607418" cy="532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8" name="图片 217">
            <a:extLst>
              <a:ext uri="{FF2B5EF4-FFF2-40B4-BE49-F238E27FC236}">
                <a16:creationId xmlns:a16="http://schemas.microsoft.com/office/drawing/2014/main" id="{CB34CB8A-4C02-5195-B33D-C80B9C53EFF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5315" b="97722" l="3231" r="97504">
                        <a14:foregroundMark x1="29369" y1="13232" x2="43539" y2="25813"/>
                        <a14:foregroundMark x1="31498" y1="8460" x2="36270" y2="9111"/>
                        <a14:foregroundMark x1="6902" y1="17354" x2="6902" y2="35033"/>
                        <a14:foregroundMark x1="3451" y1="23970" x2="3231" y2="35683"/>
                        <a14:foregroundMark x1="3231" y1="35683" x2="3231" y2="35683"/>
                        <a14:foregroundMark x1="9031" y1="16377" x2="20411" y2="8134"/>
                        <a14:foregroundMark x1="74596" y1="31887" x2="74596" y2="35683"/>
                        <a14:foregroundMark x1="71586" y1="31562" x2="60059" y2="15944"/>
                        <a14:foregroundMark x1="60059" y1="15944" x2="36637" y2="5315"/>
                        <a14:foregroundMark x1="36637" y1="5315" x2="32159" y2="6182"/>
                        <a14:foregroundMark x1="92217" y1="56291" x2="93025" y2="66703"/>
                        <a14:foregroundMark x1="95815" y1="61605" x2="94860" y2="75922"/>
                        <a14:foregroundMark x1="94860" y1="75922" x2="94787" y2="75922"/>
                        <a14:foregroundMark x1="95815" y1="59111" x2="97577" y2="66377"/>
                        <a14:foregroundMark x1="71586" y1="78091" x2="75698" y2="78742"/>
                        <a14:foregroundMark x1="84875" y1="81020" x2="90675" y2="77766"/>
                        <a14:foregroundMark x1="90675" y1="77766" x2="90675" y2="77766"/>
                        <a14:foregroundMark x1="65198" y1="76573" x2="68796" y2="78742"/>
                        <a14:foregroundMark x1="58737" y1="92408" x2="61087" y2="93275"/>
                        <a14:foregroundMark x1="62188" y1="96204" x2="67107" y2="97722"/>
                      </a14:backgroundRemoval>
                    </a14:imgEffect>
                  </a14:imgLayer>
                </a14:imgProps>
              </a:ext>
            </a:extLst>
          </a:blip>
          <a:srcRect l="1604" t="4798"/>
          <a:stretch>
            <a:fillRect/>
          </a:stretch>
        </p:blipFill>
        <p:spPr>
          <a:xfrm>
            <a:off x="6237755" y="5161338"/>
            <a:ext cx="228310" cy="14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190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C0D9A46-3C5C-67CC-10F7-0D116412C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30" b="97072" l="5556" r="99502">
                        <a14:foregroundMark x1="51575" y1="6941" x2="51575" y2="11605"/>
                        <a14:foregroundMark x1="51327" y1="4230" x2="52073" y2="5098"/>
                        <a14:foregroundMark x1="66833" y1="39805" x2="68491" y2="40672"/>
                        <a14:foregroundMark x1="77446" y1="39805" x2="79270" y2="41323"/>
                        <a14:foregroundMark x1="81426" y1="49349" x2="82836" y2="51193"/>
                        <a14:foregroundMark x1="83499" y1="57918" x2="85406" y2="59436"/>
                        <a14:foregroundMark x1="90299" y1="48373" x2="92206" y2="50868"/>
                        <a14:foregroundMark x1="93367" y1="57918" x2="96683" y2="61280"/>
                        <a14:foregroundMark x1="72471" y1="57592" x2="75041" y2="59761"/>
                        <a14:foregroundMark x1="70398" y1="49349" x2="72222" y2="51193"/>
                        <a14:foregroundMark x1="62189" y1="57918" x2="64511" y2="58785"/>
                        <a14:foregroundMark x1="38972" y1="58243" x2="40547" y2="57918"/>
                        <a14:foregroundMark x1="43864" y1="63774" x2="45274" y2="63774"/>
                        <a14:foregroundMark x1="57960" y1="67462" x2="60282" y2="68004"/>
                        <a14:foregroundMark x1="34494" y1="40998" x2="36153" y2="40672"/>
                        <a14:foregroundMark x1="31675" y1="49566" x2="33085" y2="49566"/>
                        <a14:foregroundMark x1="28109" y1="58785" x2="30017" y2="59111"/>
                        <a14:foregroundMark x1="18242" y1="58785" x2="20647" y2="57592"/>
                        <a14:foregroundMark x1="21310" y1="50217" x2="23217" y2="49566"/>
                        <a14:foregroundMark x1="24378" y1="40130" x2="26700" y2="39805"/>
                        <a14:foregroundMark x1="10531" y1="49566" x2="13599" y2="49566"/>
                        <a14:foregroundMark x1="5804" y1="61280" x2="7711" y2="60629"/>
                        <a14:foregroundMark x1="7960" y1="76030" x2="9370" y2="76030"/>
                        <a14:foregroundMark x1="10779" y1="85249" x2="14096" y2="88286"/>
                        <a14:foregroundMark x1="14096" y1="88286" x2="14096" y2="88612"/>
                        <a14:foregroundMark x1="17081" y1="75380" x2="19652" y2="77549"/>
                        <a14:foregroundMark x1="19652" y1="84599" x2="23881" y2="88937"/>
                        <a14:foregroundMark x1="23881" y1="88937" x2="23881" y2="88937"/>
                        <a14:foregroundMark x1="27446" y1="76030" x2="30265" y2="77874"/>
                        <a14:foregroundMark x1="30929" y1="84924" x2="34743" y2="87310"/>
                        <a14:foregroundMark x1="33748" y1="93818" x2="37977" y2="96204"/>
                        <a14:foregroundMark x1="37977" y1="96204" x2="38723" y2="97180"/>
                        <a14:foregroundMark x1="23881" y1="93492" x2="28358" y2="95662"/>
                        <a14:foregroundMark x1="38226" y1="75705" x2="41957" y2="78200"/>
                        <a14:foregroundMark x1="40796" y1="84273" x2="44444" y2="87310"/>
                        <a14:foregroundMark x1="44444" y1="87310" x2="44527" y2="87636"/>
                        <a14:foregroundMark x1="45025" y1="93492" x2="48093" y2="95662"/>
                        <a14:foregroundMark x1="62355" y1="77549" x2="67330" y2="75054"/>
                        <a14:foregroundMark x1="58209" y1="87093" x2="64013" y2="83948"/>
                        <a14:foregroundMark x1="55556" y1="95011" x2="60779" y2="91323"/>
                        <a14:foregroundMark x1="65920" y1="97180" x2="69900" y2="92842"/>
                        <a14:foregroundMark x1="68740" y1="86117" x2="72720" y2="84599"/>
                        <a14:foregroundMark x1="71559" y1="78416" x2="76949" y2="76356"/>
                        <a14:foregroundMark x1="82338" y1="78742" x2="85821" y2="75705"/>
                        <a14:foregroundMark x1="78856" y1="87093" x2="83250" y2="84924"/>
                        <a14:foregroundMark x1="75539" y1="96855" x2="79270" y2="93167"/>
                        <a14:foregroundMark x1="89635" y1="86768" x2="93864" y2="83948"/>
                        <a14:foregroundMark x1="93367" y1="77549" x2="99502" y2="74512"/>
                      </a14:backgroundRemoval>
                    </a14:imgEffect>
                  </a14:imgLayer>
                </a14:imgProps>
              </a:ext>
            </a:extLst>
          </a:blip>
          <a:srcRect l="3246" t="2667"/>
          <a:stretch>
            <a:fillRect/>
          </a:stretch>
        </p:blipFill>
        <p:spPr>
          <a:xfrm>
            <a:off x="91801" y="4429349"/>
            <a:ext cx="872308" cy="67088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37ABCE6-7CDD-13C0-E258-42C8AFB2BF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668" b="95634" l="6830" r="98981">
                        <a14:foregroundMark x1="32518" y1="10224" x2="34455" y2="14058"/>
                        <a14:foregroundMark x1="20285" y1="18211" x2="25688" y2="39191"/>
                        <a14:foregroundMark x1="6830" y1="25453" x2="14067" y2="47604"/>
                        <a14:foregroundMark x1="14067" y1="47604" x2="14271" y2="48988"/>
                        <a14:foregroundMark x1="70744" y1="7668" x2="76249" y2="8094"/>
                        <a14:foregroundMark x1="23038" y1="62726" x2="42304" y2="53142"/>
                        <a14:foregroundMark x1="42304" y1="53142" x2="42508" y2="52929"/>
                        <a14:foregroundMark x1="50663" y1="46965" x2="54332" y2="42918"/>
                        <a14:foregroundMark x1="77370" y1="28647" x2="81753" y2="24814"/>
                        <a14:foregroundMark x1="81753" y1="24814" x2="88379" y2="26944"/>
                        <a14:foregroundMark x1="88379" y1="26944" x2="90418" y2="30032"/>
                        <a14:foregroundMark x1="90418" y1="30032" x2="90418" y2="30245"/>
                        <a14:foregroundMark x1="95005" y1="39191" x2="92762" y2="56337"/>
                        <a14:foregroundMark x1="92762" y1="56337" x2="72987" y2="75825"/>
                        <a14:foregroundMark x1="34659" y1="85410" x2="38022" y2="88924"/>
                        <a14:foregroundMark x1="38022" y1="88924" x2="53925" y2="95208"/>
                        <a14:foregroundMark x1="53925" y1="95208" x2="59837" y2="95634"/>
                        <a14:foregroundMark x1="59837" y1="95634" x2="60449" y2="95421"/>
                        <a14:foregroundMark x1="17635" y1="45793" x2="23344" y2="44196"/>
                        <a14:foregroundMark x1="96840" y1="73695" x2="98369" y2="76251"/>
                        <a14:foregroundMark x1="98777" y1="40575" x2="98981" y2="42812"/>
                        <a14:foregroundMark x1="67686" y1="12460" x2="72069" y2="15868"/>
                        <a14:foregroundMark x1="72069" y1="15868" x2="81753" y2="13845"/>
                        <a14:foregroundMark x1="81753" y1="13845" x2="73394" y2="13419"/>
                        <a14:foregroundMark x1="73394" y1="13419" x2="70336" y2="14377"/>
                        <a14:foregroundMark x1="70336" y1="14377" x2="69725" y2="14803"/>
                        <a14:foregroundMark x1="46075" y1="30777" x2="45872" y2="34079"/>
                        <a14:foregroundMark x1="45872" y1="34079" x2="46483" y2="32588"/>
                        <a14:foregroundMark x1="35372" y1="36209" x2="32008" y2="38019"/>
                        <a14:foregroundMark x1="32008" y1="38019" x2="34659" y2="37593"/>
                        <a14:foregroundMark x1="23955" y1="41321" x2="21509" y2="43344"/>
                        <a14:foregroundMark x1="21509" y1="43344" x2="22834" y2="42599"/>
                        <a14:foregroundMark x1="23242" y1="41214" x2="24567" y2="40362"/>
                      </a14:backgroundRemoval>
                    </a14:imgEffect>
                  </a14:imgLayer>
                </a14:imgProps>
              </a:ext>
            </a:extLst>
          </a:blip>
          <a:srcRect l="4608" t="4000"/>
          <a:stretch>
            <a:fillRect/>
          </a:stretch>
        </p:blipFill>
        <p:spPr>
          <a:xfrm>
            <a:off x="4081185" y="4945554"/>
            <a:ext cx="413967" cy="39876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2842C68-5B99-997D-0D65-250BA5BC58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232" b="99318" l="5054" r="97550">
                        <a14:foregroundMark x1="46554" y1="6572" x2="56815" y2="7254"/>
                        <a14:foregroundMark x1="49923" y1="2232" x2="53905" y2="2232"/>
                        <a14:foregroundMark x1="5819" y1="14879" x2="5819" y2="17855"/>
                        <a14:foregroundMark x1="5054" y1="18723" x2="6279" y2="20025"/>
                        <a14:foregroundMark x1="5054" y1="25046" x2="5819" y2="29882"/>
                        <a14:foregroundMark x1="5819" y1="33726" x2="6279" y2="38376"/>
                        <a14:foregroundMark x1="93109" y1="31680" x2="96325" y2="35462"/>
                        <a14:foregroundMark x1="96325" y1="35462" x2="96325" y2="37694"/>
                        <a14:foregroundMark x1="97090" y1="42033" x2="97090" y2="47179"/>
                        <a14:foregroundMark x1="97550" y1="52015" x2="96784" y2="56479"/>
                        <a14:foregroundMark x1="19449" y1="92312" x2="23890" y2="90639"/>
                        <a14:foregroundMark x1="45789" y1="94606" x2="54518" y2="95226"/>
                        <a14:foregroundMark x1="54518" y1="95226" x2="56049" y2="94296"/>
                        <a14:foregroundMark x1="49923" y1="99318" x2="52374" y2="99318"/>
                      </a14:backgroundRemoval>
                    </a14:imgEffect>
                  </a14:imgLayer>
                </a14:imgProps>
              </a:ext>
            </a:extLst>
          </a:blip>
          <a:srcRect l="3012" t="1067" b="1"/>
          <a:stretch>
            <a:fillRect/>
          </a:stretch>
        </p:blipFill>
        <p:spPr>
          <a:xfrm>
            <a:off x="2939507" y="4854382"/>
            <a:ext cx="247284" cy="62307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02716F0-DE19-F563-8718-337348248B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961" b="98972" l="1488" r="97429">
                        <a14:foregroundMark x1="94993" y1="27707" x2="97429" y2="45735"/>
                        <a14:foregroundMark x1="97429" y1="45735" x2="94587" y2="62492"/>
                        <a14:foregroundMark x1="58322" y1="5021" x2="58322" y2="8953"/>
                        <a14:foregroundMark x1="10961" y1="46945" x2="7442" y2="59165"/>
                        <a14:foregroundMark x1="7442" y1="59165" x2="7713" y2="76830"/>
                        <a14:foregroundMark x1="7713" y1="76830" x2="7172" y2="78705"/>
                        <a14:foregroundMark x1="3924" y1="81549" x2="20162" y2="90321"/>
                        <a14:foregroundMark x1="20162" y1="90321" x2="36671" y2="95523"/>
                        <a14:foregroundMark x1="36671" y1="95523" x2="41949" y2="94797"/>
                        <a14:foregroundMark x1="41949" y1="94797" x2="45061" y2="92922"/>
                        <a14:foregroundMark x1="33965" y1="98851" x2="35589" y2="99032"/>
                        <a14:foregroundMark x1="1488" y1="81004" x2="2503" y2="83545"/>
                      </a14:backgroundRemoval>
                    </a14:imgEffect>
                  </a14:imgLayer>
                </a14:imgProps>
              </a:ext>
            </a:extLst>
          </a:blip>
          <a:srcRect l="-275" t="2267"/>
          <a:stretch>
            <a:fillRect/>
          </a:stretch>
        </p:blipFill>
        <p:spPr>
          <a:xfrm>
            <a:off x="2089701" y="4961380"/>
            <a:ext cx="503004" cy="54830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83EB34E-FC1D-7C47-11D7-AF8843F627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376" b="99167" l="17469" r="98222">
                        <a14:foregroundMark x1="16527" y1="2896" x2="21444" y2="8617"/>
                        <a14:foregroundMark x1="21444" y1="8617" x2="44665" y2="9232"/>
                        <a14:foregroundMark x1="44665" y1="9232" x2="52929" y2="10319"/>
                        <a14:foregroundMark x1="17469" y1="2715" x2="19247" y2="7060"/>
                        <a14:foregroundMark x1="17469" y1="1955" x2="18828" y2="3512"/>
                        <a14:foregroundMark x1="17469" y1="2571" x2="18305" y2="1484"/>
                        <a14:foregroundMark x1="87029" y1="12962" x2="87029" y2="16872"/>
                        <a14:foregroundMark x1="86088" y1="13903" x2="87448" y2="16691"/>
                        <a14:foregroundMark x1="92782" y1="18863" x2="94665" y2="20275"/>
                        <a14:foregroundMark x1="95502" y1="30992" x2="98222" y2="32078"/>
                        <a14:foregroundMark x1="17469" y1="13758" x2="19247" y2="19189"/>
                        <a14:foregroundMark x1="19247" y1="13758" x2="19665" y2="16546"/>
                        <a14:foregroundMark x1="50209" y1="91564" x2="53347" y2="99167"/>
                      </a14:backgroundRemoval>
                    </a14:imgEffect>
                  </a14:imgLayer>
                </a14:imgProps>
              </a:ext>
            </a:extLst>
          </a:blip>
          <a:srcRect l="9295" t="1466"/>
          <a:stretch>
            <a:fillRect/>
          </a:stretch>
        </p:blipFill>
        <p:spPr>
          <a:xfrm>
            <a:off x="4858401" y="5016368"/>
            <a:ext cx="111176" cy="34892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6AC9464-FC9C-8AAC-6C63-6C04FEDB26A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219" t="933"/>
          <a:stretch>
            <a:fillRect/>
          </a:stretch>
        </p:blipFill>
        <p:spPr>
          <a:xfrm>
            <a:off x="5139938" y="5521232"/>
            <a:ext cx="367035" cy="324000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1C29F1C-7313-A66C-AA24-8CBADCECC94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3795" t="933"/>
          <a:stretch>
            <a:fillRect/>
          </a:stretch>
        </p:blipFill>
        <p:spPr>
          <a:xfrm>
            <a:off x="5897236" y="4278015"/>
            <a:ext cx="148796" cy="299077"/>
          </a:xfrm>
          <a:prstGeom prst="rect">
            <a:avLst/>
          </a:prstGeom>
        </p:spPr>
      </p:pic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370C077-1CDC-1B3D-3689-AD7EF25D9CBE}"/>
              </a:ext>
            </a:extLst>
          </p:cNvPr>
          <p:cNvCxnSpPr>
            <a:cxnSpLocks/>
          </p:cNvCxnSpPr>
          <p:nvPr/>
        </p:nvCxnSpPr>
        <p:spPr>
          <a:xfrm>
            <a:off x="915596" y="4961381"/>
            <a:ext cx="3289846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150C1EA-4858-7584-2A35-8375BD16A15D}"/>
              </a:ext>
            </a:extLst>
          </p:cNvPr>
          <p:cNvCxnSpPr>
            <a:cxnSpLocks/>
          </p:cNvCxnSpPr>
          <p:nvPr/>
        </p:nvCxnSpPr>
        <p:spPr>
          <a:xfrm>
            <a:off x="888636" y="5016809"/>
            <a:ext cx="3264923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173DB0D9-BB04-3E84-B0EE-9CDF4C66E00F}"/>
              </a:ext>
            </a:extLst>
          </p:cNvPr>
          <p:cNvCxnSpPr>
            <a:cxnSpLocks/>
          </p:cNvCxnSpPr>
          <p:nvPr/>
        </p:nvCxnSpPr>
        <p:spPr>
          <a:xfrm>
            <a:off x="758880" y="5069563"/>
            <a:ext cx="33396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71ED4DEF-DA38-6B52-869C-AB02F2163508}"/>
              </a:ext>
            </a:extLst>
          </p:cNvPr>
          <p:cNvCxnSpPr>
            <a:cxnSpLocks/>
          </p:cNvCxnSpPr>
          <p:nvPr/>
        </p:nvCxnSpPr>
        <p:spPr>
          <a:xfrm>
            <a:off x="3173727" y="5089241"/>
            <a:ext cx="996923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8E20CAD2-8765-5F1B-ED47-7857D86E14B0}"/>
              </a:ext>
            </a:extLst>
          </p:cNvPr>
          <p:cNvCxnSpPr>
            <a:cxnSpLocks/>
          </p:cNvCxnSpPr>
          <p:nvPr/>
        </p:nvCxnSpPr>
        <p:spPr>
          <a:xfrm>
            <a:off x="3170945" y="5138075"/>
            <a:ext cx="10716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6F3178B8-6298-AC1D-B6D0-46B8E5C1B5D4}"/>
              </a:ext>
            </a:extLst>
          </p:cNvPr>
          <p:cNvCxnSpPr>
            <a:cxnSpLocks/>
          </p:cNvCxnSpPr>
          <p:nvPr/>
        </p:nvCxnSpPr>
        <p:spPr>
          <a:xfrm>
            <a:off x="3170876" y="5190829"/>
            <a:ext cx="114646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F38FECCA-D5E1-8C2D-D091-76B8C94E59AA}"/>
              </a:ext>
            </a:extLst>
          </p:cNvPr>
          <p:cNvCxnSpPr>
            <a:cxnSpLocks/>
          </p:cNvCxnSpPr>
          <p:nvPr/>
        </p:nvCxnSpPr>
        <p:spPr>
          <a:xfrm>
            <a:off x="4372396" y="5019629"/>
            <a:ext cx="49846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CBA56B84-9EBA-A02B-7A5A-4BBA2010C1F8}"/>
              </a:ext>
            </a:extLst>
          </p:cNvPr>
          <p:cNvCxnSpPr>
            <a:cxnSpLocks/>
          </p:cNvCxnSpPr>
          <p:nvPr/>
        </p:nvCxnSpPr>
        <p:spPr>
          <a:xfrm>
            <a:off x="4462518" y="5043390"/>
            <a:ext cx="4236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ACEB534E-ED50-374B-F240-A02BAF5EE816}"/>
              </a:ext>
            </a:extLst>
          </p:cNvPr>
          <p:cNvCxnSpPr>
            <a:cxnSpLocks/>
          </p:cNvCxnSpPr>
          <p:nvPr/>
        </p:nvCxnSpPr>
        <p:spPr>
          <a:xfrm>
            <a:off x="4372397" y="5111644"/>
            <a:ext cx="573231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927BB83E-1D30-D3E7-44F6-1DB2C9B181EA}"/>
              </a:ext>
            </a:extLst>
          </p:cNvPr>
          <p:cNvCxnSpPr>
            <a:cxnSpLocks/>
          </p:cNvCxnSpPr>
          <p:nvPr/>
        </p:nvCxnSpPr>
        <p:spPr>
          <a:xfrm>
            <a:off x="4398774" y="5088456"/>
            <a:ext cx="510923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B856FB8E-24AA-4386-8D6C-D5B3D045149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101" b="98585" l="3356" r="95718">
                        <a14:foregroundMark x1="17940" y1="11006" x2="15394" y2="5896"/>
                        <a14:foregroundMark x1="15394" y1="5896" x2="17245" y2="3381"/>
                        <a14:foregroundMark x1="17245" y1="3381" x2="20023" y2="1572"/>
                        <a14:foregroundMark x1="20023" y1="1572" x2="20023" y2="1572"/>
                        <a14:foregroundMark x1="31597" y1="10535" x2="34144" y2="7469"/>
                        <a14:foregroundMark x1="34144" y1="7469" x2="34259" y2="4638"/>
                        <a14:foregroundMark x1="34259" y1="4638" x2="30324" y2="2280"/>
                        <a14:foregroundMark x1="30324" y1="2280" x2="25694" y2="1101"/>
                        <a14:foregroundMark x1="25694" y1="1101" x2="20139" y2="1101"/>
                        <a14:foregroundMark x1="49190" y1="33412" x2="45023" y2="33726"/>
                        <a14:foregroundMark x1="45023" y1="33726" x2="42708" y2="35613"/>
                        <a14:foregroundMark x1="42708" y1="35613" x2="50579" y2="37893"/>
                        <a14:foregroundMark x1="50579" y1="37893" x2="53009" y2="35613"/>
                        <a14:foregroundMark x1="53009" y1="35613" x2="49421" y2="34198"/>
                        <a14:foregroundMark x1="77199" y1="44182" x2="73380" y2="46619"/>
                        <a14:foregroundMark x1="73380" y1="46619" x2="80556" y2="46855"/>
                        <a14:foregroundMark x1="80556" y1="46855" x2="82292" y2="45126"/>
                        <a14:foregroundMark x1="94560" y1="72327" x2="95718" y2="82469"/>
                        <a14:foregroundMark x1="67824" y1="91431" x2="42361" y2="93553"/>
                        <a14:foregroundMark x1="6134" y1="83805" x2="3472" y2="76101"/>
                        <a14:foregroundMark x1="3472" y1="76101" x2="3472" y2="76101"/>
                        <a14:foregroundMark x1="46991" y1="97799" x2="50116" y2="98585"/>
                      </a14:backgroundRemoval>
                    </a14:imgEffect>
                  </a14:imgLayer>
                </a14:imgProps>
              </a:ext>
            </a:extLst>
          </a:blip>
          <a:srcRect t="1466" r="2431" b="934"/>
          <a:stretch>
            <a:fillRect/>
          </a:stretch>
        </p:blipFill>
        <p:spPr>
          <a:xfrm>
            <a:off x="1208008" y="4214713"/>
            <a:ext cx="626170" cy="922154"/>
          </a:xfrm>
          <a:prstGeom prst="rect">
            <a:avLst/>
          </a:prstGeom>
        </p:spPr>
      </p:pic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8FC883B1-0DCC-8D9F-E241-7035D6578E2C}"/>
              </a:ext>
            </a:extLst>
          </p:cNvPr>
          <p:cNvCxnSpPr>
            <a:cxnSpLocks/>
          </p:cNvCxnSpPr>
          <p:nvPr/>
        </p:nvCxnSpPr>
        <p:spPr>
          <a:xfrm>
            <a:off x="1063845" y="3998790"/>
            <a:ext cx="1320923" cy="965888"/>
          </a:xfrm>
          <a:prstGeom prst="bentConnector3">
            <a:avLst>
              <a:gd name="adj1" fmla="val 99989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D6404751-CDEE-77D1-A49C-6198B7102797}"/>
              </a:ext>
            </a:extLst>
          </p:cNvPr>
          <p:cNvCxnSpPr>
            <a:cxnSpLocks/>
          </p:cNvCxnSpPr>
          <p:nvPr/>
        </p:nvCxnSpPr>
        <p:spPr>
          <a:xfrm>
            <a:off x="1078135" y="4029459"/>
            <a:ext cx="1216846" cy="990171"/>
          </a:xfrm>
          <a:prstGeom prst="bentConnector3">
            <a:avLst>
              <a:gd name="adj1" fmla="val 99495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66">
            <a:extLst>
              <a:ext uri="{FF2B5EF4-FFF2-40B4-BE49-F238E27FC236}">
                <a16:creationId xmlns:a16="http://schemas.microsoft.com/office/drawing/2014/main" id="{07E94A85-9CC9-588D-E921-6B64D44EB8D9}"/>
              </a:ext>
            </a:extLst>
          </p:cNvPr>
          <p:cNvCxnSpPr>
            <a:cxnSpLocks/>
          </p:cNvCxnSpPr>
          <p:nvPr/>
        </p:nvCxnSpPr>
        <p:spPr>
          <a:xfrm>
            <a:off x="439267" y="4060127"/>
            <a:ext cx="1744615" cy="1009437"/>
          </a:xfrm>
          <a:prstGeom prst="bentConnector3">
            <a:avLst>
              <a:gd name="adj1" fmla="val 100410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图片 58">
            <a:extLst>
              <a:ext uri="{FF2B5EF4-FFF2-40B4-BE49-F238E27FC236}">
                <a16:creationId xmlns:a16="http://schemas.microsoft.com/office/drawing/2014/main" id="{F3F9AD0C-60FD-46AC-853B-7B3FAE0A2E7F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621" b="96800" l="6490" r="97788">
                        <a14:foregroundMark x1="6563" y1="41117" x2="10767" y2="40735"/>
                        <a14:foregroundMark x1="53909" y1="5062" x2="53024" y2="9503"/>
                        <a14:foregroundMark x1="90413" y1="64804" x2="97935" y2="69628"/>
                        <a14:foregroundMark x1="53319" y1="621" x2="53319" y2="1767"/>
                        <a14:foregroundMark x1="61357" y1="92550" x2="61062" y2="96800"/>
                      </a14:backgroundRemoval>
                    </a14:imgEffect>
                  </a14:imgLayer>
                </a14:imgProps>
              </a:ext>
            </a:extLst>
          </a:blip>
          <a:srcRect l="2506"/>
          <a:stretch>
            <a:fillRect/>
          </a:stretch>
        </p:blipFill>
        <p:spPr>
          <a:xfrm>
            <a:off x="204517" y="3492986"/>
            <a:ext cx="373846" cy="592146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171D579D-B7AF-5A79-0279-216A858A40A8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621" b="96800" l="6490" r="97788">
                        <a14:foregroundMark x1="6563" y1="41117" x2="10767" y2="40735"/>
                        <a14:foregroundMark x1="53909" y1="5062" x2="53024" y2="9503"/>
                        <a14:foregroundMark x1="90413" y1="64804" x2="97935" y2="69628"/>
                        <a14:foregroundMark x1="53319" y1="621" x2="53319" y2="1767"/>
                        <a14:foregroundMark x1="61357" y1="92550" x2="61062" y2="96800"/>
                      </a14:backgroundRemoval>
                    </a14:imgEffect>
                  </a14:imgLayer>
                </a14:imgProps>
              </a:ext>
            </a:extLst>
          </a:blip>
          <a:srcRect l="2506"/>
          <a:stretch>
            <a:fillRect/>
          </a:stretch>
        </p:blipFill>
        <p:spPr>
          <a:xfrm>
            <a:off x="514790" y="3492986"/>
            <a:ext cx="373846" cy="592146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7054CA2F-B004-A57F-43FC-7A51E64D2FD1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621" b="96800" l="6490" r="97788">
                        <a14:foregroundMark x1="6563" y1="41117" x2="10767" y2="40735"/>
                        <a14:foregroundMark x1="53909" y1="5062" x2="53024" y2="9503"/>
                        <a14:foregroundMark x1="90413" y1="64804" x2="97935" y2="69628"/>
                        <a14:foregroundMark x1="53319" y1="621" x2="53319" y2="1767"/>
                        <a14:foregroundMark x1="61357" y1="92550" x2="61062" y2="96800"/>
                      </a14:backgroundRemoval>
                    </a14:imgEffect>
                  </a14:imgLayer>
                </a14:imgProps>
              </a:ext>
            </a:extLst>
          </a:blip>
          <a:srcRect l="2506"/>
          <a:stretch>
            <a:fillRect/>
          </a:stretch>
        </p:blipFill>
        <p:spPr>
          <a:xfrm>
            <a:off x="828126" y="3492986"/>
            <a:ext cx="373846" cy="592146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6C6A1782-8416-5CF0-0755-2B68E3C760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232" b="99318" l="5054" r="97550">
                        <a14:foregroundMark x1="46554" y1="6572" x2="56815" y2="7254"/>
                        <a14:foregroundMark x1="49923" y1="2232" x2="53905" y2="2232"/>
                        <a14:foregroundMark x1="5819" y1="14879" x2="5819" y2="17855"/>
                        <a14:foregroundMark x1="5054" y1="18723" x2="6279" y2="20025"/>
                        <a14:foregroundMark x1="5054" y1="25046" x2="5819" y2="29882"/>
                        <a14:foregroundMark x1="5819" y1="33726" x2="6279" y2="38376"/>
                        <a14:foregroundMark x1="93109" y1="31680" x2="96325" y2="35462"/>
                        <a14:foregroundMark x1="96325" y1="35462" x2="96325" y2="37694"/>
                        <a14:foregroundMark x1="97090" y1="42033" x2="97090" y2="47179"/>
                        <a14:foregroundMark x1="97550" y1="52015" x2="96784" y2="56479"/>
                        <a14:foregroundMark x1="19449" y1="92312" x2="23890" y2="90639"/>
                        <a14:foregroundMark x1="45789" y1="94606" x2="54518" y2="95226"/>
                        <a14:foregroundMark x1="54518" y1="95226" x2="56049" y2="94296"/>
                        <a14:foregroundMark x1="49923" y1="99318" x2="52374" y2="99318"/>
                      </a14:backgroundRemoval>
                    </a14:imgEffect>
                  </a14:imgLayer>
                </a14:imgProps>
              </a:ext>
            </a:extLst>
          </a:blip>
          <a:srcRect l="3012" t="1067" b="1"/>
          <a:stretch>
            <a:fillRect/>
          </a:stretch>
        </p:blipFill>
        <p:spPr>
          <a:xfrm>
            <a:off x="3521082" y="4851740"/>
            <a:ext cx="247284" cy="623077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697F2AF1-924F-2C81-FA50-58A748B986F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43" b="92216" l="6684" r="92159">
                        <a14:foregroundMark x1="21722" y1="8743" x2="26093" y2="9940"/>
                        <a14:foregroundMark x1="9126" y1="25988" x2="6684" y2="33772"/>
                        <a14:foregroundMark x1="6684" y1="33772" x2="7069" y2="34132"/>
                        <a14:foregroundMark x1="7069" y1="35329" x2="9126" y2="66946"/>
                        <a14:foregroundMark x1="9126" y1="66946" x2="9126" y2="66946"/>
                        <a14:foregroundMark x1="54627" y1="90659" x2="57969" y2="92335"/>
                        <a14:foregroundMark x1="92159" y1="42275" x2="91131" y2="77246"/>
                      </a14:backgroundRemoval>
                    </a14:imgEffect>
                  </a14:imgLayer>
                </a14:imgProps>
              </a:ext>
            </a:extLst>
          </a:blip>
          <a:srcRect l="2935" t="6092" r="6201" b="6003"/>
          <a:stretch>
            <a:fillRect/>
          </a:stretch>
        </p:blipFill>
        <p:spPr>
          <a:xfrm>
            <a:off x="5803166" y="4785486"/>
            <a:ext cx="288047" cy="299077"/>
          </a:xfrm>
          <a:prstGeom prst="rect">
            <a:avLst/>
          </a:prstGeom>
        </p:spPr>
      </p:pic>
      <p:pic>
        <p:nvPicPr>
          <p:cNvPr id="116" name="图片 115">
            <a:extLst>
              <a:ext uri="{FF2B5EF4-FFF2-40B4-BE49-F238E27FC236}">
                <a16:creationId xmlns:a16="http://schemas.microsoft.com/office/drawing/2014/main" id="{5E0895E3-7E02-27FB-847E-E721ACD6677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7499" b="95238" l="9628" r="89865">
                        <a14:foregroundMark x1="65372" y1="10181" x2="65372" y2="10181"/>
                        <a14:foregroundMark x1="66047" y1="7499" x2="66047" y2="7499"/>
                        <a14:foregroundMark x1="48649" y1="92063" x2="48649" y2="92063"/>
                        <a14:foregroundMark x1="48986" y1="95238" x2="48986" y2="95238"/>
                      </a14:backgroundRemoval>
                    </a14:imgEffect>
                  </a14:imgLayer>
                </a14:imgProps>
              </a:ext>
            </a:extLst>
          </a:blip>
          <a:srcRect l="18387" t="6864" r="21220" b="4634"/>
          <a:stretch>
            <a:fillRect/>
          </a:stretch>
        </p:blipFill>
        <p:spPr>
          <a:xfrm flipH="1">
            <a:off x="5506973" y="4748681"/>
            <a:ext cx="55110" cy="249231"/>
          </a:xfrm>
          <a:prstGeom prst="rect">
            <a:avLst/>
          </a:prstGeom>
        </p:spPr>
      </p:pic>
      <p:pic>
        <p:nvPicPr>
          <p:cNvPr id="126" name="图片 125">
            <a:extLst>
              <a:ext uri="{FF2B5EF4-FFF2-40B4-BE49-F238E27FC236}">
                <a16:creationId xmlns:a16="http://schemas.microsoft.com/office/drawing/2014/main" id="{F2121136-FA09-5028-0D9B-6EA1E4D62A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376" b="99167" l="17469" r="98222">
                        <a14:foregroundMark x1="16527" y1="2896" x2="21444" y2="8617"/>
                        <a14:foregroundMark x1="21444" y1="8617" x2="44665" y2="9232"/>
                        <a14:foregroundMark x1="44665" y1="9232" x2="52929" y2="10319"/>
                        <a14:foregroundMark x1="17469" y1="2715" x2="19247" y2="7060"/>
                        <a14:foregroundMark x1="17469" y1="1955" x2="18828" y2="3512"/>
                        <a14:foregroundMark x1="17469" y1="2571" x2="18305" y2="1484"/>
                        <a14:foregroundMark x1="87029" y1="12962" x2="87029" y2="16872"/>
                        <a14:foregroundMark x1="86088" y1="13903" x2="87448" y2="16691"/>
                        <a14:foregroundMark x1="92782" y1="18863" x2="94665" y2="20275"/>
                        <a14:foregroundMark x1="95502" y1="30992" x2="98222" y2="32078"/>
                        <a14:foregroundMark x1="17469" y1="13758" x2="19247" y2="19189"/>
                        <a14:foregroundMark x1="19247" y1="13758" x2="19665" y2="16546"/>
                        <a14:foregroundMark x1="50209" y1="91564" x2="53347" y2="99167"/>
                      </a14:backgroundRemoval>
                    </a14:imgEffect>
                  </a14:imgLayer>
                </a14:imgProps>
              </a:ext>
            </a:extLst>
          </a:blip>
          <a:srcRect l="9295" t="1466"/>
          <a:stretch>
            <a:fillRect/>
          </a:stretch>
        </p:blipFill>
        <p:spPr>
          <a:xfrm>
            <a:off x="5209287" y="4852279"/>
            <a:ext cx="111176" cy="348923"/>
          </a:xfrm>
          <a:prstGeom prst="rect">
            <a:avLst/>
          </a:prstGeom>
        </p:spPr>
      </p:pic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431832A9-22B5-3239-D7FC-8F6E74621093}"/>
              </a:ext>
            </a:extLst>
          </p:cNvPr>
          <p:cNvCxnSpPr>
            <a:cxnSpLocks/>
          </p:cNvCxnSpPr>
          <p:nvPr/>
        </p:nvCxnSpPr>
        <p:spPr>
          <a:xfrm flipV="1">
            <a:off x="4951459" y="4938326"/>
            <a:ext cx="348923" cy="17231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19082FA5-2779-4699-A9B0-1A78AE2783CB}"/>
              </a:ext>
            </a:extLst>
          </p:cNvPr>
          <p:cNvCxnSpPr>
            <a:cxnSpLocks/>
          </p:cNvCxnSpPr>
          <p:nvPr/>
        </p:nvCxnSpPr>
        <p:spPr>
          <a:xfrm flipV="1">
            <a:off x="4953765" y="4890640"/>
            <a:ext cx="348923" cy="17231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0E5EF924-23B1-D675-3ED4-531E2C0DF902}"/>
              </a:ext>
            </a:extLst>
          </p:cNvPr>
          <p:cNvCxnSpPr>
            <a:cxnSpLocks/>
          </p:cNvCxnSpPr>
          <p:nvPr/>
        </p:nvCxnSpPr>
        <p:spPr>
          <a:xfrm flipV="1">
            <a:off x="4872457" y="4893698"/>
            <a:ext cx="348923" cy="17231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113ADFB6-BD35-AA01-1151-94ADB04F2283}"/>
              </a:ext>
            </a:extLst>
          </p:cNvPr>
          <p:cNvCxnSpPr>
            <a:cxnSpLocks/>
          </p:cNvCxnSpPr>
          <p:nvPr/>
        </p:nvCxnSpPr>
        <p:spPr>
          <a:xfrm flipV="1">
            <a:off x="4870858" y="4851895"/>
            <a:ext cx="348923" cy="172316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C613EAAB-E514-B840-31E9-D647C5CE920C}"/>
              </a:ext>
            </a:extLst>
          </p:cNvPr>
          <p:cNvCxnSpPr>
            <a:cxnSpLocks/>
          </p:cNvCxnSpPr>
          <p:nvPr/>
        </p:nvCxnSpPr>
        <p:spPr>
          <a:xfrm flipV="1">
            <a:off x="5219209" y="4750330"/>
            <a:ext cx="299077" cy="10141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504EA106-CE92-F174-E53C-8AE09B1E15E5}"/>
              </a:ext>
            </a:extLst>
          </p:cNvPr>
          <p:cNvCxnSpPr>
            <a:cxnSpLocks/>
          </p:cNvCxnSpPr>
          <p:nvPr/>
        </p:nvCxnSpPr>
        <p:spPr>
          <a:xfrm flipV="1">
            <a:off x="5300381" y="4766471"/>
            <a:ext cx="249231" cy="127254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9B0EC5B3-A367-7894-3E68-08DE61AB2ACF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5517988" y="4427553"/>
            <a:ext cx="379248" cy="320590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7AE3EDDC-6CC5-070F-EF81-73630749DA15}"/>
              </a:ext>
            </a:extLst>
          </p:cNvPr>
          <p:cNvCxnSpPr>
            <a:cxnSpLocks/>
            <a:endCxn id="96" idx="1"/>
          </p:cNvCxnSpPr>
          <p:nvPr/>
        </p:nvCxnSpPr>
        <p:spPr>
          <a:xfrm>
            <a:off x="5549613" y="4764585"/>
            <a:ext cx="253554" cy="170439"/>
          </a:xfrm>
          <a:prstGeom prst="curved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B70E54F8-E062-B057-AD39-4D19EAB3CF3E}"/>
              </a:ext>
            </a:extLst>
          </p:cNvPr>
          <p:cNvCxnSpPr>
            <a:cxnSpLocks/>
            <a:endCxn id="165" idx="1"/>
          </p:cNvCxnSpPr>
          <p:nvPr/>
        </p:nvCxnSpPr>
        <p:spPr>
          <a:xfrm rot="16200000" flipH="1">
            <a:off x="5246005" y="4989399"/>
            <a:ext cx="447616" cy="338867"/>
          </a:xfrm>
          <a:prstGeom prst="curvedConnector2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D12D2AB1-ECB0-F89E-B816-54A9A79FE072}"/>
              </a:ext>
            </a:extLst>
          </p:cNvPr>
          <p:cNvCxnSpPr>
            <a:cxnSpLocks/>
            <a:endCxn id="27" idx="1"/>
          </p:cNvCxnSpPr>
          <p:nvPr/>
        </p:nvCxnSpPr>
        <p:spPr>
          <a:xfrm rot="16200000" flipH="1">
            <a:off x="4765534" y="5308830"/>
            <a:ext cx="560814" cy="187992"/>
          </a:xfrm>
          <a:prstGeom prst="curvedConnector2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文本框 150">
            <a:extLst>
              <a:ext uri="{FF2B5EF4-FFF2-40B4-BE49-F238E27FC236}">
                <a16:creationId xmlns:a16="http://schemas.microsoft.com/office/drawing/2014/main" id="{466D8C7E-47D8-0A74-C82F-141E6A7BD7A4}"/>
              </a:ext>
            </a:extLst>
          </p:cNvPr>
          <p:cNvSpPr txBox="1"/>
          <p:nvPr/>
        </p:nvSpPr>
        <p:spPr>
          <a:xfrm>
            <a:off x="424038" y="4107555"/>
            <a:ext cx="623890" cy="198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2"/>
              <a:t>Wind farms</a:t>
            </a:r>
            <a:endParaRPr lang="en-GB" sz="692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DEC03081-F2F3-A2EB-7ACD-3769222C3620}"/>
              </a:ext>
            </a:extLst>
          </p:cNvPr>
          <p:cNvSpPr txBox="1"/>
          <p:nvPr/>
        </p:nvSpPr>
        <p:spPr>
          <a:xfrm>
            <a:off x="216011" y="5116201"/>
            <a:ext cx="623890" cy="198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2"/>
              <a:t>Solar farms</a:t>
            </a:r>
            <a:endParaRPr lang="en-GB" sz="692"/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619B656C-37E2-3EC0-806A-83FA425C287F}"/>
              </a:ext>
            </a:extLst>
          </p:cNvPr>
          <p:cNvSpPr txBox="1"/>
          <p:nvPr/>
        </p:nvSpPr>
        <p:spPr>
          <a:xfrm>
            <a:off x="1203990" y="5115973"/>
            <a:ext cx="635110" cy="198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2"/>
              <a:t>Power lants</a:t>
            </a:r>
            <a:endParaRPr lang="en-GB" sz="692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28B09346-3E97-650F-0CD9-338B2DE173A9}"/>
              </a:ext>
            </a:extLst>
          </p:cNvPr>
          <p:cNvSpPr txBox="1"/>
          <p:nvPr/>
        </p:nvSpPr>
        <p:spPr>
          <a:xfrm>
            <a:off x="2013228" y="5493417"/>
            <a:ext cx="655949" cy="198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2"/>
              <a:t>Transformer</a:t>
            </a:r>
            <a:endParaRPr lang="en-GB" sz="692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EF3C2AD7-9FFA-024C-2C58-EB148027C560}"/>
              </a:ext>
            </a:extLst>
          </p:cNvPr>
          <p:cNvSpPr txBox="1"/>
          <p:nvPr/>
        </p:nvSpPr>
        <p:spPr>
          <a:xfrm>
            <a:off x="2866790" y="4678170"/>
            <a:ext cx="1029449" cy="198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2"/>
              <a:t>Transmission network</a:t>
            </a:r>
            <a:endParaRPr lang="en-GB" sz="692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55169E38-69FB-9E6D-6A7E-CB06639E4D82}"/>
              </a:ext>
            </a:extLst>
          </p:cNvPr>
          <p:cNvSpPr txBox="1"/>
          <p:nvPr/>
        </p:nvSpPr>
        <p:spPr>
          <a:xfrm>
            <a:off x="4016615" y="5319727"/>
            <a:ext cx="601447" cy="198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2"/>
              <a:t>Substation</a:t>
            </a:r>
            <a:endParaRPr lang="en-GB" sz="692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8206EEF-78F6-3A68-EA50-553807449791}"/>
              </a:ext>
            </a:extLst>
          </p:cNvPr>
          <p:cNvSpPr txBox="1"/>
          <p:nvPr/>
        </p:nvSpPr>
        <p:spPr>
          <a:xfrm rot="20054847">
            <a:off x="4700244" y="4655725"/>
            <a:ext cx="968535" cy="198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2"/>
              <a:t>Distribution network</a:t>
            </a:r>
            <a:endParaRPr lang="en-GB" sz="692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794C833A-6D3D-1A27-8767-2B76A739A8E6}"/>
              </a:ext>
            </a:extLst>
          </p:cNvPr>
          <p:cNvSpPr txBox="1"/>
          <p:nvPr/>
        </p:nvSpPr>
        <p:spPr>
          <a:xfrm>
            <a:off x="4981227" y="5813446"/>
            <a:ext cx="734496" cy="198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2"/>
              <a:t>Industrial load</a:t>
            </a:r>
            <a:endParaRPr lang="en-GB" sz="692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E0A2A614-1F13-1123-23EC-F64AA515DBE8}"/>
              </a:ext>
            </a:extLst>
          </p:cNvPr>
          <p:cNvSpPr txBox="1"/>
          <p:nvPr/>
        </p:nvSpPr>
        <p:spPr>
          <a:xfrm>
            <a:off x="5449405" y="5504050"/>
            <a:ext cx="848616" cy="198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92"/>
              <a:t>Commercial load</a:t>
            </a:r>
            <a:endParaRPr lang="en-GB" sz="692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D6A37ED8-347A-A232-8E9A-816E47847293}"/>
              </a:ext>
            </a:extLst>
          </p:cNvPr>
          <p:cNvSpPr txBox="1"/>
          <p:nvPr/>
        </p:nvSpPr>
        <p:spPr>
          <a:xfrm>
            <a:off x="5774387" y="4556368"/>
            <a:ext cx="814647" cy="198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2"/>
              <a:t>Charging station</a:t>
            </a:r>
            <a:endParaRPr lang="en-GB" sz="692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4E1DFC97-577C-BB82-B606-1D9745B02766}"/>
              </a:ext>
            </a:extLst>
          </p:cNvPr>
          <p:cNvSpPr txBox="1"/>
          <p:nvPr/>
        </p:nvSpPr>
        <p:spPr>
          <a:xfrm>
            <a:off x="5702941" y="5058964"/>
            <a:ext cx="848616" cy="198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92"/>
              <a:t>Residential load</a:t>
            </a:r>
            <a:endParaRPr lang="en-GB" sz="692"/>
          </a:p>
        </p:txBody>
      </p:sp>
      <p:pic>
        <p:nvPicPr>
          <p:cNvPr id="165" name="图片 164">
            <a:extLst>
              <a:ext uri="{FF2B5EF4-FFF2-40B4-BE49-F238E27FC236}">
                <a16:creationId xmlns:a16="http://schemas.microsoft.com/office/drawing/2014/main" id="{56C1AE01-A697-AACB-2609-45473F668FA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4405" b="99780" l="4387" r="99838">
                        <a14:foregroundMark x1="9504" y1="27093" x2="23639" y2="62885"/>
                        <a14:foregroundMark x1="23639" y1="62885" x2="37287" y2="71641"/>
                        <a14:foregroundMark x1="3737" y1="20595" x2="11210" y2="62775"/>
                        <a14:foregroundMark x1="11210" y1="62775" x2="7636" y2="86013"/>
                        <a14:foregroundMark x1="7636" y1="86013" x2="39480" y2="93502"/>
                        <a14:foregroundMark x1="39480" y1="93502" x2="48010" y2="67126"/>
                        <a14:foregroundMark x1="48010" y1="67126" x2="42811" y2="37665"/>
                        <a14:foregroundMark x1="42811" y1="37665" x2="19578" y2="44163"/>
                        <a14:foregroundMark x1="19578" y1="44163" x2="43948" y2="49725"/>
                        <a14:foregroundMark x1="43948" y1="49725" x2="23883" y2="53414"/>
                        <a14:foregroundMark x1="23883" y1="53414" x2="20552" y2="91410"/>
                        <a14:foregroundMark x1="20552" y1="91410" x2="34037" y2="85518"/>
                        <a14:foregroundMark x1="34037" y1="85518" x2="23477" y2="73458"/>
                        <a14:foregroundMark x1="23477" y1="73458" x2="19009" y2="81828"/>
                        <a14:foregroundMark x1="19009" y1="81828" x2="37937" y2="86784"/>
                        <a14:foregroundMark x1="15272" y1="76211" x2="16084" y2="86344"/>
                        <a14:foregroundMark x1="16084" y1="86344" x2="20715" y2="85518"/>
                        <a14:foregroundMark x1="10154" y1="82269" x2="10479" y2="87445"/>
                        <a14:foregroundMark x1="13323" y1="81828" x2="13647" y2="87445"/>
                        <a14:foregroundMark x1="5361" y1="70595" x2="4387" y2="84637"/>
                        <a14:foregroundMark x1="4712" y1="85738" x2="35743" y2="95870"/>
                        <a14:foregroundMark x1="35743" y1="95870" x2="47360" y2="95705"/>
                        <a14:foregroundMark x1="47360" y1="95705" x2="51665" y2="89097"/>
                        <a14:foregroundMark x1="51665" y1="89097" x2="51665" y2="88326"/>
                        <a14:foregroundMark x1="50041" y1="95870" x2="50690" y2="99780"/>
                        <a14:foregroundMark x1="10479" y1="18447" x2="37124" y2="22852"/>
                        <a14:foregroundMark x1="37124" y1="22852" x2="69293" y2="19824"/>
                        <a14:foregroundMark x1="69293" y1="19824" x2="70837" y2="14758"/>
                        <a14:foregroundMark x1="10479" y1="18007" x2="52071" y2="8315"/>
                        <a14:foregroundMark x1="52071" y1="8315" x2="69781" y2="12830"/>
                        <a14:foregroundMark x1="69781" y1="12830" x2="59789" y2="23128"/>
                        <a14:foregroundMark x1="59789" y1="23128" x2="41836" y2="25055"/>
                        <a14:foregroundMark x1="41836" y1="25055" x2="44435" y2="16520"/>
                        <a14:foregroundMark x1="44435" y1="16520" x2="60114" y2="14813"/>
                        <a14:foregroundMark x1="60114" y1="14813" x2="78960" y2="16244"/>
                        <a14:foregroundMark x1="78960" y1="16244" x2="74980" y2="24394"/>
                        <a14:foregroundMark x1="74980" y1="24394" x2="74655" y2="24504"/>
                        <a14:foregroundMark x1="30301" y1="24725" x2="38343" y2="29901"/>
                        <a14:foregroundMark x1="38343" y1="29901" x2="52071" y2="31057"/>
                        <a14:foregroundMark x1="52071" y1="31057" x2="57433" y2="29240"/>
                        <a14:foregroundMark x1="6011" y1="18833" x2="14622" y2="23844"/>
                        <a14:foregroundMark x1="7636" y1="18007" x2="50853" y2="4570"/>
                        <a14:foregroundMark x1="50853" y1="4570" x2="51015" y2="4570"/>
                        <a14:foregroundMark x1="49716" y1="3689" x2="93014" y2="20815"/>
                        <a14:foregroundMark x1="93014" y1="20815" x2="92851" y2="22081"/>
                        <a14:foregroundMark x1="58652" y1="4791" x2="96344" y2="19273"/>
                        <a14:foregroundMark x1="98294" y1="18447" x2="99838" y2="18833"/>
                        <a14:foregroundMark x1="99838" y1="19934" x2="99838" y2="84857"/>
                      </a14:backgroundRemoval>
                    </a14:imgEffect>
                  </a14:imgLayer>
                </a14:imgProps>
              </a:ext>
            </a:extLst>
          </a:blip>
          <a:srcRect l="3449" t="2400"/>
          <a:stretch>
            <a:fillRect/>
          </a:stretch>
        </p:blipFill>
        <p:spPr>
          <a:xfrm>
            <a:off x="5639246" y="5233102"/>
            <a:ext cx="200552" cy="299077"/>
          </a:xfrm>
          <a:prstGeom prst="rect">
            <a:avLst/>
          </a:prstGeom>
        </p:spPr>
      </p:pic>
      <p:pic>
        <p:nvPicPr>
          <p:cNvPr id="166" name="图片 165">
            <a:extLst>
              <a:ext uri="{FF2B5EF4-FFF2-40B4-BE49-F238E27FC236}">
                <a16:creationId xmlns:a16="http://schemas.microsoft.com/office/drawing/2014/main" id="{FF2B2671-5235-E70E-BFFA-3CD5A6DA1F9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4405" b="99780" l="4387" r="99838">
                        <a14:foregroundMark x1="9504" y1="27093" x2="23639" y2="62885"/>
                        <a14:foregroundMark x1="23639" y1="62885" x2="37287" y2="71641"/>
                        <a14:foregroundMark x1="3737" y1="20595" x2="11210" y2="62775"/>
                        <a14:foregroundMark x1="11210" y1="62775" x2="7636" y2="86013"/>
                        <a14:foregroundMark x1="7636" y1="86013" x2="39480" y2="93502"/>
                        <a14:foregroundMark x1="39480" y1="93502" x2="48010" y2="67126"/>
                        <a14:foregroundMark x1="48010" y1="67126" x2="42811" y2="37665"/>
                        <a14:foregroundMark x1="42811" y1="37665" x2="19578" y2="44163"/>
                        <a14:foregroundMark x1="19578" y1="44163" x2="43948" y2="49725"/>
                        <a14:foregroundMark x1="43948" y1="49725" x2="23883" y2="53414"/>
                        <a14:foregroundMark x1="23883" y1="53414" x2="20552" y2="91410"/>
                        <a14:foregroundMark x1="20552" y1="91410" x2="34037" y2="85518"/>
                        <a14:foregroundMark x1="34037" y1="85518" x2="23477" y2="73458"/>
                        <a14:foregroundMark x1="23477" y1="73458" x2="19009" y2="81828"/>
                        <a14:foregroundMark x1="19009" y1="81828" x2="37937" y2="86784"/>
                        <a14:foregroundMark x1="15272" y1="76211" x2="16084" y2="86344"/>
                        <a14:foregroundMark x1="16084" y1="86344" x2="20715" y2="85518"/>
                        <a14:foregroundMark x1="10154" y1="82269" x2="10479" y2="87445"/>
                        <a14:foregroundMark x1="13323" y1="81828" x2="13647" y2="87445"/>
                        <a14:foregroundMark x1="5361" y1="70595" x2="4387" y2="84637"/>
                        <a14:foregroundMark x1="4712" y1="85738" x2="35743" y2="95870"/>
                        <a14:foregroundMark x1="35743" y1="95870" x2="47360" y2="95705"/>
                        <a14:foregroundMark x1="47360" y1="95705" x2="51665" y2="89097"/>
                        <a14:foregroundMark x1="51665" y1="89097" x2="51665" y2="88326"/>
                        <a14:foregroundMark x1="50041" y1="95870" x2="50690" y2="99780"/>
                        <a14:foregroundMark x1="10479" y1="18447" x2="37124" y2="22852"/>
                        <a14:foregroundMark x1="37124" y1="22852" x2="69293" y2="19824"/>
                        <a14:foregroundMark x1="69293" y1="19824" x2="70837" y2="14758"/>
                        <a14:foregroundMark x1="10479" y1="18007" x2="52071" y2="8315"/>
                        <a14:foregroundMark x1="52071" y1="8315" x2="69781" y2="12830"/>
                        <a14:foregroundMark x1="69781" y1="12830" x2="59789" y2="23128"/>
                        <a14:foregroundMark x1="59789" y1="23128" x2="41836" y2="25055"/>
                        <a14:foregroundMark x1="41836" y1="25055" x2="44435" y2="16520"/>
                        <a14:foregroundMark x1="44435" y1="16520" x2="60114" y2="14813"/>
                        <a14:foregroundMark x1="60114" y1="14813" x2="78960" y2="16244"/>
                        <a14:foregroundMark x1="78960" y1="16244" x2="74980" y2="24394"/>
                        <a14:foregroundMark x1="74980" y1="24394" x2="74655" y2="24504"/>
                        <a14:foregroundMark x1="30301" y1="24725" x2="38343" y2="29901"/>
                        <a14:foregroundMark x1="38343" y1="29901" x2="52071" y2="31057"/>
                        <a14:foregroundMark x1="52071" y1="31057" x2="57433" y2="29240"/>
                        <a14:foregroundMark x1="6011" y1="18833" x2="14622" y2="23844"/>
                        <a14:foregroundMark x1="7636" y1="18007" x2="50853" y2="4570"/>
                        <a14:foregroundMark x1="50853" y1="4570" x2="51015" y2="4570"/>
                        <a14:foregroundMark x1="49716" y1="3689" x2="93014" y2="20815"/>
                        <a14:foregroundMark x1="93014" y1="20815" x2="92851" y2="22081"/>
                        <a14:foregroundMark x1="58652" y1="4791" x2="96344" y2="19273"/>
                        <a14:foregroundMark x1="98294" y1="18447" x2="99838" y2="18833"/>
                        <a14:foregroundMark x1="99838" y1="19934" x2="99838" y2="84857"/>
                      </a14:backgroundRemoval>
                    </a14:imgEffect>
                  </a14:imgLayer>
                </a14:imgProps>
              </a:ext>
            </a:extLst>
          </a:blip>
          <a:srcRect l="3449" t="2400"/>
          <a:stretch>
            <a:fillRect/>
          </a:stretch>
        </p:blipFill>
        <p:spPr>
          <a:xfrm>
            <a:off x="5890298" y="5233102"/>
            <a:ext cx="200552" cy="299077"/>
          </a:xfrm>
          <a:prstGeom prst="rect">
            <a:avLst/>
          </a:prstGeom>
        </p:spPr>
      </p:pic>
      <p:pic>
        <p:nvPicPr>
          <p:cNvPr id="170" name="图片 169">
            <a:extLst>
              <a:ext uri="{FF2B5EF4-FFF2-40B4-BE49-F238E27FC236}">
                <a16:creationId xmlns:a16="http://schemas.microsoft.com/office/drawing/2014/main" id="{1438C9CE-C0DC-8E33-2B6B-C00911B6DDD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43" b="92216" l="6684" r="92159">
                        <a14:foregroundMark x1="21722" y1="8743" x2="26093" y2="9940"/>
                        <a14:foregroundMark x1="9126" y1="25988" x2="6684" y2="33772"/>
                        <a14:foregroundMark x1="6684" y1="33772" x2="7069" y2="34132"/>
                        <a14:foregroundMark x1="7069" y1="35329" x2="9126" y2="66946"/>
                        <a14:foregroundMark x1="9126" y1="66946" x2="9126" y2="66946"/>
                        <a14:foregroundMark x1="54627" y1="90659" x2="57969" y2="92335"/>
                        <a14:foregroundMark x1="92159" y1="42275" x2="91131" y2="77246"/>
                      </a14:backgroundRemoval>
                    </a14:imgEffect>
                  </a14:imgLayer>
                </a14:imgProps>
              </a:ext>
            </a:extLst>
          </a:blip>
          <a:srcRect l="2935" t="6092" r="6201" b="6003"/>
          <a:stretch>
            <a:fillRect/>
          </a:stretch>
        </p:blipFill>
        <p:spPr>
          <a:xfrm>
            <a:off x="6144636" y="4790637"/>
            <a:ext cx="288047" cy="299077"/>
          </a:xfrm>
          <a:prstGeom prst="rect">
            <a:avLst/>
          </a:prstGeom>
        </p:spPr>
      </p:pic>
      <p:pic>
        <p:nvPicPr>
          <p:cNvPr id="175" name="图片 174">
            <a:extLst>
              <a:ext uri="{FF2B5EF4-FFF2-40B4-BE49-F238E27FC236}">
                <a16:creationId xmlns:a16="http://schemas.microsoft.com/office/drawing/2014/main" id="{96FCC88B-FF97-DCD2-D86B-52CD3B94924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3795" t="933"/>
          <a:stretch>
            <a:fillRect/>
          </a:stretch>
        </p:blipFill>
        <p:spPr>
          <a:xfrm>
            <a:off x="6097527" y="4278015"/>
            <a:ext cx="148796" cy="299077"/>
          </a:xfrm>
          <a:prstGeom prst="rect">
            <a:avLst/>
          </a:prstGeom>
        </p:spPr>
      </p:pic>
      <p:pic>
        <p:nvPicPr>
          <p:cNvPr id="176" name="图片 175">
            <a:extLst>
              <a:ext uri="{FF2B5EF4-FFF2-40B4-BE49-F238E27FC236}">
                <a16:creationId xmlns:a16="http://schemas.microsoft.com/office/drawing/2014/main" id="{B0717383-1263-D339-2C65-87B5FC29460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3795" t="933"/>
          <a:stretch>
            <a:fillRect/>
          </a:stretch>
        </p:blipFill>
        <p:spPr>
          <a:xfrm>
            <a:off x="6297818" y="4278015"/>
            <a:ext cx="148796" cy="29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33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D9A0-40B3-3C2B-5D98-BC86C4167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流程图: 延期 232">
            <a:extLst>
              <a:ext uri="{FF2B5EF4-FFF2-40B4-BE49-F238E27FC236}">
                <a16:creationId xmlns:a16="http://schemas.microsoft.com/office/drawing/2014/main" id="{CC68DE20-0A91-835B-6CB1-AA1C8D6D569E}"/>
              </a:ext>
            </a:extLst>
          </p:cNvPr>
          <p:cNvSpPr/>
          <p:nvPr/>
        </p:nvSpPr>
        <p:spPr>
          <a:xfrm rot="16200000">
            <a:off x="4224524" y="2863973"/>
            <a:ext cx="174462" cy="922154"/>
          </a:xfrm>
          <a:prstGeom prst="flowChartDelay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C8EE3A3F-2FA9-DDD9-DD70-ACF143308100}"/>
              </a:ext>
            </a:extLst>
          </p:cNvPr>
          <p:cNvGrpSpPr/>
          <p:nvPr/>
        </p:nvGrpSpPr>
        <p:grpSpPr>
          <a:xfrm>
            <a:off x="-138266" y="3337754"/>
            <a:ext cx="5182048" cy="199385"/>
            <a:chOff x="1660038" y="4181173"/>
            <a:chExt cx="7485181" cy="180000"/>
          </a:xfrm>
        </p:grpSpPr>
        <p:sp>
          <p:nvSpPr>
            <p:cNvPr id="82" name="流程图: 文档 81">
              <a:extLst>
                <a:ext uri="{FF2B5EF4-FFF2-40B4-BE49-F238E27FC236}">
                  <a16:creationId xmlns:a16="http://schemas.microsoft.com/office/drawing/2014/main" id="{19A2C827-83BB-3AC7-DCFA-36CD636C44C8}"/>
                </a:ext>
              </a:extLst>
            </p:cNvPr>
            <p:cNvSpPr/>
            <p:nvPr/>
          </p:nvSpPr>
          <p:spPr>
            <a:xfrm flipV="1">
              <a:off x="1660038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3" name="流程图: 文档 82">
              <a:extLst>
                <a:ext uri="{FF2B5EF4-FFF2-40B4-BE49-F238E27FC236}">
                  <a16:creationId xmlns:a16="http://schemas.microsoft.com/office/drawing/2014/main" id="{72ABC113-9BF7-EF7A-22AC-EB81DE2C56DB}"/>
                </a:ext>
              </a:extLst>
            </p:cNvPr>
            <p:cNvSpPr/>
            <p:nvPr/>
          </p:nvSpPr>
          <p:spPr>
            <a:xfrm flipH="1" flipV="1">
              <a:off x="2719013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4" name="流程图: 文档 83">
              <a:extLst>
                <a:ext uri="{FF2B5EF4-FFF2-40B4-BE49-F238E27FC236}">
                  <a16:creationId xmlns:a16="http://schemas.microsoft.com/office/drawing/2014/main" id="{5B553A6A-F0EE-767C-CC42-FF67F0D4349B}"/>
                </a:ext>
              </a:extLst>
            </p:cNvPr>
            <p:cNvSpPr/>
            <p:nvPr/>
          </p:nvSpPr>
          <p:spPr>
            <a:xfrm flipV="1">
              <a:off x="3799013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5" name="流程图: 文档 84">
              <a:extLst>
                <a:ext uri="{FF2B5EF4-FFF2-40B4-BE49-F238E27FC236}">
                  <a16:creationId xmlns:a16="http://schemas.microsoft.com/office/drawing/2014/main" id="{A3C0AEE8-24EF-B002-FAE3-E18D566CFFFD}"/>
                </a:ext>
              </a:extLst>
            </p:cNvPr>
            <p:cNvSpPr/>
            <p:nvPr/>
          </p:nvSpPr>
          <p:spPr>
            <a:xfrm flipH="1" flipV="1">
              <a:off x="4857988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6" name="流程图: 文档 85">
              <a:extLst>
                <a:ext uri="{FF2B5EF4-FFF2-40B4-BE49-F238E27FC236}">
                  <a16:creationId xmlns:a16="http://schemas.microsoft.com/office/drawing/2014/main" id="{67866BE7-1372-7867-03F5-1452C6AD3895}"/>
                </a:ext>
              </a:extLst>
            </p:cNvPr>
            <p:cNvSpPr/>
            <p:nvPr/>
          </p:nvSpPr>
          <p:spPr>
            <a:xfrm flipV="1">
              <a:off x="5937988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7" name="流程图: 文档 86">
              <a:extLst>
                <a:ext uri="{FF2B5EF4-FFF2-40B4-BE49-F238E27FC236}">
                  <a16:creationId xmlns:a16="http://schemas.microsoft.com/office/drawing/2014/main" id="{BA7A5B07-BF9D-1DA6-07D8-07D2F641F542}"/>
                </a:ext>
              </a:extLst>
            </p:cNvPr>
            <p:cNvSpPr/>
            <p:nvPr/>
          </p:nvSpPr>
          <p:spPr>
            <a:xfrm flipH="1" flipV="1">
              <a:off x="6996963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88" name="流程图: 文档 87">
              <a:extLst>
                <a:ext uri="{FF2B5EF4-FFF2-40B4-BE49-F238E27FC236}">
                  <a16:creationId xmlns:a16="http://schemas.microsoft.com/office/drawing/2014/main" id="{65CD0E6E-D98D-1C5F-9252-B0B87F92CDFD}"/>
                </a:ext>
              </a:extLst>
            </p:cNvPr>
            <p:cNvSpPr/>
            <p:nvPr/>
          </p:nvSpPr>
          <p:spPr>
            <a:xfrm flipV="1">
              <a:off x="8065219" y="4181173"/>
              <a:ext cx="1080000" cy="180000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6FBF4F1-9C02-B2AD-1203-02E71210C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230" b="97072" l="5556" r="99502">
                        <a14:foregroundMark x1="51575" y1="6941" x2="51575" y2="11605"/>
                        <a14:foregroundMark x1="51327" y1="4230" x2="52073" y2="5098"/>
                        <a14:foregroundMark x1="66833" y1="39805" x2="68491" y2="40672"/>
                        <a14:foregroundMark x1="77446" y1="39805" x2="79270" y2="41323"/>
                        <a14:foregroundMark x1="81426" y1="49349" x2="82836" y2="51193"/>
                        <a14:foregroundMark x1="83499" y1="57918" x2="85406" y2="59436"/>
                        <a14:foregroundMark x1="90299" y1="48373" x2="92206" y2="50868"/>
                        <a14:foregroundMark x1="93367" y1="57918" x2="96683" y2="61280"/>
                        <a14:foregroundMark x1="72471" y1="57592" x2="75041" y2="59761"/>
                        <a14:foregroundMark x1="70398" y1="49349" x2="72222" y2="51193"/>
                        <a14:foregroundMark x1="62189" y1="57918" x2="64511" y2="58785"/>
                        <a14:foregroundMark x1="38972" y1="58243" x2="40547" y2="57918"/>
                        <a14:foregroundMark x1="43864" y1="63774" x2="45274" y2="63774"/>
                        <a14:foregroundMark x1="57960" y1="67462" x2="60282" y2="68004"/>
                        <a14:foregroundMark x1="34494" y1="40998" x2="36153" y2="40672"/>
                        <a14:foregroundMark x1="31675" y1="49566" x2="33085" y2="49566"/>
                        <a14:foregroundMark x1="28109" y1="58785" x2="30017" y2="59111"/>
                        <a14:foregroundMark x1="18242" y1="58785" x2="20647" y2="57592"/>
                        <a14:foregroundMark x1="21310" y1="50217" x2="23217" y2="49566"/>
                        <a14:foregroundMark x1="24378" y1="40130" x2="26700" y2="39805"/>
                        <a14:foregroundMark x1="10531" y1="49566" x2="13599" y2="49566"/>
                        <a14:foregroundMark x1="5804" y1="61280" x2="7711" y2="60629"/>
                        <a14:foregroundMark x1="7960" y1="76030" x2="9370" y2="76030"/>
                        <a14:foregroundMark x1="10779" y1="85249" x2="14096" y2="88286"/>
                        <a14:foregroundMark x1="14096" y1="88286" x2="14096" y2="88612"/>
                        <a14:foregroundMark x1="17081" y1="75380" x2="19652" y2="77549"/>
                        <a14:foregroundMark x1="19652" y1="84599" x2="23881" y2="88937"/>
                        <a14:foregroundMark x1="23881" y1="88937" x2="23881" y2="88937"/>
                        <a14:foregroundMark x1="27446" y1="76030" x2="30265" y2="77874"/>
                        <a14:foregroundMark x1="30929" y1="84924" x2="34743" y2="87310"/>
                        <a14:foregroundMark x1="33748" y1="93818" x2="37977" y2="96204"/>
                        <a14:foregroundMark x1="37977" y1="96204" x2="38723" y2="97180"/>
                        <a14:foregroundMark x1="23881" y1="93492" x2="28358" y2="95662"/>
                        <a14:foregroundMark x1="38226" y1="75705" x2="41957" y2="78200"/>
                        <a14:foregroundMark x1="40796" y1="84273" x2="44444" y2="87310"/>
                        <a14:foregroundMark x1="44444" y1="87310" x2="44527" y2="87636"/>
                        <a14:foregroundMark x1="45025" y1="93492" x2="48093" y2="95662"/>
                        <a14:foregroundMark x1="62355" y1="77549" x2="67330" y2="75054"/>
                        <a14:foregroundMark x1="58209" y1="87093" x2="64013" y2="83948"/>
                        <a14:foregroundMark x1="55556" y1="95011" x2="60779" y2="91323"/>
                        <a14:foregroundMark x1="65920" y1="97180" x2="69900" y2="92842"/>
                        <a14:foregroundMark x1="68740" y1="86117" x2="72720" y2="84599"/>
                        <a14:foregroundMark x1="71559" y1="78416" x2="76949" y2="76356"/>
                        <a14:foregroundMark x1="82338" y1="78742" x2="85821" y2="75705"/>
                        <a14:foregroundMark x1="78856" y1="87093" x2="83250" y2="84924"/>
                        <a14:foregroundMark x1="75539" y1="96855" x2="79270" y2="93167"/>
                        <a14:foregroundMark x1="89635" y1="86768" x2="93864" y2="83948"/>
                        <a14:foregroundMark x1="93367" y1="77549" x2="99502" y2="74512"/>
                      </a14:backgroundRemoval>
                    </a14:imgEffect>
                  </a14:imgLayer>
                </a14:imgProps>
              </a:ext>
            </a:extLst>
          </a:blip>
          <a:srcRect l="3246" t="2667"/>
          <a:stretch>
            <a:fillRect/>
          </a:stretch>
        </p:blipFill>
        <p:spPr>
          <a:xfrm>
            <a:off x="1549148" y="4375934"/>
            <a:ext cx="697846" cy="5367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4703A9E-7D1D-17FF-D45D-22D0DFD3F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232" b="99318" l="5054" r="97550">
                        <a14:foregroundMark x1="46554" y1="6572" x2="56815" y2="7254"/>
                        <a14:foregroundMark x1="49923" y1="2232" x2="53905" y2="2232"/>
                        <a14:foregroundMark x1="5819" y1="14879" x2="5819" y2="17855"/>
                        <a14:foregroundMark x1="5054" y1="18723" x2="6279" y2="20025"/>
                        <a14:foregroundMark x1="5054" y1="25046" x2="5819" y2="29882"/>
                        <a14:foregroundMark x1="5819" y1="33726" x2="6279" y2="38376"/>
                        <a14:foregroundMark x1="93109" y1="31680" x2="96325" y2="35462"/>
                        <a14:foregroundMark x1="96325" y1="35462" x2="96325" y2="37694"/>
                        <a14:foregroundMark x1="97090" y1="42033" x2="97090" y2="47179"/>
                        <a14:foregroundMark x1="97550" y1="52015" x2="96784" y2="56479"/>
                        <a14:foregroundMark x1="19449" y1="92312" x2="23890" y2="90639"/>
                        <a14:foregroundMark x1="45789" y1="94606" x2="54518" y2="95226"/>
                        <a14:foregroundMark x1="54518" y1="95226" x2="56049" y2="94296"/>
                        <a14:foregroundMark x1="49923" y1="99318" x2="52374" y2="99318"/>
                      </a14:backgroundRemoval>
                    </a14:imgEffect>
                  </a14:imgLayer>
                </a14:imgProps>
              </a:ext>
            </a:extLst>
          </a:blip>
          <a:srcRect l="3012" t="1067" b="1"/>
          <a:stretch>
            <a:fillRect/>
          </a:stretch>
        </p:blipFill>
        <p:spPr>
          <a:xfrm>
            <a:off x="3521082" y="3876020"/>
            <a:ext cx="247284" cy="62307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5CA8E8D-D99F-6EFA-0635-2DE0043BAD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76" b="99167" l="17469" r="98222">
                        <a14:foregroundMark x1="16527" y1="2896" x2="21444" y2="8617"/>
                        <a14:foregroundMark x1="21444" y1="8617" x2="44665" y2="9232"/>
                        <a14:foregroundMark x1="44665" y1="9232" x2="52929" y2="10319"/>
                        <a14:foregroundMark x1="17469" y1="2715" x2="19247" y2="7060"/>
                        <a14:foregroundMark x1="17469" y1="1955" x2="18828" y2="3512"/>
                        <a14:foregroundMark x1="17469" y1="2571" x2="18305" y2="1484"/>
                        <a14:foregroundMark x1="87029" y1="12962" x2="87029" y2="16872"/>
                        <a14:foregroundMark x1="86088" y1="13903" x2="87448" y2="16691"/>
                        <a14:foregroundMark x1="92782" y1="18863" x2="94665" y2="20275"/>
                        <a14:foregroundMark x1="95502" y1="30992" x2="98222" y2="32078"/>
                        <a14:foregroundMark x1="17469" y1="13758" x2="19247" y2="19189"/>
                        <a14:foregroundMark x1="19247" y1="13758" x2="19665" y2="16546"/>
                        <a14:foregroundMark x1="50209" y1="91564" x2="53347" y2="99167"/>
                      </a14:backgroundRemoval>
                    </a14:imgEffect>
                  </a14:imgLayer>
                </a14:imgProps>
              </a:ext>
            </a:extLst>
          </a:blip>
          <a:srcRect l="9295" t="1466"/>
          <a:stretch>
            <a:fillRect/>
          </a:stretch>
        </p:blipFill>
        <p:spPr>
          <a:xfrm>
            <a:off x="4855560" y="3973236"/>
            <a:ext cx="135000" cy="4236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77EE648-9F9D-915A-0CBD-5EAB94A3901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219" t="933"/>
          <a:stretch>
            <a:fillRect/>
          </a:stretch>
        </p:blipFill>
        <p:spPr>
          <a:xfrm>
            <a:off x="6227356" y="3201457"/>
            <a:ext cx="367035" cy="324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13A23E4-CCC6-059D-8B33-EB7B4E0E9A0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3795" t="933"/>
          <a:stretch>
            <a:fillRect/>
          </a:stretch>
        </p:blipFill>
        <p:spPr>
          <a:xfrm>
            <a:off x="6666088" y="4704333"/>
            <a:ext cx="148796" cy="299077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92D254A-EE41-A18B-0CC2-5CED580478EF}"/>
              </a:ext>
            </a:extLst>
          </p:cNvPr>
          <p:cNvCxnSpPr>
            <a:cxnSpLocks/>
          </p:cNvCxnSpPr>
          <p:nvPr/>
        </p:nvCxnSpPr>
        <p:spPr>
          <a:xfrm>
            <a:off x="3525478" y="3993790"/>
            <a:ext cx="498462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D9EBD97D-21E0-10E1-61E5-5FCF749981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101" b="98585" l="3356" r="95718">
                        <a14:foregroundMark x1="17940" y1="11006" x2="15394" y2="5896"/>
                        <a14:foregroundMark x1="15394" y1="5896" x2="17245" y2="3381"/>
                        <a14:foregroundMark x1="17245" y1="3381" x2="20023" y2="1572"/>
                        <a14:foregroundMark x1="20023" y1="1572" x2="20023" y2="1572"/>
                        <a14:foregroundMark x1="31597" y1="10535" x2="34144" y2="7469"/>
                        <a14:foregroundMark x1="34144" y1="7469" x2="34259" y2="4638"/>
                        <a14:foregroundMark x1="34259" y1="4638" x2="30324" y2="2280"/>
                        <a14:foregroundMark x1="30324" y1="2280" x2="25694" y2="1101"/>
                        <a14:foregroundMark x1="25694" y1="1101" x2="20139" y2="1101"/>
                        <a14:foregroundMark x1="49190" y1="33412" x2="45023" y2="33726"/>
                        <a14:foregroundMark x1="45023" y1="33726" x2="42708" y2="35613"/>
                        <a14:foregroundMark x1="42708" y1="35613" x2="50579" y2="37893"/>
                        <a14:foregroundMark x1="50579" y1="37893" x2="53009" y2="35613"/>
                        <a14:foregroundMark x1="53009" y1="35613" x2="49421" y2="34198"/>
                        <a14:foregroundMark x1="77199" y1="44182" x2="73380" y2="46619"/>
                        <a14:foregroundMark x1="73380" y1="46619" x2="80556" y2="46855"/>
                        <a14:foregroundMark x1="80556" y1="46855" x2="82292" y2="45126"/>
                        <a14:foregroundMark x1="94560" y1="72327" x2="95718" y2="82469"/>
                        <a14:foregroundMark x1="67824" y1="91431" x2="42361" y2="93553"/>
                        <a14:foregroundMark x1="6134" y1="83805" x2="3472" y2="76101"/>
                        <a14:foregroundMark x1="3472" y1="76101" x2="3472" y2="76101"/>
                        <a14:foregroundMark x1="46991" y1="97799" x2="50116" y2="98585"/>
                      </a14:backgroundRemoval>
                    </a14:imgEffect>
                  </a14:imgLayer>
                </a14:imgProps>
              </a:ext>
            </a:extLst>
          </a:blip>
          <a:srcRect t="1466" r="2431" b="934"/>
          <a:stretch>
            <a:fillRect/>
          </a:stretch>
        </p:blipFill>
        <p:spPr>
          <a:xfrm>
            <a:off x="151800" y="3877602"/>
            <a:ext cx="423089" cy="623077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F3B07571-9691-A29F-E1D1-21E36A44DCDB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621" b="96800" l="6490" r="97788">
                        <a14:foregroundMark x1="6563" y1="41117" x2="10767" y2="40735"/>
                        <a14:foregroundMark x1="53909" y1="5062" x2="53024" y2="9503"/>
                        <a14:foregroundMark x1="90413" y1="64804" x2="97935" y2="69628"/>
                        <a14:foregroundMark x1="53319" y1="621" x2="53319" y2="1767"/>
                        <a14:foregroundMark x1="61357" y1="92550" x2="61062" y2="96800"/>
                      </a14:backgroundRemoval>
                    </a14:imgEffect>
                  </a14:imgLayer>
                </a14:imgProps>
              </a:ext>
            </a:extLst>
          </a:blip>
          <a:srcRect l="2506"/>
          <a:stretch>
            <a:fillRect/>
          </a:stretch>
        </p:blipFill>
        <p:spPr>
          <a:xfrm>
            <a:off x="1209891" y="2971371"/>
            <a:ext cx="314700" cy="49846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A075265-0131-B910-7630-4D8D2C99D9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232" b="99318" l="5054" r="97550">
                        <a14:foregroundMark x1="46554" y1="6572" x2="56815" y2="7254"/>
                        <a14:foregroundMark x1="49923" y1="2232" x2="53905" y2="2232"/>
                        <a14:foregroundMark x1="5819" y1="14879" x2="5819" y2="17855"/>
                        <a14:foregroundMark x1="5054" y1="18723" x2="6279" y2="20025"/>
                        <a14:foregroundMark x1="5054" y1="25046" x2="5819" y2="29882"/>
                        <a14:foregroundMark x1="5819" y1="33726" x2="6279" y2="38376"/>
                        <a14:foregroundMark x1="93109" y1="31680" x2="96325" y2="35462"/>
                        <a14:foregroundMark x1="96325" y1="35462" x2="96325" y2="37694"/>
                        <a14:foregroundMark x1="97090" y1="42033" x2="97090" y2="47179"/>
                        <a14:foregroundMark x1="97550" y1="52015" x2="96784" y2="56479"/>
                        <a14:foregroundMark x1="19449" y1="92312" x2="23890" y2="90639"/>
                        <a14:foregroundMark x1="45789" y1="94606" x2="54518" y2="95226"/>
                        <a14:foregroundMark x1="54518" y1="95226" x2="56049" y2="94296"/>
                        <a14:foregroundMark x1="49923" y1="99318" x2="52374" y2="99318"/>
                      </a14:backgroundRemoval>
                    </a14:imgEffect>
                  </a14:imgLayer>
                </a14:imgProps>
              </a:ext>
            </a:extLst>
          </a:blip>
          <a:srcRect l="3012" t="1067" b="1"/>
          <a:stretch>
            <a:fillRect/>
          </a:stretch>
        </p:blipFill>
        <p:spPr>
          <a:xfrm>
            <a:off x="4017644" y="3875098"/>
            <a:ext cx="247284" cy="623077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49C29BF3-6DEA-1FF1-AC1A-A6A3A3FE7E3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8743" b="92216" l="6684" r="92159">
                        <a14:foregroundMark x1="21722" y1="8743" x2="26093" y2="9940"/>
                        <a14:foregroundMark x1="9126" y1="25988" x2="6684" y2="33772"/>
                        <a14:foregroundMark x1="6684" y1="33772" x2="7069" y2="34132"/>
                        <a14:foregroundMark x1="7069" y1="35329" x2="9126" y2="66946"/>
                        <a14:foregroundMark x1="9126" y1="66946" x2="9126" y2="66946"/>
                        <a14:foregroundMark x1="54627" y1="90659" x2="57969" y2="92335"/>
                        <a14:foregroundMark x1="92159" y1="42275" x2="91131" y2="77246"/>
                      </a14:backgroundRemoval>
                    </a14:imgEffect>
                  </a14:imgLayer>
                </a14:imgProps>
              </a:ext>
            </a:extLst>
          </a:blip>
          <a:srcRect l="2935" t="6092" r="6201" b="6003"/>
          <a:stretch>
            <a:fillRect/>
          </a:stretch>
        </p:blipFill>
        <p:spPr>
          <a:xfrm>
            <a:off x="6157437" y="3861868"/>
            <a:ext cx="288047" cy="299077"/>
          </a:xfrm>
          <a:prstGeom prst="rect">
            <a:avLst/>
          </a:prstGeom>
        </p:spPr>
      </p:pic>
      <p:sp>
        <p:nvSpPr>
          <p:cNvPr id="60" name="文本框 59">
            <a:extLst>
              <a:ext uri="{FF2B5EF4-FFF2-40B4-BE49-F238E27FC236}">
                <a16:creationId xmlns:a16="http://schemas.microsoft.com/office/drawing/2014/main" id="{F4E88105-BA16-B183-7284-A710D88F04AE}"/>
              </a:ext>
            </a:extLst>
          </p:cNvPr>
          <p:cNvSpPr txBox="1"/>
          <p:nvPr/>
        </p:nvSpPr>
        <p:spPr>
          <a:xfrm>
            <a:off x="1042320" y="2779057"/>
            <a:ext cx="712054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Wind farms</a:t>
            </a:r>
            <a:endParaRPr lang="en-GB" sz="831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D2901A4-B58C-2B19-95D1-691A4277F7B0}"/>
              </a:ext>
            </a:extLst>
          </p:cNvPr>
          <p:cNvSpPr txBox="1"/>
          <p:nvPr/>
        </p:nvSpPr>
        <p:spPr>
          <a:xfrm>
            <a:off x="1542044" y="4927906"/>
            <a:ext cx="712054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Solar farms</a:t>
            </a:r>
            <a:endParaRPr lang="en-GB" sz="831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248206A-E2EB-CC94-E59A-355420740A3A}"/>
              </a:ext>
            </a:extLst>
          </p:cNvPr>
          <p:cNvSpPr txBox="1"/>
          <p:nvPr/>
        </p:nvSpPr>
        <p:spPr>
          <a:xfrm>
            <a:off x="-31404" y="4505455"/>
            <a:ext cx="782587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Power plants</a:t>
            </a:r>
            <a:endParaRPr lang="en-GB" sz="831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C6C66BF-1315-D89E-CC80-CF022D8D6CBF}"/>
              </a:ext>
            </a:extLst>
          </p:cNvPr>
          <p:cNvSpPr txBox="1"/>
          <p:nvPr/>
        </p:nvSpPr>
        <p:spPr>
          <a:xfrm>
            <a:off x="3521083" y="4469208"/>
            <a:ext cx="78732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Transmission network</a:t>
            </a:r>
            <a:endParaRPr lang="en-GB" sz="831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E3BB5F1-5989-9A8E-C601-569CABB7C89A}"/>
              </a:ext>
            </a:extLst>
          </p:cNvPr>
          <p:cNvSpPr txBox="1"/>
          <p:nvPr/>
        </p:nvSpPr>
        <p:spPr>
          <a:xfrm>
            <a:off x="5815515" y="2987769"/>
            <a:ext cx="1529586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Industrial &amp; Commercial load</a:t>
            </a:r>
            <a:endParaRPr lang="en-GB" sz="831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2863485-7645-8C63-96A7-844C12F4C9ED}"/>
              </a:ext>
            </a:extLst>
          </p:cNvPr>
          <p:cNvSpPr txBox="1"/>
          <p:nvPr/>
        </p:nvSpPr>
        <p:spPr>
          <a:xfrm>
            <a:off x="6148691" y="4534479"/>
            <a:ext cx="938077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Charging station</a:t>
            </a:r>
            <a:endParaRPr lang="en-GB" sz="831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ED155340-1200-0873-3994-5C043D5E6E5C}"/>
              </a:ext>
            </a:extLst>
          </p:cNvPr>
          <p:cNvSpPr txBox="1"/>
          <p:nvPr/>
        </p:nvSpPr>
        <p:spPr>
          <a:xfrm>
            <a:off x="6136222" y="3686761"/>
            <a:ext cx="971335" cy="220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Residential load</a:t>
            </a:r>
            <a:endParaRPr lang="en-GB" sz="831"/>
          </a:p>
        </p:txBody>
      </p:sp>
      <p:pic>
        <p:nvPicPr>
          <p:cNvPr id="95" name="图片 94">
            <a:extLst>
              <a:ext uri="{FF2B5EF4-FFF2-40B4-BE49-F238E27FC236}">
                <a16:creationId xmlns:a16="http://schemas.microsoft.com/office/drawing/2014/main" id="{934949A0-E867-6EE7-4A54-8AAF4A51AF7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6603" b="97119" l="9326" r="98996">
                        <a14:foregroundMark x1="30129" y1="8043" x2="32712" y2="8043"/>
                        <a14:foregroundMark x1="91822" y1="31573" x2="94692" y2="35414"/>
                        <a14:foregroundMark x1="94118" y1="40936" x2="90674" y2="64946"/>
                        <a14:foregroundMark x1="98422" y1="33974" x2="98996" y2="88475"/>
                        <a14:foregroundMark x1="32425" y1="6603" x2="33286" y2="8283"/>
                        <a14:foregroundMark x1="9756" y1="67827" x2="9469" y2="71669"/>
                        <a14:foregroundMark x1="62554" y1="91837" x2="70158" y2="96999"/>
                        <a14:foregroundMark x1="70158" y1="96999" x2="70588" y2="97119"/>
                      </a14:backgroundRemoval>
                    </a14:imgEffect>
                  </a14:imgLayer>
                </a14:imgProps>
              </a:ext>
            </a:extLst>
          </a:blip>
          <a:srcRect l="7798" t="5113"/>
          <a:stretch>
            <a:fillRect/>
          </a:stretch>
        </p:blipFill>
        <p:spPr>
          <a:xfrm>
            <a:off x="2168420" y="3072661"/>
            <a:ext cx="364749" cy="448615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3BC2F4DB-BB7D-E46A-126A-51F4F1CC177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7645" b="95561" l="7902" r="94560">
                        <a14:foregroundMark x1="63860" y1="7891" x2="66192" y2="7891"/>
                        <a14:foregroundMark x1="12176" y1="41430" x2="12176" y2="42787"/>
                        <a14:foregroundMark x1="12306" y1="43280" x2="13601" y2="36375"/>
                        <a14:foregroundMark x1="85881" y1="31319" x2="86140" y2="32429"/>
                        <a14:foregroundMark x1="89378" y1="30086" x2="89896" y2="31566"/>
                        <a14:foregroundMark x1="93394" y1="45129" x2="94689" y2="51171"/>
                        <a14:foregroundMark x1="9197" y1="67818" x2="8938" y2="72873"/>
                        <a14:foregroundMark x1="9067" y1="66954" x2="17876" y2="63625"/>
                        <a14:foregroundMark x1="17876" y1="63625" x2="24870" y2="62762"/>
                        <a14:foregroundMark x1="24870" y1="62762" x2="26554" y2="62885"/>
                        <a14:foregroundMark x1="14119" y1="64488" x2="21244" y2="62392"/>
                        <a14:foregroundMark x1="21244" y1="62392" x2="22927" y2="62515"/>
                        <a14:foregroundMark x1="21114" y1="69420" x2="24611" y2="72503"/>
                        <a14:foregroundMark x1="16321" y1="63502" x2="18782" y2="63132"/>
                        <a14:foregroundMark x1="16839" y1="63132" x2="19041" y2="62022"/>
                        <a14:foregroundMark x1="17358" y1="63009" x2="20855" y2="63009"/>
                        <a14:foregroundMark x1="8420" y1="66954" x2="7902" y2="72996"/>
                        <a14:foregroundMark x1="41710" y1="90506" x2="43394" y2="95561"/>
                      </a14:backgroundRemoval>
                    </a14:imgEffect>
                  </a14:imgLayer>
                </a14:imgProps>
              </a:ext>
            </a:extLst>
          </a:blip>
          <a:srcRect l="7364" t="4567" r="2302" b="1154"/>
          <a:stretch>
            <a:fillRect/>
          </a:stretch>
        </p:blipFill>
        <p:spPr>
          <a:xfrm>
            <a:off x="109838" y="2987041"/>
            <a:ext cx="500106" cy="548308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BAD8E3BB-3953-ECAF-40AC-EBE497EBDD5C}"/>
              </a:ext>
            </a:extLst>
          </p:cNvPr>
          <p:cNvSpPr txBox="1"/>
          <p:nvPr/>
        </p:nvSpPr>
        <p:spPr>
          <a:xfrm>
            <a:off x="205128" y="2787018"/>
            <a:ext cx="367408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Gas</a:t>
            </a:r>
            <a:endParaRPr lang="en-GB" sz="831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86475D21-B54F-428C-058F-F451C0685918}"/>
              </a:ext>
            </a:extLst>
          </p:cNvPr>
          <p:cNvSpPr txBox="1"/>
          <p:nvPr/>
        </p:nvSpPr>
        <p:spPr>
          <a:xfrm>
            <a:off x="2017343" y="2853058"/>
            <a:ext cx="748923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Hydropower</a:t>
            </a:r>
            <a:endParaRPr lang="en-GB" sz="831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B477ED56-A7EE-0D79-2D59-0919FAE424CA}"/>
              </a:ext>
            </a:extLst>
          </p:cNvPr>
          <p:cNvCxnSpPr>
            <a:cxnSpLocks/>
            <a:stCxn id="98" idx="2"/>
            <a:endCxn id="26" idx="0"/>
          </p:cNvCxnSpPr>
          <p:nvPr/>
        </p:nvCxnSpPr>
        <p:spPr>
          <a:xfrm>
            <a:off x="359890" y="3535349"/>
            <a:ext cx="3455" cy="342253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61DE928F-64FC-A1D0-E246-6E3E57BAF96C}"/>
              </a:ext>
            </a:extLst>
          </p:cNvPr>
          <p:cNvCxnSpPr>
            <a:cxnSpLocks/>
            <a:stCxn id="26" idx="3"/>
            <a:endCxn id="6" idx="1"/>
          </p:cNvCxnSpPr>
          <p:nvPr/>
        </p:nvCxnSpPr>
        <p:spPr>
          <a:xfrm flipV="1">
            <a:off x="574890" y="4187559"/>
            <a:ext cx="2946194" cy="1582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4F222A35-17E7-AA92-01A8-4E79894E7A45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1367241" y="3469832"/>
            <a:ext cx="0" cy="717389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C02084DB-D580-22DB-2142-5ED1E9DA8519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2348448" y="3521277"/>
            <a:ext cx="2348" cy="66622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1C92213F-81D3-75A9-2D42-1C7FBA2089EC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1898071" y="4187501"/>
            <a:ext cx="0" cy="188434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51C49D71-E138-6C40-B6C1-0896B6D0A1A3}"/>
              </a:ext>
            </a:extLst>
          </p:cNvPr>
          <p:cNvCxnSpPr>
            <a:cxnSpLocks/>
          </p:cNvCxnSpPr>
          <p:nvPr/>
        </p:nvCxnSpPr>
        <p:spPr>
          <a:xfrm>
            <a:off x="3525478" y="4048742"/>
            <a:ext cx="498462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6D3FAD20-DAAD-4D9A-1457-D34FAF6586BE}"/>
              </a:ext>
            </a:extLst>
          </p:cNvPr>
          <p:cNvCxnSpPr>
            <a:cxnSpLocks/>
          </p:cNvCxnSpPr>
          <p:nvPr/>
        </p:nvCxnSpPr>
        <p:spPr>
          <a:xfrm>
            <a:off x="3525478" y="4108090"/>
            <a:ext cx="498462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52B6C95B-2977-9C9D-A5EB-FC4C34942FF3}"/>
              </a:ext>
            </a:extLst>
          </p:cNvPr>
          <p:cNvCxnSpPr>
            <a:cxnSpLocks/>
          </p:cNvCxnSpPr>
          <p:nvPr/>
        </p:nvCxnSpPr>
        <p:spPr>
          <a:xfrm>
            <a:off x="3758162" y="4164821"/>
            <a:ext cx="498462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C3510C51-5FCC-8998-918D-CF6159D9E9D5}"/>
              </a:ext>
            </a:extLst>
          </p:cNvPr>
          <p:cNvCxnSpPr>
            <a:cxnSpLocks/>
          </p:cNvCxnSpPr>
          <p:nvPr/>
        </p:nvCxnSpPr>
        <p:spPr>
          <a:xfrm>
            <a:off x="3758162" y="4224588"/>
            <a:ext cx="498462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ACF5FF75-A505-CA64-513F-55F98E300ABA}"/>
              </a:ext>
            </a:extLst>
          </p:cNvPr>
          <p:cNvCxnSpPr>
            <a:cxnSpLocks/>
          </p:cNvCxnSpPr>
          <p:nvPr/>
        </p:nvCxnSpPr>
        <p:spPr>
          <a:xfrm>
            <a:off x="3760360" y="4111089"/>
            <a:ext cx="498462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5360C59C-C348-12FA-7B2C-108E8AA2939F}"/>
              </a:ext>
            </a:extLst>
          </p:cNvPr>
          <p:cNvCxnSpPr>
            <a:cxnSpLocks/>
            <a:stCxn id="35" idx="3"/>
            <a:endCxn id="8" idx="1"/>
          </p:cNvCxnSpPr>
          <p:nvPr/>
        </p:nvCxnSpPr>
        <p:spPr>
          <a:xfrm flipV="1">
            <a:off x="4264927" y="4185082"/>
            <a:ext cx="590633" cy="1555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C13AA3AE-980E-AA37-64A2-0FB66C767BF6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5313345" y="4011407"/>
            <a:ext cx="844093" cy="0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4" name="图片 213">
            <a:extLst>
              <a:ext uri="{FF2B5EF4-FFF2-40B4-BE49-F238E27FC236}">
                <a16:creationId xmlns:a16="http://schemas.microsoft.com/office/drawing/2014/main" id="{DACF9BCB-6005-2111-4DC1-AAAB5BD102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4405" b="99780" l="4387" r="99838">
                        <a14:foregroundMark x1="9504" y1="27093" x2="23639" y2="62885"/>
                        <a14:foregroundMark x1="23639" y1="62885" x2="37287" y2="71641"/>
                        <a14:foregroundMark x1="3737" y1="20595" x2="11210" y2="62775"/>
                        <a14:foregroundMark x1="11210" y1="62775" x2="7636" y2="86013"/>
                        <a14:foregroundMark x1="7636" y1="86013" x2="39480" y2="93502"/>
                        <a14:foregroundMark x1="39480" y1="93502" x2="48010" y2="67126"/>
                        <a14:foregroundMark x1="48010" y1="67126" x2="42811" y2="37665"/>
                        <a14:foregroundMark x1="42811" y1="37665" x2="19578" y2="44163"/>
                        <a14:foregroundMark x1="19578" y1="44163" x2="43948" y2="49725"/>
                        <a14:foregroundMark x1="43948" y1="49725" x2="23883" y2="53414"/>
                        <a14:foregroundMark x1="23883" y1="53414" x2="20552" y2="91410"/>
                        <a14:foregroundMark x1="20552" y1="91410" x2="34037" y2="85518"/>
                        <a14:foregroundMark x1="34037" y1="85518" x2="23477" y2="73458"/>
                        <a14:foregroundMark x1="23477" y1="73458" x2="19009" y2="81828"/>
                        <a14:foregroundMark x1="19009" y1="81828" x2="37937" y2="86784"/>
                        <a14:foregroundMark x1="15272" y1="76211" x2="16084" y2="86344"/>
                        <a14:foregroundMark x1="16084" y1="86344" x2="20715" y2="85518"/>
                        <a14:foregroundMark x1="10154" y1="82269" x2="10479" y2="87445"/>
                        <a14:foregroundMark x1="13323" y1="81828" x2="13647" y2="87445"/>
                        <a14:foregroundMark x1="5361" y1="70595" x2="4387" y2="84637"/>
                        <a14:foregroundMark x1="4712" y1="85738" x2="35743" y2="95870"/>
                        <a14:foregroundMark x1="35743" y1="95870" x2="47360" y2="95705"/>
                        <a14:foregroundMark x1="47360" y1="95705" x2="51665" y2="89097"/>
                        <a14:foregroundMark x1="51665" y1="89097" x2="51665" y2="88326"/>
                        <a14:foregroundMark x1="50041" y1="95870" x2="50690" y2="99780"/>
                        <a14:foregroundMark x1="10479" y1="18447" x2="37124" y2="22852"/>
                        <a14:foregroundMark x1="37124" y1="22852" x2="69293" y2="19824"/>
                        <a14:foregroundMark x1="69293" y1="19824" x2="70837" y2="14758"/>
                        <a14:foregroundMark x1="10479" y1="18007" x2="52071" y2="8315"/>
                        <a14:foregroundMark x1="52071" y1="8315" x2="69781" y2="12830"/>
                        <a14:foregroundMark x1="69781" y1="12830" x2="59789" y2="23128"/>
                        <a14:foregroundMark x1="59789" y1="23128" x2="41836" y2="25055"/>
                        <a14:foregroundMark x1="41836" y1="25055" x2="44435" y2="16520"/>
                        <a14:foregroundMark x1="44435" y1="16520" x2="60114" y2="14813"/>
                        <a14:foregroundMark x1="60114" y1="14813" x2="78960" y2="16244"/>
                        <a14:foregroundMark x1="78960" y1="16244" x2="74980" y2="24394"/>
                        <a14:foregroundMark x1="74980" y1="24394" x2="74655" y2="24504"/>
                        <a14:foregroundMark x1="30301" y1="24725" x2="38343" y2="29901"/>
                        <a14:foregroundMark x1="38343" y1="29901" x2="52071" y2="31057"/>
                        <a14:foregroundMark x1="52071" y1="31057" x2="57433" y2="29240"/>
                        <a14:foregroundMark x1="6011" y1="18833" x2="14622" y2="23844"/>
                        <a14:foregroundMark x1="7636" y1="18007" x2="50853" y2="4570"/>
                        <a14:foregroundMark x1="50853" y1="4570" x2="51015" y2="4570"/>
                        <a14:foregroundMark x1="49716" y1="3689" x2="93014" y2="20815"/>
                        <a14:foregroundMark x1="93014" y1="20815" x2="92851" y2="22081"/>
                        <a14:foregroundMark x1="58652" y1="4791" x2="96344" y2="19273"/>
                        <a14:foregroundMark x1="98294" y1="18447" x2="99838" y2="18833"/>
                        <a14:foregroundMark x1="99838" y1="19934" x2="99838" y2="84857"/>
                      </a14:backgroundRemoval>
                    </a14:imgEffect>
                  </a14:imgLayer>
                </a14:imgProps>
              </a:ext>
            </a:extLst>
          </a:blip>
          <a:srcRect l="3449" t="2400"/>
          <a:stretch>
            <a:fillRect/>
          </a:stretch>
        </p:blipFill>
        <p:spPr>
          <a:xfrm>
            <a:off x="6702986" y="3217506"/>
            <a:ext cx="200552" cy="299077"/>
          </a:xfrm>
          <a:prstGeom prst="rect">
            <a:avLst/>
          </a:prstGeom>
        </p:spPr>
      </p:pic>
      <p:pic>
        <p:nvPicPr>
          <p:cNvPr id="215" name="图片 214">
            <a:extLst>
              <a:ext uri="{FF2B5EF4-FFF2-40B4-BE49-F238E27FC236}">
                <a16:creationId xmlns:a16="http://schemas.microsoft.com/office/drawing/2014/main" id="{6691D0D4-6AAC-4DC6-7A84-F034D3E222E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8743" b="92216" l="6684" r="92159">
                        <a14:foregroundMark x1="21722" y1="8743" x2="26093" y2="9940"/>
                        <a14:foregroundMark x1="9126" y1="25988" x2="6684" y2="33772"/>
                        <a14:foregroundMark x1="6684" y1="33772" x2="7069" y2="34132"/>
                        <a14:foregroundMark x1="7069" y1="35329" x2="9126" y2="66946"/>
                        <a14:foregroundMark x1="9126" y1="66946" x2="9126" y2="66946"/>
                        <a14:foregroundMark x1="54627" y1="90659" x2="57969" y2="92335"/>
                        <a14:foregroundMark x1="92159" y1="42275" x2="91131" y2="77246"/>
                      </a14:backgroundRemoval>
                    </a14:imgEffect>
                  </a14:imgLayer>
                </a14:imgProps>
              </a:ext>
            </a:extLst>
          </a:blip>
          <a:srcRect l="2935" t="6092" r="6201" b="6003"/>
          <a:stretch>
            <a:fillRect/>
          </a:stretch>
        </p:blipFill>
        <p:spPr>
          <a:xfrm>
            <a:off x="6759085" y="3861868"/>
            <a:ext cx="288047" cy="299077"/>
          </a:xfrm>
          <a:prstGeom prst="rect">
            <a:avLst/>
          </a:prstGeom>
        </p:spPr>
      </p:pic>
      <p:pic>
        <p:nvPicPr>
          <p:cNvPr id="218" name="图片 217">
            <a:extLst>
              <a:ext uri="{FF2B5EF4-FFF2-40B4-BE49-F238E27FC236}">
                <a16:creationId xmlns:a16="http://schemas.microsoft.com/office/drawing/2014/main" id="{FBFEDB24-70F1-2060-31DC-4E7FC290822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5315" b="97722" l="3231" r="97504">
                        <a14:foregroundMark x1="29369" y1="13232" x2="43539" y2="25813"/>
                        <a14:foregroundMark x1="31498" y1="8460" x2="36270" y2="9111"/>
                        <a14:foregroundMark x1="6902" y1="17354" x2="6902" y2="35033"/>
                        <a14:foregroundMark x1="3451" y1="23970" x2="3231" y2="35683"/>
                        <a14:foregroundMark x1="3231" y1="35683" x2="3231" y2="35683"/>
                        <a14:foregroundMark x1="9031" y1="16377" x2="20411" y2="8134"/>
                        <a14:foregroundMark x1="74596" y1="31887" x2="74596" y2="35683"/>
                        <a14:foregroundMark x1="71586" y1="31562" x2="60059" y2="15944"/>
                        <a14:foregroundMark x1="60059" y1="15944" x2="36637" y2="5315"/>
                        <a14:foregroundMark x1="36637" y1="5315" x2="32159" y2="6182"/>
                        <a14:foregroundMark x1="92217" y1="56291" x2="93025" y2="66703"/>
                        <a14:foregroundMark x1="95815" y1="61605" x2="94860" y2="75922"/>
                        <a14:foregroundMark x1="94860" y1="75922" x2="94787" y2="75922"/>
                        <a14:foregroundMark x1="95815" y1="59111" x2="97577" y2="66377"/>
                        <a14:foregroundMark x1="71586" y1="78091" x2="75698" y2="78742"/>
                        <a14:foregroundMark x1="84875" y1="81020" x2="90675" y2="77766"/>
                        <a14:foregroundMark x1="90675" y1="77766" x2="90675" y2="77766"/>
                        <a14:foregroundMark x1="65198" y1="76573" x2="68796" y2="78742"/>
                        <a14:foregroundMark x1="58737" y1="92408" x2="61087" y2="93275"/>
                        <a14:foregroundMark x1="62188" y1="96204" x2="67107" y2="97722"/>
                      </a14:backgroundRemoval>
                    </a14:imgEffect>
                  </a14:imgLayer>
                </a14:imgProps>
              </a:ext>
            </a:extLst>
          </a:blip>
          <a:srcRect l="1604" t="4798"/>
          <a:stretch>
            <a:fillRect/>
          </a:stretch>
        </p:blipFill>
        <p:spPr>
          <a:xfrm>
            <a:off x="6391807" y="4858377"/>
            <a:ext cx="228310" cy="149538"/>
          </a:xfrm>
          <a:prstGeom prst="rect">
            <a:avLst/>
          </a:prstGeom>
        </p:spPr>
      </p:pic>
      <p:sp>
        <p:nvSpPr>
          <p:cNvPr id="219" name="矩形 218">
            <a:extLst>
              <a:ext uri="{FF2B5EF4-FFF2-40B4-BE49-F238E27FC236}">
                <a16:creationId xmlns:a16="http://schemas.microsoft.com/office/drawing/2014/main" id="{BC81C0AB-EE70-AE36-37B9-682C733B3AE5}"/>
              </a:ext>
            </a:extLst>
          </p:cNvPr>
          <p:cNvSpPr/>
          <p:nvPr/>
        </p:nvSpPr>
        <p:spPr>
          <a:xfrm rot="16200000">
            <a:off x="5137102" y="4272611"/>
            <a:ext cx="1620000" cy="1246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224" name="直接箭头连接符 204">
            <a:extLst>
              <a:ext uri="{FF2B5EF4-FFF2-40B4-BE49-F238E27FC236}">
                <a16:creationId xmlns:a16="http://schemas.microsoft.com/office/drawing/2014/main" id="{EA340E99-DA9C-12B0-C248-631E5DD5FE37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4990561" y="3363458"/>
            <a:ext cx="1236795" cy="821625"/>
          </a:xfrm>
          <a:prstGeom prst="bentConnector3">
            <a:avLst>
              <a:gd name="adj1" fmla="val 25687"/>
            </a:avLst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文本框 231">
            <a:extLst>
              <a:ext uri="{FF2B5EF4-FFF2-40B4-BE49-F238E27FC236}">
                <a16:creationId xmlns:a16="http://schemas.microsoft.com/office/drawing/2014/main" id="{E83621B3-D9E8-E4EA-65B4-4A753CD44C85}"/>
              </a:ext>
            </a:extLst>
          </p:cNvPr>
          <p:cNvSpPr txBox="1"/>
          <p:nvPr/>
        </p:nvSpPr>
        <p:spPr>
          <a:xfrm>
            <a:off x="4478929" y="4447750"/>
            <a:ext cx="866278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Distribution network</a:t>
            </a:r>
            <a:endParaRPr lang="en-GB" sz="831"/>
          </a:p>
        </p:txBody>
      </p:sp>
      <p:pic>
        <p:nvPicPr>
          <p:cNvPr id="234" name="图片 233">
            <a:extLst>
              <a:ext uri="{FF2B5EF4-FFF2-40B4-BE49-F238E27FC236}">
                <a16:creationId xmlns:a16="http://schemas.microsoft.com/office/drawing/2014/main" id="{B2772158-D2E9-021E-75E1-EBECA53366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8743" b="92216" l="6684" r="92159">
                        <a14:foregroundMark x1="21722" y1="8743" x2="26093" y2="9940"/>
                        <a14:foregroundMark x1="9126" y1="25988" x2="6684" y2="33772"/>
                        <a14:foregroundMark x1="6684" y1="33772" x2="7069" y2="34132"/>
                        <a14:foregroundMark x1="7069" y1="35329" x2="9126" y2="66946"/>
                        <a14:foregroundMark x1="9126" y1="66946" x2="9126" y2="66946"/>
                        <a14:foregroundMark x1="54627" y1="90659" x2="57969" y2="92335"/>
                        <a14:foregroundMark x1="92159" y1="42275" x2="91131" y2="77246"/>
                      </a14:backgroundRemoval>
                    </a14:imgEffect>
                  </a14:imgLayer>
                </a14:imgProps>
              </a:ext>
            </a:extLst>
          </a:blip>
          <a:srcRect l="2935" t="6092" r="6201" b="6003"/>
          <a:stretch>
            <a:fillRect/>
          </a:stretch>
        </p:blipFill>
        <p:spPr>
          <a:xfrm>
            <a:off x="4383257" y="3101693"/>
            <a:ext cx="216036" cy="224308"/>
          </a:xfrm>
          <a:prstGeom prst="rect">
            <a:avLst/>
          </a:prstGeom>
        </p:spPr>
      </p:pic>
      <p:pic>
        <p:nvPicPr>
          <p:cNvPr id="235" name="图片 234">
            <a:extLst>
              <a:ext uri="{FF2B5EF4-FFF2-40B4-BE49-F238E27FC236}">
                <a16:creationId xmlns:a16="http://schemas.microsoft.com/office/drawing/2014/main" id="{E933488D-0B05-2B38-5A3F-9D6697380E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101" b="98585" l="3356" r="95718">
                        <a14:foregroundMark x1="17940" y1="11006" x2="15394" y2="5896"/>
                        <a14:foregroundMark x1="15394" y1="5896" x2="17245" y2="3381"/>
                        <a14:foregroundMark x1="17245" y1="3381" x2="20023" y2="1572"/>
                        <a14:foregroundMark x1="20023" y1="1572" x2="20023" y2="1572"/>
                        <a14:foregroundMark x1="31597" y1="10535" x2="34144" y2="7469"/>
                        <a14:foregroundMark x1="34144" y1="7469" x2="34259" y2="4638"/>
                        <a14:foregroundMark x1="34259" y1="4638" x2="30324" y2="2280"/>
                        <a14:foregroundMark x1="30324" y1="2280" x2="25694" y2="1101"/>
                        <a14:foregroundMark x1="25694" y1="1101" x2="20139" y2="1101"/>
                        <a14:foregroundMark x1="49190" y1="33412" x2="45023" y2="33726"/>
                        <a14:foregroundMark x1="45023" y1="33726" x2="42708" y2="35613"/>
                        <a14:foregroundMark x1="42708" y1="35613" x2="50579" y2="37893"/>
                        <a14:foregroundMark x1="50579" y1="37893" x2="53009" y2="35613"/>
                        <a14:foregroundMark x1="53009" y1="35613" x2="49421" y2="34198"/>
                        <a14:foregroundMark x1="77199" y1="44182" x2="73380" y2="46619"/>
                        <a14:foregroundMark x1="73380" y1="46619" x2="80556" y2="46855"/>
                        <a14:foregroundMark x1="80556" y1="46855" x2="82292" y2="45126"/>
                        <a14:foregroundMark x1="94560" y1="72327" x2="95718" y2="82469"/>
                        <a14:foregroundMark x1="67824" y1="91431" x2="42361" y2="93553"/>
                        <a14:foregroundMark x1="6134" y1="83805" x2="3472" y2="76101"/>
                        <a14:foregroundMark x1="3472" y1="76101" x2="3472" y2="76101"/>
                        <a14:foregroundMark x1="46991" y1="97799" x2="50116" y2="98585"/>
                      </a14:backgroundRemoval>
                    </a14:imgEffect>
                  </a14:imgLayer>
                </a14:imgProps>
              </a:ext>
            </a:extLst>
          </a:blip>
          <a:srcRect t="1466" r="2431" b="934"/>
          <a:stretch>
            <a:fillRect/>
          </a:stretch>
        </p:blipFill>
        <p:spPr>
          <a:xfrm>
            <a:off x="4051736" y="2949115"/>
            <a:ext cx="270777" cy="398769"/>
          </a:xfrm>
          <a:prstGeom prst="rect">
            <a:avLst/>
          </a:prstGeom>
        </p:spPr>
      </p:pic>
      <p:sp>
        <p:nvSpPr>
          <p:cNvPr id="236" name="文本框 235">
            <a:extLst>
              <a:ext uri="{FF2B5EF4-FFF2-40B4-BE49-F238E27FC236}">
                <a16:creationId xmlns:a16="http://schemas.microsoft.com/office/drawing/2014/main" id="{71A1F11D-CD66-0BEA-DC57-C23868D83A2C}"/>
              </a:ext>
            </a:extLst>
          </p:cNvPr>
          <p:cNvSpPr txBox="1"/>
          <p:nvPr/>
        </p:nvSpPr>
        <p:spPr>
          <a:xfrm>
            <a:off x="3953134" y="2766140"/>
            <a:ext cx="870751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/>
              <a:t>Interconnector</a:t>
            </a:r>
            <a:endParaRPr lang="en-GB" sz="831"/>
          </a:p>
        </p:txBody>
      </p: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6A64011D-8CAA-7063-D78B-30E099E1A7AE}"/>
              </a:ext>
            </a:extLst>
          </p:cNvPr>
          <p:cNvCxnSpPr>
            <a:cxnSpLocks/>
            <a:stCxn id="235" idx="1"/>
          </p:cNvCxnSpPr>
          <p:nvPr/>
        </p:nvCxnSpPr>
        <p:spPr>
          <a:xfrm rot="10800000" flipV="1">
            <a:off x="3027902" y="3148500"/>
            <a:ext cx="1023835" cy="1045434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矩形 244">
            <a:extLst>
              <a:ext uri="{FF2B5EF4-FFF2-40B4-BE49-F238E27FC236}">
                <a16:creationId xmlns:a16="http://schemas.microsoft.com/office/drawing/2014/main" id="{0F221647-6692-8526-E893-A9905E881D4F}"/>
              </a:ext>
            </a:extLst>
          </p:cNvPr>
          <p:cNvSpPr/>
          <p:nvPr/>
        </p:nvSpPr>
        <p:spPr>
          <a:xfrm>
            <a:off x="-138266" y="5309088"/>
            <a:ext cx="7391183" cy="2990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46B43EA1-ECFE-CB85-BE04-7DBFEEE8B084}"/>
              </a:ext>
            </a:extLst>
          </p:cNvPr>
          <p:cNvCxnSpPr>
            <a:cxnSpLocks/>
            <a:stCxn id="98" idx="1"/>
            <a:endCxn id="256" idx="1"/>
          </p:cNvCxnSpPr>
          <p:nvPr/>
        </p:nvCxnSpPr>
        <p:spPr>
          <a:xfrm rot="10800000" flipH="1" flipV="1">
            <a:off x="109837" y="3261195"/>
            <a:ext cx="1128635" cy="2226780"/>
          </a:xfrm>
          <a:prstGeom prst="bentConnector3">
            <a:avLst>
              <a:gd name="adj1" fmla="val -14022"/>
            </a:avLst>
          </a:prstGeom>
          <a:ln w="12700">
            <a:solidFill>
              <a:schemeClr val="accent2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圆柱体 247">
            <a:extLst>
              <a:ext uri="{FF2B5EF4-FFF2-40B4-BE49-F238E27FC236}">
                <a16:creationId xmlns:a16="http://schemas.microsoft.com/office/drawing/2014/main" id="{55EB612E-41EE-1CFE-84E4-8801B79C8086}"/>
              </a:ext>
            </a:extLst>
          </p:cNvPr>
          <p:cNvSpPr/>
          <p:nvPr/>
        </p:nvSpPr>
        <p:spPr>
          <a:xfrm rot="16200000">
            <a:off x="3701208" y="3046464"/>
            <a:ext cx="49846" cy="4884923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73C05FAF-3EEF-F97A-75B3-D6A2F3E1FB32}"/>
              </a:ext>
            </a:extLst>
          </p:cNvPr>
          <p:cNvSpPr txBox="1"/>
          <p:nvPr/>
        </p:nvSpPr>
        <p:spPr>
          <a:xfrm>
            <a:off x="3156111" y="5290408"/>
            <a:ext cx="761747" cy="220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31">
                <a:solidFill>
                  <a:schemeClr val="bg1"/>
                </a:solidFill>
              </a:rPr>
              <a:t>Gas network</a:t>
            </a:r>
            <a:endParaRPr lang="en-GB" sz="831">
              <a:solidFill>
                <a:schemeClr val="bg1"/>
              </a:solidFill>
            </a:endParaRPr>
          </a:p>
        </p:txBody>
      </p:sp>
      <p:sp>
        <p:nvSpPr>
          <p:cNvPr id="252" name="圆柱体 251">
            <a:extLst>
              <a:ext uri="{FF2B5EF4-FFF2-40B4-BE49-F238E27FC236}">
                <a16:creationId xmlns:a16="http://schemas.microsoft.com/office/drawing/2014/main" id="{0CF0A591-6F72-7867-13A5-94BD91FCD700}"/>
              </a:ext>
            </a:extLst>
          </p:cNvPr>
          <p:cNvSpPr/>
          <p:nvPr/>
        </p:nvSpPr>
        <p:spPr>
          <a:xfrm>
            <a:off x="1263394" y="5309088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3" name="圆柱体 252">
            <a:extLst>
              <a:ext uri="{FF2B5EF4-FFF2-40B4-BE49-F238E27FC236}">
                <a16:creationId xmlns:a16="http://schemas.microsoft.com/office/drawing/2014/main" id="{624E7BFA-0DE6-B355-6D8E-41875A5BCC10}"/>
              </a:ext>
            </a:extLst>
          </p:cNvPr>
          <p:cNvSpPr/>
          <p:nvPr/>
        </p:nvSpPr>
        <p:spPr>
          <a:xfrm>
            <a:off x="5768473" y="5309088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4" name="圆柱体 253">
            <a:extLst>
              <a:ext uri="{FF2B5EF4-FFF2-40B4-BE49-F238E27FC236}">
                <a16:creationId xmlns:a16="http://schemas.microsoft.com/office/drawing/2014/main" id="{59FEB4FC-422B-9412-73FC-730F21AF5B85}"/>
              </a:ext>
            </a:extLst>
          </p:cNvPr>
          <p:cNvSpPr/>
          <p:nvPr/>
        </p:nvSpPr>
        <p:spPr>
          <a:xfrm>
            <a:off x="6134865" y="5307303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5" name="圆柱体 254">
            <a:extLst>
              <a:ext uri="{FF2B5EF4-FFF2-40B4-BE49-F238E27FC236}">
                <a16:creationId xmlns:a16="http://schemas.microsoft.com/office/drawing/2014/main" id="{124024D2-1127-A417-564E-8DBC682174CB}"/>
              </a:ext>
            </a:extLst>
          </p:cNvPr>
          <p:cNvSpPr/>
          <p:nvPr/>
        </p:nvSpPr>
        <p:spPr>
          <a:xfrm>
            <a:off x="5403073" y="5304212"/>
            <a:ext cx="49846" cy="199385"/>
          </a:xfrm>
          <a:prstGeom prst="can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5E30843A-7D99-4051-B771-473B08AFDB7F}"/>
              </a:ext>
            </a:extLst>
          </p:cNvPr>
          <p:cNvSpPr/>
          <p:nvPr/>
        </p:nvSpPr>
        <p:spPr>
          <a:xfrm>
            <a:off x="1238471" y="5438129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0730C868-ADA0-7E22-02EC-CD8FD9F9C948}"/>
              </a:ext>
            </a:extLst>
          </p:cNvPr>
          <p:cNvSpPr/>
          <p:nvPr/>
        </p:nvSpPr>
        <p:spPr>
          <a:xfrm>
            <a:off x="5377653" y="5441747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3D4196ED-205C-ADCD-3724-FD849343FDDB}"/>
              </a:ext>
            </a:extLst>
          </p:cNvPr>
          <p:cNvSpPr/>
          <p:nvPr/>
        </p:nvSpPr>
        <p:spPr>
          <a:xfrm>
            <a:off x="5743550" y="5436072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sp>
        <p:nvSpPr>
          <p:cNvPr id="259" name="矩形: 圆角 258">
            <a:extLst>
              <a:ext uri="{FF2B5EF4-FFF2-40B4-BE49-F238E27FC236}">
                <a16:creationId xmlns:a16="http://schemas.microsoft.com/office/drawing/2014/main" id="{273E6230-6379-9824-F922-9DFE27D8AD44}"/>
              </a:ext>
            </a:extLst>
          </p:cNvPr>
          <p:cNvSpPr/>
          <p:nvPr/>
        </p:nvSpPr>
        <p:spPr>
          <a:xfrm>
            <a:off x="6114098" y="5433704"/>
            <a:ext cx="99692" cy="99692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265" name="直接箭头连接符 245">
            <a:extLst>
              <a:ext uri="{FF2B5EF4-FFF2-40B4-BE49-F238E27FC236}">
                <a16:creationId xmlns:a16="http://schemas.microsoft.com/office/drawing/2014/main" id="{2965B7E1-3205-76E7-38A8-DAE067A158C6}"/>
              </a:ext>
            </a:extLst>
          </p:cNvPr>
          <p:cNvCxnSpPr>
            <a:cxnSpLocks/>
            <a:endCxn id="215" idx="3"/>
          </p:cNvCxnSpPr>
          <p:nvPr/>
        </p:nvCxnSpPr>
        <p:spPr>
          <a:xfrm flipH="1">
            <a:off x="7047132" y="4011407"/>
            <a:ext cx="174462" cy="0"/>
          </a:xfrm>
          <a:prstGeom prst="straightConnector1">
            <a:avLst/>
          </a:prstGeom>
          <a:ln w="12700">
            <a:solidFill>
              <a:srgbClr val="D6A3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>
            <a:extLst>
              <a:ext uri="{FF2B5EF4-FFF2-40B4-BE49-F238E27FC236}">
                <a16:creationId xmlns:a16="http://schemas.microsoft.com/office/drawing/2014/main" id="{CF9C9A14-AE3B-2EB0-577B-1EE2E1A989ED}"/>
              </a:ext>
            </a:extLst>
          </p:cNvPr>
          <p:cNvCxnSpPr>
            <a:cxnSpLocks/>
          </p:cNvCxnSpPr>
          <p:nvPr/>
        </p:nvCxnSpPr>
        <p:spPr>
          <a:xfrm>
            <a:off x="5947102" y="3583621"/>
            <a:ext cx="0" cy="1520308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直接箭头连接符 245">
            <a:extLst>
              <a:ext uri="{FF2B5EF4-FFF2-40B4-BE49-F238E27FC236}">
                <a16:creationId xmlns:a16="http://schemas.microsoft.com/office/drawing/2014/main" id="{4FADC111-FE72-7D27-13CF-A22766CEA042}"/>
              </a:ext>
            </a:extLst>
          </p:cNvPr>
          <p:cNvCxnSpPr>
            <a:cxnSpLocks/>
            <a:stCxn id="259" idx="3"/>
            <a:endCxn id="214" idx="3"/>
          </p:cNvCxnSpPr>
          <p:nvPr/>
        </p:nvCxnSpPr>
        <p:spPr>
          <a:xfrm flipV="1">
            <a:off x="6213791" y="3367045"/>
            <a:ext cx="689748" cy="2116506"/>
          </a:xfrm>
          <a:prstGeom prst="bentConnector3">
            <a:avLst>
              <a:gd name="adj1" fmla="val 145890"/>
            </a:avLst>
          </a:prstGeom>
          <a:ln w="12700">
            <a:solidFill>
              <a:srgbClr val="D6A3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直接箭头连接符 204">
            <a:extLst>
              <a:ext uri="{FF2B5EF4-FFF2-40B4-BE49-F238E27FC236}">
                <a16:creationId xmlns:a16="http://schemas.microsoft.com/office/drawing/2014/main" id="{A788C19A-0111-3D3E-9C36-CB841B185C0C}"/>
              </a:ext>
            </a:extLst>
          </p:cNvPr>
          <p:cNvCxnSpPr>
            <a:cxnSpLocks/>
            <a:endCxn id="12" idx="3"/>
          </p:cNvCxnSpPr>
          <p:nvPr/>
        </p:nvCxnSpPr>
        <p:spPr>
          <a:xfrm rot="16200000" flipH="1">
            <a:off x="5728839" y="3767828"/>
            <a:ext cx="665954" cy="1506135"/>
          </a:xfrm>
          <a:prstGeom prst="bentConnector4">
            <a:avLst>
              <a:gd name="adj1" fmla="val 155121"/>
              <a:gd name="adj2" fmla="val 110508"/>
            </a:avLst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直接箭头连接符 302">
            <a:extLst>
              <a:ext uri="{FF2B5EF4-FFF2-40B4-BE49-F238E27FC236}">
                <a16:creationId xmlns:a16="http://schemas.microsoft.com/office/drawing/2014/main" id="{D1C31FEA-CD08-1798-6ED9-4EC2C9C04A14}"/>
              </a:ext>
            </a:extLst>
          </p:cNvPr>
          <p:cNvCxnSpPr>
            <a:cxnSpLocks/>
          </p:cNvCxnSpPr>
          <p:nvPr/>
        </p:nvCxnSpPr>
        <p:spPr>
          <a:xfrm>
            <a:off x="1367240" y="3725575"/>
            <a:ext cx="2" cy="18963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直接箭头连接符 306">
            <a:extLst>
              <a:ext uri="{FF2B5EF4-FFF2-40B4-BE49-F238E27FC236}">
                <a16:creationId xmlns:a16="http://schemas.microsoft.com/office/drawing/2014/main" id="{7D237934-31B8-50F5-42E1-C9CD40A9D337}"/>
              </a:ext>
            </a:extLst>
          </p:cNvPr>
          <p:cNvCxnSpPr>
            <a:cxnSpLocks/>
          </p:cNvCxnSpPr>
          <p:nvPr/>
        </p:nvCxnSpPr>
        <p:spPr>
          <a:xfrm flipV="1">
            <a:off x="916329" y="4189420"/>
            <a:ext cx="49846" cy="1582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556DE7FC-3277-F0F4-AFAF-D78C0DD763EC}"/>
              </a:ext>
            </a:extLst>
          </p:cNvPr>
          <p:cNvCxnSpPr>
            <a:cxnSpLocks/>
          </p:cNvCxnSpPr>
          <p:nvPr/>
        </p:nvCxnSpPr>
        <p:spPr>
          <a:xfrm>
            <a:off x="2350643" y="3725388"/>
            <a:ext cx="2" cy="189633"/>
          </a:xfrm>
          <a:prstGeom prst="straightConnector1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矩形 212">
            <a:extLst>
              <a:ext uri="{FF2B5EF4-FFF2-40B4-BE49-F238E27FC236}">
                <a16:creationId xmlns:a16="http://schemas.microsoft.com/office/drawing/2014/main" id="{AFD3A107-6372-CC49-7BD6-20F6A0CA614B}"/>
              </a:ext>
            </a:extLst>
          </p:cNvPr>
          <p:cNvSpPr/>
          <p:nvPr/>
        </p:nvSpPr>
        <p:spPr>
          <a:xfrm>
            <a:off x="6009362" y="5019237"/>
            <a:ext cx="1246154" cy="1246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624EA63D-A4C3-E32C-D45E-A10FF2AC7274}"/>
              </a:ext>
            </a:extLst>
          </p:cNvPr>
          <p:cNvCxnSpPr>
            <a:cxnSpLocks/>
          </p:cNvCxnSpPr>
          <p:nvPr/>
        </p:nvCxnSpPr>
        <p:spPr>
          <a:xfrm>
            <a:off x="5981840" y="5081544"/>
            <a:ext cx="1271077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矩形 210">
            <a:extLst>
              <a:ext uri="{FF2B5EF4-FFF2-40B4-BE49-F238E27FC236}">
                <a16:creationId xmlns:a16="http://schemas.microsoft.com/office/drawing/2014/main" id="{77199B22-98DC-7AAA-C30E-815C6DE12519}"/>
              </a:ext>
            </a:extLst>
          </p:cNvPr>
          <p:cNvSpPr/>
          <p:nvPr/>
        </p:nvSpPr>
        <p:spPr>
          <a:xfrm>
            <a:off x="6009362" y="4171880"/>
            <a:ext cx="1246154" cy="1246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297" name="直接连接符 296">
            <a:extLst>
              <a:ext uri="{FF2B5EF4-FFF2-40B4-BE49-F238E27FC236}">
                <a16:creationId xmlns:a16="http://schemas.microsoft.com/office/drawing/2014/main" id="{78C13810-C091-1974-9387-E1451CD01745}"/>
              </a:ext>
            </a:extLst>
          </p:cNvPr>
          <p:cNvCxnSpPr>
            <a:cxnSpLocks/>
          </p:cNvCxnSpPr>
          <p:nvPr/>
        </p:nvCxnSpPr>
        <p:spPr>
          <a:xfrm>
            <a:off x="5982189" y="4236780"/>
            <a:ext cx="1271077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矩形 211">
            <a:extLst>
              <a:ext uri="{FF2B5EF4-FFF2-40B4-BE49-F238E27FC236}">
                <a16:creationId xmlns:a16="http://schemas.microsoft.com/office/drawing/2014/main" id="{E8BD6EB3-40E4-7E85-F9C9-6BDDC5B1BD35}"/>
              </a:ext>
            </a:extLst>
          </p:cNvPr>
          <p:cNvSpPr/>
          <p:nvPr/>
        </p:nvSpPr>
        <p:spPr>
          <a:xfrm>
            <a:off x="6009362" y="3526361"/>
            <a:ext cx="1246154" cy="12461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46"/>
          </a:p>
        </p:txBody>
      </p: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id="{0FEAA4FD-F2A0-B575-5AB4-348843F31B8B}"/>
              </a:ext>
            </a:extLst>
          </p:cNvPr>
          <p:cNvCxnSpPr>
            <a:cxnSpLocks/>
          </p:cNvCxnSpPr>
          <p:nvPr/>
        </p:nvCxnSpPr>
        <p:spPr>
          <a:xfrm>
            <a:off x="5974193" y="3588669"/>
            <a:ext cx="1271077" cy="0"/>
          </a:xfrm>
          <a:prstGeom prst="line">
            <a:avLst/>
          </a:prstGeom>
          <a:ln w="12700"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3" name="图片 312">
            <a:extLst>
              <a:ext uri="{FF2B5EF4-FFF2-40B4-BE49-F238E27FC236}">
                <a16:creationId xmlns:a16="http://schemas.microsoft.com/office/drawing/2014/main" id="{C7139E65-AD27-79F3-DB1A-2E6B03C261F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7984" b="94473" l="4317" r="97362">
                        <a14:foregroundMark x1="79257" y1="12590" x2="19424" y2="31116"/>
                        <a14:foregroundMark x1="19424" y1="31116" x2="17866" y2="32446"/>
                        <a14:foregroundMark x1="22422" y1="35517" x2="65108" y2="25896"/>
                        <a14:foregroundMark x1="49760" y1="15251" x2="68945" y2="23746"/>
                        <a14:foregroundMark x1="68945" y1="23746" x2="68945" y2="23746"/>
                        <a14:foregroundMark x1="8513" y1="33265" x2="7314" y2="70522"/>
                        <a14:foregroundMark x1="7314" y1="70522" x2="14149" y2="81372"/>
                        <a14:foregroundMark x1="14149" y1="81372" x2="26019" y2="80962"/>
                        <a14:foregroundMark x1="26019" y1="80962" x2="30096" y2="56807"/>
                        <a14:foregroundMark x1="30096" y1="56807" x2="26499" y2="41453"/>
                        <a14:foregroundMark x1="26499" y1="41453" x2="8873" y2="44012"/>
                        <a14:foregroundMark x1="8873" y1="44012" x2="11031" y2="64995"/>
                        <a14:foregroundMark x1="11031" y1="64995" x2="18585" y2="63255"/>
                        <a14:foregroundMark x1="18585" y1="63255" x2="20983" y2="59263"/>
                        <a14:foregroundMark x1="5995" y1="81269" x2="11151" y2="85466"/>
                        <a14:foregroundMark x1="11151" y1="85466" x2="23022" y2="84749"/>
                        <a14:foregroundMark x1="23022" y1="84749" x2="29137" y2="81576"/>
                        <a14:foregroundMark x1="29137" y1="81576" x2="33453" y2="88741"/>
                        <a14:foregroundMark x1="33453" y1="88741" x2="32254" y2="94473"/>
                        <a14:foregroundMark x1="4676" y1="35722" x2="5755" y2="36336"/>
                        <a14:foregroundMark x1="75060" y1="7984" x2="78537" y2="9212"/>
                        <a14:foregroundMark x1="87650" y1="13306" x2="94365" y2="48721"/>
                        <a14:foregroundMark x1="94365" y1="48721" x2="91127" y2="66940"/>
                        <a14:foregroundMark x1="91127" y1="66940" x2="90767" y2="67861"/>
                        <a14:foregroundMark x1="95444" y1="66735" x2="97362" y2="69089"/>
                      </a14:backgroundRemoval>
                    </a14:imgEffect>
                  </a14:imgLayer>
                </a14:imgProps>
              </a:ext>
            </a:extLst>
          </a:blip>
          <a:srcRect l="3625" t="5304" r="1948" b="3454"/>
          <a:stretch>
            <a:fillRect/>
          </a:stretch>
        </p:blipFill>
        <p:spPr>
          <a:xfrm>
            <a:off x="5487084" y="4319137"/>
            <a:ext cx="264212" cy="299077"/>
          </a:xfrm>
          <a:prstGeom prst="rect">
            <a:avLst/>
          </a:prstGeom>
        </p:spPr>
      </p:pic>
      <p:cxnSp>
        <p:nvCxnSpPr>
          <p:cNvPr id="316" name="直接箭头连接符 315">
            <a:extLst>
              <a:ext uri="{FF2B5EF4-FFF2-40B4-BE49-F238E27FC236}">
                <a16:creationId xmlns:a16="http://schemas.microsoft.com/office/drawing/2014/main" id="{84AA3147-4A82-DE57-5AF2-5E3498355B2F}"/>
              </a:ext>
            </a:extLst>
          </p:cNvPr>
          <p:cNvCxnSpPr>
            <a:cxnSpLocks/>
            <a:endCxn id="313" idx="1"/>
          </p:cNvCxnSpPr>
          <p:nvPr/>
        </p:nvCxnSpPr>
        <p:spPr>
          <a:xfrm rot="16200000" flipH="1">
            <a:off x="5262812" y="4244404"/>
            <a:ext cx="270206" cy="178337"/>
          </a:xfrm>
          <a:prstGeom prst="bentConnector2">
            <a:avLst/>
          </a:prstGeom>
          <a:ln w="12700" cap="rnd">
            <a:solidFill>
              <a:srgbClr val="0070C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2" name="图片 321">
            <a:extLst>
              <a:ext uri="{FF2B5EF4-FFF2-40B4-BE49-F238E27FC236}">
                <a16:creationId xmlns:a16="http://schemas.microsoft.com/office/drawing/2014/main" id="{E917C97C-85D4-D973-FC20-049BBE7B4E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8743" b="92216" l="6684" r="92159">
                        <a14:foregroundMark x1="21722" y1="8743" x2="26093" y2="9940"/>
                        <a14:foregroundMark x1="9126" y1="25988" x2="6684" y2="33772"/>
                        <a14:foregroundMark x1="6684" y1="33772" x2="7069" y2="34132"/>
                        <a14:foregroundMark x1="7069" y1="35329" x2="9126" y2="66946"/>
                        <a14:foregroundMark x1="9126" y1="66946" x2="9126" y2="66946"/>
                        <a14:foregroundMark x1="54627" y1="90659" x2="57969" y2="92335"/>
                        <a14:foregroundMark x1="92159" y1="42275" x2="91131" y2="77246"/>
                      </a14:backgroundRemoval>
                    </a14:imgEffect>
                  </a14:imgLayer>
                </a14:imgProps>
              </a:ext>
            </a:extLst>
          </a:blip>
          <a:srcRect l="2935" t="6092" r="6201" b="6003"/>
          <a:stretch>
            <a:fillRect/>
          </a:stretch>
        </p:blipFill>
        <p:spPr>
          <a:xfrm>
            <a:off x="6460458" y="3875064"/>
            <a:ext cx="288047" cy="299077"/>
          </a:xfrm>
          <a:prstGeom prst="rect">
            <a:avLst/>
          </a:prstGeom>
        </p:spPr>
      </p:pic>
      <p:sp>
        <p:nvSpPr>
          <p:cNvPr id="325" name="文本框 324">
            <a:extLst>
              <a:ext uri="{FF2B5EF4-FFF2-40B4-BE49-F238E27FC236}">
                <a16:creationId xmlns:a16="http://schemas.microsoft.com/office/drawing/2014/main" id="{06121C98-0397-FBCE-6F83-066D1A52E36C}"/>
              </a:ext>
            </a:extLst>
          </p:cNvPr>
          <p:cNvSpPr txBox="1"/>
          <p:nvPr/>
        </p:nvSpPr>
        <p:spPr>
          <a:xfrm>
            <a:off x="5342667" y="4612651"/>
            <a:ext cx="532581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31"/>
              <a:t>Heat pump</a:t>
            </a:r>
            <a:endParaRPr lang="en-GB" sz="831"/>
          </a:p>
        </p:txBody>
      </p:sp>
      <p:cxnSp>
        <p:nvCxnSpPr>
          <p:cNvPr id="326" name="直接箭头连接符 315">
            <a:extLst>
              <a:ext uri="{FF2B5EF4-FFF2-40B4-BE49-F238E27FC236}">
                <a16:creationId xmlns:a16="http://schemas.microsoft.com/office/drawing/2014/main" id="{A7175BC1-77BE-415E-1A75-0F4B669B8877}"/>
              </a:ext>
            </a:extLst>
          </p:cNvPr>
          <p:cNvCxnSpPr>
            <a:cxnSpLocks/>
            <a:stCxn id="313" idx="3"/>
            <a:endCxn id="322" idx="2"/>
          </p:cNvCxnSpPr>
          <p:nvPr/>
        </p:nvCxnSpPr>
        <p:spPr>
          <a:xfrm flipV="1">
            <a:off x="5751298" y="4174141"/>
            <a:ext cx="853185" cy="294534"/>
          </a:xfrm>
          <a:prstGeom prst="bentConnector2">
            <a:avLst/>
          </a:prstGeom>
          <a:ln w="12700" cap="rnd">
            <a:solidFill>
              <a:srgbClr val="C00000"/>
            </a:solidFill>
            <a:bevel/>
            <a:headEnd type="none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445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37625-6C39-EC5D-D2D4-2F023629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0" name="图表 509">
            <a:extLst>
              <a:ext uri="{FF2B5EF4-FFF2-40B4-BE49-F238E27FC236}">
                <a16:creationId xmlns:a16="http://schemas.microsoft.com/office/drawing/2014/main" id="{34D636DB-1426-8F68-EFDC-DE4423AAF627}"/>
              </a:ext>
            </a:extLst>
          </p:cNvPr>
          <p:cNvGraphicFramePr>
            <a:graphicFrameLocks/>
          </p:cNvGraphicFramePr>
          <p:nvPr/>
        </p:nvGraphicFramePr>
        <p:xfrm>
          <a:off x="2855176" y="2224179"/>
          <a:ext cx="1278000" cy="5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06" name="图表 505">
            <a:extLst>
              <a:ext uri="{FF2B5EF4-FFF2-40B4-BE49-F238E27FC236}">
                <a16:creationId xmlns:a16="http://schemas.microsoft.com/office/drawing/2014/main" id="{DBE4998C-CED5-E6D4-90CF-C77CA943B0C1}"/>
              </a:ext>
            </a:extLst>
          </p:cNvPr>
          <p:cNvGraphicFramePr>
            <a:graphicFrameLocks/>
          </p:cNvGraphicFramePr>
          <p:nvPr/>
        </p:nvGraphicFramePr>
        <p:xfrm>
          <a:off x="856431" y="6994243"/>
          <a:ext cx="1584000" cy="93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62" name="图表 461">
            <a:extLst>
              <a:ext uri="{FF2B5EF4-FFF2-40B4-BE49-F238E27FC236}">
                <a16:creationId xmlns:a16="http://schemas.microsoft.com/office/drawing/2014/main" id="{226FCBAA-FC58-D3AE-A160-DEDB85B7517E}"/>
              </a:ext>
            </a:extLst>
          </p:cNvPr>
          <p:cNvGraphicFramePr>
            <a:graphicFrameLocks/>
          </p:cNvGraphicFramePr>
          <p:nvPr/>
        </p:nvGraphicFramePr>
        <p:xfrm>
          <a:off x="943428" y="2077736"/>
          <a:ext cx="1566000" cy="8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图表 25">
            <a:extLst>
              <a:ext uri="{FF2B5EF4-FFF2-40B4-BE49-F238E27FC236}">
                <a16:creationId xmlns:a16="http://schemas.microsoft.com/office/drawing/2014/main" id="{788252C5-8238-0EE4-399E-EB7FEA7391DD}"/>
              </a:ext>
            </a:extLst>
          </p:cNvPr>
          <p:cNvGraphicFramePr>
            <a:graphicFrameLocks/>
          </p:cNvGraphicFramePr>
          <p:nvPr/>
        </p:nvGraphicFramePr>
        <p:xfrm>
          <a:off x="4053804" y="706143"/>
          <a:ext cx="2070000" cy="8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1F31FF68-FEF1-0CC7-5670-BCA9999FADD5}"/>
              </a:ext>
            </a:extLst>
          </p:cNvPr>
          <p:cNvSpPr/>
          <p:nvPr/>
        </p:nvSpPr>
        <p:spPr>
          <a:xfrm>
            <a:off x="861892" y="1591131"/>
            <a:ext cx="288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B64F0454-BD66-93EF-EF97-91E716E44FD4}"/>
              </a:ext>
            </a:extLst>
          </p:cNvPr>
          <p:cNvSpPr/>
          <p:nvPr/>
        </p:nvSpPr>
        <p:spPr>
          <a:xfrm>
            <a:off x="4048179" y="1581338"/>
            <a:ext cx="1944000" cy="45719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92D0E8B1-4AB1-D897-C769-1A8281915801}"/>
              </a:ext>
            </a:extLst>
          </p:cNvPr>
          <p:cNvSpPr/>
          <p:nvPr/>
        </p:nvSpPr>
        <p:spPr>
          <a:xfrm>
            <a:off x="4192338" y="783713"/>
            <a:ext cx="1800000" cy="648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737CB9EB-3A76-7738-6A26-EC668BAD6150}"/>
              </a:ext>
            </a:extLst>
          </p:cNvPr>
          <p:cNvSpPr txBox="1"/>
          <p:nvPr/>
        </p:nvSpPr>
        <p:spPr>
          <a:xfrm>
            <a:off x="788147" y="572822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DE67B47B-BABA-ABD3-7096-5160BAC84800}"/>
              </a:ext>
            </a:extLst>
          </p:cNvPr>
          <p:cNvSpPr txBox="1"/>
          <p:nvPr/>
        </p:nvSpPr>
        <p:spPr>
          <a:xfrm>
            <a:off x="3976256" y="615654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07AA631D-2513-B261-11C1-7FCA8FA1A233}"/>
              </a:ext>
            </a:extLst>
          </p:cNvPr>
          <p:cNvSpPr/>
          <p:nvPr/>
        </p:nvSpPr>
        <p:spPr>
          <a:xfrm>
            <a:off x="997207" y="717354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EF57A00E-8BF7-F2B5-D717-A227BA5CAF18}"/>
              </a:ext>
            </a:extLst>
          </p:cNvPr>
          <p:cNvSpPr txBox="1"/>
          <p:nvPr/>
        </p:nvSpPr>
        <p:spPr>
          <a:xfrm>
            <a:off x="1505413" y="139719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25342FC0-B7DE-F8EE-640E-BCF8D94CD146}"/>
              </a:ext>
            </a:extLst>
          </p:cNvPr>
          <p:cNvSpPr txBox="1"/>
          <p:nvPr/>
        </p:nvSpPr>
        <p:spPr>
          <a:xfrm>
            <a:off x="2099941" y="139719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66BBDF2D-319F-26C9-D324-225784E4FE59}"/>
              </a:ext>
            </a:extLst>
          </p:cNvPr>
          <p:cNvSpPr txBox="1"/>
          <p:nvPr/>
        </p:nvSpPr>
        <p:spPr>
          <a:xfrm>
            <a:off x="1807120" y="139719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9F9EB625-C061-87ED-D8A3-51CB2BE65D78}"/>
              </a:ext>
            </a:extLst>
          </p:cNvPr>
          <p:cNvSpPr txBox="1"/>
          <p:nvPr/>
        </p:nvSpPr>
        <p:spPr>
          <a:xfrm>
            <a:off x="900078" y="1398135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458F6EE3-9312-D692-38B8-44E5E91DFDEC}"/>
              </a:ext>
            </a:extLst>
          </p:cNvPr>
          <p:cNvSpPr txBox="1"/>
          <p:nvPr/>
        </p:nvSpPr>
        <p:spPr>
          <a:xfrm>
            <a:off x="1225155" y="1395469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AEE74EB7-4025-141A-96F0-59C8C767AD1C}"/>
              </a:ext>
            </a:extLst>
          </p:cNvPr>
          <p:cNvSpPr txBox="1"/>
          <p:nvPr/>
        </p:nvSpPr>
        <p:spPr>
          <a:xfrm rot="16200000">
            <a:off x="600945" y="991534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9412B9F0-4272-97CF-1828-6083A3420D3F}"/>
              </a:ext>
            </a:extLst>
          </p:cNvPr>
          <p:cNvSpPr/>
          <p:nvPr/>
        </p:nvSpPr>
        <p:spPr>
          <a:xfrm>
            <a:off x="954519" y="2957819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803082C4-E34D-F4ED-ADED-F43C93A5745E}"/>
              </a:ext>
            </a:extLst>
          </p:cNvPr>
          <p:cNvSpPr/>
          <p:nvPr/>
        </p:nvSpPr>
        <p:spPr>
          <a:xfrm>
            <a:off x="4467932" y="2953665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42E8A965-CCD2-0519-E16D-E47DE4E4FE4C}"/>
              </a:ext>
            </a:extLst>
          </p:cNvPr>
          <p:cNvSpPr/>
          <p:nvPr/>
        </p:nvSpPr>
        <p:spPr>
          <a:xfrm>
            <a:off x="2726466" y="2957819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3157EC7B-93BA-D227-1701-910920BFE17A}"/>
              </a:ext>
            </a:extLst>
          </p:cNvPr>
          <p:cNvSpPr txBox="1"/>
          <p:nvPr/>
        </p:nvSpPr>
        <p:spPr>
          <a:xfrm rot="16200000">
            <a:off x="686916" y="2390952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959028C7-1C27-3C47-77C2-2489F19BEA84}"/>
              </a:ext>
            </a:extLst>
          </p:cNvPr>
          <p:cNvSpPr txBox="1"/>
          <p:nvPr/>
        </p:nvSpPr>
        <p:spPr>
          <a:xfrm>
            <a:off x="1113500" y="2770863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Day1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" name="文本框 299">
            <a:extLst>
              <a:ext uri="{FF2B5EF4-FFF2-40B4-BE49-F238E27FC236}">
                <a16:creationId xmlns:a16="http://schemas.microsoft.com/office/drawing/2014/main" id="{092E10B2-F249-0FB2-0B5C-48EDDCC9C033}"/>
              </a:ext>
            </a:extLst>
          </p:cNvPr>
          <p:cNvSpPr txBox="1"/>
          <p:nvPr/>
        </p:nvSpPr>
        <p:spPr>
          <a:xfrm>
            <a:off x="1576931" y="2770863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FCA78178-6FBB-A6B9-BDDA-B95645C96C6A}"/>
              </a:ext>
            </a:extLst>
          </p:cNvPr>
          <p:cNvSpPr txBox="1"/>
          <p:nvPr/>
        </p:nvSpPr>
        <p:spPr>
          <a:xfrm>
            <a:off x="2009138" y="2770863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Day3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BDF89561-0E75-3DD1-FEC0-3F590E3B2CFC}"/>
              </a:ext>
            </a:extLst>
          </p:cNvPr>
          <p:cNvSpPr/>
          <p:nvPr/>
        </p:nvSpPr>
        <p:spPr>
          <a:xfrm>
            <a:off x="2853780" y="2153892"/>
            <a:ext cx="1296000" cy="648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D0CFC8BB-6407-FC8C-F038-2F08BA9109D6}"/>
              </a:ext>
            </a:extLst>
          </p:cNvPr>
          <p:cNvSpPr txBox="1"/>
          <p:nvPr/>
        </p:nvSpPr>
        <p:spPr>
          <a:xfrm>
            <a:off x="3361986" y="277023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E21829D7-2127-BDC0-05B1-A1315F094029}"/>
              </a:ext>
            </a:extLst>
          </p:cNvPr>
          <p:cNvSpPr txBox="1"/>
          <p:nvPr/>
        </p:nvSpPr>
        <p:spPr>
          <a:xfrm>
            <a:off x="3956514" y="277023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7375D220-71D1-8A5C-1B3A-878E61B6220D}"/>
              </a:ext>
            </a:extLst>
          </p:cNvPr>
          <p:cNvSpPr txBox="1"/>
          <p:nvPr/>
        </p:nvSpPr>
        <p:spPr>
          <a:xfrm>
            <a:off x="3663693" y="277023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A66B60F4-EEC2-94DD-29AA-CFD7D72ED998}"/>
              </a:ext>
            </a:extLst>
          </p:cNvPr>
          <p:cNvSpPr txBox="1"/>
          <p:nvPr/>
        </p:nvSpPr>
        <p:spPr>
          <a:xfrm>
            <a:off x="2756651" y="2771173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CD1331D7-FE2D-FA02-CAED-1532BE2EF7EE}"/>
              </a:ext>
            </a:extLst>
          </p:cNvPr>
          <p:cNvSpPr txBox="1"/>
          <p:nvPr/>
        </p:nvSpPr>
        <p:spPr>
          <a:xfrm>
            <a:off x="3081728" y="2768507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580E7544-3471-9E04-7A72-F21191FEFB16}"/>
              </a:ext>
            </a:extLst>
          </p:cNvPr>
          <p:cNvSpPr txBox="1"/>
          <p:nvPr/>
        </p:nvSpPr>
        <p:spPr>
          <a:xfrm rot="16200000">
            <a:off x="2460696" y="2404958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2" name="任意多边形: 形状 321">
            <a:extLst>
              <a:ext uri="{FF2B5EF4-FFF2-40B4-BE49-F238E27FC236}">
                <a16:creationId xmlns:a16="http://schemas.microsoft.com/office/drawing/2014/main" id="{599AD3A8-101A-2402-C8AD-F5CEAE22E7B8}"/>
              </a:ext>
            </a:extLst>
          </p:cNvPr>
          <p:cNvSpPr/>
          <p:nvPr/>
        </p:nvSpPr>
        <p:spPr>
          <a:xfrm>
            <a:off x="4605428" y="2157760"/>
            <a:ext cx="1296000" cy="648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2105B483-BDCA-155D-8CA1-27057DDFA168}"/>
              </a:ext>
            </a:extLst>
          </p:cNvPr>
          <p:cNvSpPr txBox="1"/>
          <p:nvPr/>
        </p:nvSpPr>
        <p:spPr>
          <a:xfrm>
            <a:off x="5113633" y="2774858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4D281C6B-8D72-5DEE-9FCA-C26BD875F0DF}"/>
              </a:ext>
            </a:extLst>
          </p:cNvPr>
          <p:cNvSpPr txBox="1"/>
          <p:nvPr/>
        </p:nvSpPr>
        <p:spPr>
          <a:xfrm>
            <a:off x="5708161" y="2774858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519C2FCD-47D0-6C6B-51D6-CE266BB12098}"/>
              </a:ext>
            </a:extLst>
          </p:cNvPr>
          <p:cNvSpPr txBox="1"/>
          <p:nvPr/>
        </p:nvSpPr>
        <p:spPr>
          <a:xfrm>
            <a:off x="5415340" y="2774858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6" name="文本框 325">
            <a:extLst>
              <a:ext uri="{FF2B5EF4-FFF2-40B4-BE49-F238E27FC236}">
                <a16:creationId xmlns:a16="http://schemas.microsoft.com/office/drawing/2014/main" id="{187396A9-12CC-AEE1-3A03-44FFC2B6061F}"/>
              </a:ext>
            </a:extLst>
          </p:cNvPr>
          <p:cNvSpPr txBox="1"/>
          <p:nvPr/>
        </p:nvSpPr>
        <p:spPr>
          <a:xfrm>
            <a:off x="4508298" y="2775800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2BB5A817-0F17-E23F-889D-FB9C1E07FDC5}"/>
              </a:ext>
            </a:extLst>
          </p:cNvPr>
          <p:cNvSpPr txBox="1"/>
          <p:nvPr/>
        </p:nvSpPr>
        <p:spPr>
          <a:xfrm>
            <a:off x="4833375" y="2773134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01D1648F-FE59-62EE-5422-6BCD37671595}"/>
              </a:ext>
            </a:extLst>
          </p:cNvPr>
          <p:cNvSpPr txBox="1"/>
          <p:nvPr/>
        </p:nvSpPr>
        <p:spPr>
          <a:xfrm rot="16200000">
            <a:off x="4212341" y="2388241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B6E2F54D-31F8-8331-A1DE-EC8DD09AC77F}"/>
              </a:ext>
            </a:extLst>
          </p:cNvPr>
          <p:cNvSpPr txBox="1"/>
          <p:nvPr/>
        </p:nvSpPr>
        <p:spPr>
          <a:xfrm>
            <a:off x="878369" y="2009360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文本框 331">
            <a:extLst>
              <a:ext uri="{FF2B5EF4-FFF2-40B4-BE49-F238E27FC236}">
                <a16:creationId xmlns:a16="http://schemas.microsoft.com/office/drawing/2014/main" id="{F4612170-8858-A48C-DFFF-AD2D26734182}"/>
              </a:ext>
            </a:extLst>
          </p:cNvPr>
          <p:cNvSpPr txBox="1"/>
          <p:nvPr/>
        </p:nvSpPr>
        <p:spPr>
          <a:xfrm>
            <a:off x="2645368" y="2006335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9243ADF1-09F3-EE29-5115-671C920A07B9}"/>
              </a:ext>
            </a:extLst>
          </p:cNvPr>
          <p:cNvSpPr txBox="1"/>
          <p:nvPr/>
        </p:nvSpPr>
        <p:spPr>
          <a:xfrm>
            <a:off x="4391749" y="2006335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1206BD72-A4ED-77C5-83D4-6845E8AD6C63}"/>
              </a:ext>
            </a:extLst>
          </p:cNvPr>
          <p:cNvSpPr/>
          <p:nvPr/>
        </p:nvSpPr>
        <p:spPr>
          <a:xfrm flipV="1">
            <a:off x="861892" y="6990942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E8675196-FE87-2C9B-D2D0-FBE815021EC3}"/>
              </a:ext>
            </a:extLst>
          </p:cNvPr>
          <p:cNvSpPr/>
          <p:nvPr/>
        </p:nvSpPr>
        <p:spPr>
          <a:xfrm flipV="1">
            <a:off x="2727717" y="6988765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FE0C303D-F1E2-614C-2832-42C927FAD2C4}"/>
              </a:ext>
            </a:extLst>
          </p:cNvPr>
          <p:cNvSpPr/>
          <p:nvPr/>
        </p:nvSpPr>
        <p:spPr>
          <a:xfrm flipV="1">
            <a:off x="4556108" y="6990097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8" name="任意多边形: 形状 397">
            <a:extLst>
              <a:ext uri="{FF2B5EF4-FFF2-40B4-BE49-F238E27FC236}">
                <a16:creationId xmlns:a16="http://schemas.microsoft.com/office/drawing/2014/main" id="{2EE8CAB1-B7E9-2141-C688-A48A3F6D0E4E}"/>
              </a:ext>
            </a:extLst>
          </p:cNvPr>
          <p:cNvSpPr/>
          <p:nvPr/>
        </p:nvSpPr>
        <p:spPr>
          <a:xfrm>
            <a:off x="1006464" y="7141636"/>
            <a:ext cx="1296000" cy="648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230BF9C6-EECC-A3E5-B136-11136D9D07EC}"/>
              </a:ext>
            </a:extLst>
          </p:cNvPr>
          <p:cNvSpPr txBox="1"/>
          <p:nvPr/>
        </p:nvSpPr>
        <p:spPr>
          <a:xfrm>
            <a:off x="915191" y="7771745"/>
            <a:ext cx="40748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Winter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2C1A3C90-27BC-D3E1-CB62-A6F68F538605}"/>
              </a:ext>
            </a:extLst>
          </p:cNvPr>
          <p:cNvSpPr txBox="1"/>
          <p:nvPr/>
        </p:nvSpPr>
        <p:spPr>
          <a:xfrm rot="16200000">
            <a:off x="610204" y="7389882"/>
            <a:ext cx="607860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AC35D4BC-45FD-88BF-40BA-CB34DB7822DA}"/>
              </a:ext>
            </a:extLst>
          </p:cNvPr>
          <p:cNvSpPr txBox="1"/>
          <p:nvPr/>
        </p:nvSpPr>
        <p:spPr>
          <a:xfrm>
            <a:off x="1403126" y="7766986"/>
            <a:ext cx="47641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Summer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2" name="文本框 401">
            <a:extLst>
              <a:ext uri="{FF2B5EF4-FFF2-40B4-BE49-F238E27FC236}">
                <a16:creationId xmlns:a16="http://schemas.microsoft.com/office/drawing/2014/main" id="{7C73265C-4C8B-ECFC-5E2B-02D93A53B0D3}"/>
              </a:ext>
            </a:extLst>
          </p:cNvPr>
          <p:cNvSpPr txBox="1"/>
          <p:nvPr/>
        </p:nvSpPr>
        <p:spPr>
          <a:xfrm>
            <a:off x="806928" y="6995345"/>
            <a:ext cx="2183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0" name="任意多边形: 形状 419">
            <a:extLst>
              <a:ext uri="{FF2B5EF4-FFF2-40B4-BE49-F238E27FC236}">
                <a16:creationId xmlns:a16="http://schemas.microsoft.com/office/drawing/2014/main" id="{8BD85B62-25CE-33F7-5A62-5BC736F1AB0C}"/>
              </a:ext>
            </a:extLst>
          </p:cNvPr>
          <p:cNvSpPr/>
          <p:nvPr/>
        </p:nvSpPr>
        <p:spPr>
          <a:xfrm>
            <a:off x="2869543" y="7141636"/>
            <a:ext cx="1296000" cy="648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2" name="文本框 421">
            <a:extLst>
              <a:ext uri="{FF2B5EF4-FFF2-40B4-BE49-F238E27FC236}">
                <a16:creationId xmlns:a16="http://schemas.microsoft.com/office/drawing/2014/main" id="{6E7E752B-EA76-D21F-7F66-2677EDC6346F}"/>
              </a:ext>
            </a:extLst>
          </p:cNvPr>
          <p:cNvSpPr txBox="1"/>
          <p:nvPr/>
        </p:nvSpPr>
        <p:spPr>
          <a:xfrm rot="16200000">
            <a:off x="2470882" y="7382934"/>
            <a:ext cx="61266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ower</a:t>
            </a: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 (MW)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4A3AB77E-BC3B-E55E-0009-A021687D929E}"/>
              </a:ext>
            </a:extLst>
          </p:cNvPr>
          <p:cNvSpPr txBox="1"/>
          <p:nvPr/>
        </p:nvSpPr>
        <p:spPr>
          <a:xfrm>
            <a:off x="2661694" y="6990882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2D5AAB35-5F82-4FA6-DC4D-9E03F67CA895}"/>
              </a:ext>
            </a:extLst>
          </p:cNvPr>
          <p:cNvSpPr/>
          <p:nvPr/>
        </p:nvSpPr>
        <p:spPr>
          <a:xfrm>
            <a:off x="4690022" y="7141636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5" name="文本框 434">
            <a:extLst>
              <a:ext uri="{FF2B5EF4-FFF2-40B4-BE49-F238E27FC236}">
                <a16:creationId xmlns:a16="http://schemas.microsoft.com/office/drawing/2014/main" id="{0D5A18DA-9EBE-6ED1-8E98-2374A4AB733E}"/>
              </a:ext>
            </a:extLst>
          </p:cNvPr>
          <p:cNvSpPr txBox="1"/>
          <p:nvPr/>
        </p:nvSpPr>
        <p:spPr>
          <a:xfrm rot="16200000">
            <a:off x="4284149" y="7411055"/>
            <a:ext cx="62709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" name="文本框 439">
            <a:extLst>
              <a:ext uri="{FF2B5EF4-FFF2-40B4-BE49-F238E27FC236}">
                <a16:creationId xmlns:a16="http://schemas.microsoft.com/office/drawing/2014/main" id="{17F8D330-F5B5-1641-C9DB-F0F315278046}"/>
              </a:ext>
            </a:extLst>
          </p:cNvPr>
          <p:cNvSpPr txBox="1"/>
          <p:nvPr/>
        </p:nvSpPr>
        <p:spPr>
          <a:xfrm>
            <a:off x="4708813" y="7832932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E0234A5D-C744-5935-9984-446F1543DCEC}"/>
              </a:ext>
            </a:extLst>
          </p:cNvPr>
          <p:cNvSpPr txBox="1"/>
          <p:nvPr/>
        </p:nvSpPr>
        <p:spPr>
          <a:xfrm>
            <a:off x="4485444" y="6990133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2" name="文本框 451">
            <a:extLst>
              <a:ext uri="{FF2B5EF4-FFF2-40B4-BE49-F238E27FC236}">
                <a16:creationId xmlns:a16="http://schemas.microsoft.com/office/drawing/2014/main" id="{6089F87B-AB5C-50F0-70FA-E194F7D7186E}"/>
              </a:ext>
            </a:extLst>
          </p:cNvPr>
          <p:cNvSpPr txBox="1"/>
          <p:nvPr/>
        </p:nvSpPr>
        <p:spPr>
          <a:xfrm>
            <a:off x="4986647" y="7832932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D29541A8-37C0-2720-7817-416928827BC6}"/>
              </a:ext>
            </a:extLst>
          </p:cNvPr>
          <p:cNvSpPr txBox="1"/>
          <p:nvPr/>
        </p:nvSpPr>
        <p:spPr>
          <a:xfrm>
            <a:off x="5366985" y="7832932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4" name="文本框 453">
            <a:extLst>
              <a:ext uri="{FF2B5EF4-FFF2-40B4-BE49-F238E27FC236}">
                <a16:creationId xmlns:a16="http://schemas.microsoft.com/office/drawing/2014/main" id="{6B7F1F64-0826-2460-824E-0117BD52F9BB}"/>
              </a:ext>
            </a:extLst>
          </p:cNvPr>
          <p:cNvSpPr txBox="1"/>
          <p:nvPr/>
        </p:nvSpPr>
        <p:spPr>
          <a:xfrm>
            <a:off x="5702107" y="7832932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FA8C63BE-43C8-A1E0-08A0-7F73C387D090}"/>
              </a:ext>
            </a:extLst>
          </p:cNvPr>
          <p:cNvSpPr/>
          <p:nvPr/>
        </p:nvSpPr>
        <p:spPr>
          <a:xfrm>
            <a:off x="3323827" y="2997298"/>
            <a:ext cx="215562" cy="756000"/>
          </a:xfrm>
          <a:custGeom>
            <a:avLst/>
            <a:gdLst>
              <a:gd name="connsiteX0" fmla="*/ 0 w 215562"/>
              <a:gd name="connsiteY0" fmla="*/ 966552 h 966552"/>
              <a:gd name="connsiteX1" fmla="*/ 215562 w 215562"/>
              <a:gd name="connsiteY1" fmla="*/ 966552 h 966552"/>
              <a:gd name="connsiteX2" fmla="*/ 215562 w 215562"/>
              <a:gd name="connsiteY2" fmla="*/ 0 h 96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562" h="966552">
                <a:moveTo>
                  <a:pt x="0" y="966552"/>
                </a:moveTo>
                <a:lnTo>
                  <a:pt x="215562" y="966552"/>
                </a:lnTo>
                <a:lnTo>
                  <a:pt x="215562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F905492B-5434-4B0C-4207-46F8098FDD30}"/>
              </a:ext>
            </a:extLst>
          </p:cNvPr>
          <p:cNvSpPr txBox="1"/>
          <p:nvPr/>
        </p:nvSpPr>
        <p:spPr>
          <a:xfrm>
            <a:off x="3088780" y="3074975"/>
            <a:ext cx="845103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Grid interconnector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03153AC-0789-D082-6B24-5D9F759575D1}"/>
              </a:ext>
            </a:extLst>
          </p:cNvPr>
          <p:cNvGrpSpPr/>
          <p:nvPr/>
        </p:nvGrpSpPr>
        <p:grpSpPr>
          <a:xfrm>
            <a:off x="827015" y="3339086"/>
            <a:ext cx="5207158" cy="3195729"/>
            <a:chOff x="827015" y="3453386"/>
            <a:chExt cx="5207158" cy="3195729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D0E63B0-C52B-B4F5-8F57-D077CF490A12}"/>
                </a:ext>
              </a:extLst>
            </p:cNvPr>
            <p:cNvSpPr/>
            <p:nvPr/>
          </p:nvSpPr>
          <p:spPr>
            <a:xfrm>
              <a:off x="828334" y="4135304"/>
              <a:ext cx="5202000" cy="21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CE694A3-4B6C-F4B3-873B-9F4F997D533C}"/>
                </a:ext>
              </a:extLst>
            </p:cNvPr>
            <p:cNvSpPr txBox="1"/>
            <p:nvPr/>
          </p:nvSpPr>
          <p:spPr>
            <a:xfrm>
              <a:off x="1811257" y="3453386"/>
              <a:ext cx="53572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Wind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7983CE75-A2C2-FCC8-B32D-C76141B546CE}"/>
                </a:ext>
              </a:extLst>
            </p:cNvPr>
            <p:cNvSpPr txBox="1"/>
            <p:nvPr/>
          </p:nvSpPr>
          <p:spPr>
            <a:xfrm>
              <a:off x="1127548" y="3522265"/>
              <a:ext cx="32573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92354036-A80A-4222-35FF-0AA9ABC6C969}"/>
                </a:ext>
              </a:extLst>
            </p:cNvPr>
            <p:cNvSpPr/>
            <p:nvPr/>
          </p:nvSpPr>
          <p:spPr>
            <a:xfrm>
              <a:off x="827015" y="6289115"/>
              <a:ext cx="52056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椭圆 345">
              <a:extLst>
                <a:ext uri="{FF2B5EF4-FFF2-40B4-BE49-F238E27FC236}">
                  <a16:creationId xmlns:a16="http://schemas.microsoft.com/office/drawing/2014/main" id="{8B343D73-8174-8F79-6F40-B8E5219FC545}"/>
                </a:ext>
              </a:extLst>
            </p:cNvPr>
            <p:cNvSpPr/>
            <p:nvPr/>
          </p:nvSpPr>
          <p:spPr>
            <a:xfrm>
              <a:off x="5839450" y="5121356"/>
              <a:ext cx="0" cy="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097705C-38FA-DE4F-3F69-161CEEFE74DB}"/>
                </a:ext>
              </a:extLst>
            </p:cNvPr>
            <p:cNvGrpSpPr/>
            <p:nvPr/>
          </p:nvGrpSpPr>
          <p:grpSpPr>
            <a:xfrm>
              <a:off x="827015" y="3873610"/>
              <a:ext cx="5207158" cy="360000"/>
              <a:chOff x="2128011" y="9358507"/>
              <a:chExt cx="7521451" cy="540000"/>
            </a:xfrm>
          </p:grpSpPr>
          <p:pic>
            <p:nvPicPr>
              <p:cNvPr id="7" name="图片 6" descr="矩形&#10;&#10;AI 生成的内容可能不正确。">
                <a:extLst>
                  <a:ext uri="{FF2B5EF4-FFF2-40B4-BE49-F238E27FC236}">
                    <a16:creationId xmlns:a16="http://schemas.microsoft.com/office/drawing/2014/main" id="{FDC9F289-5190-4AC5-21B5-CFEBB2D580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8011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4" name="图片 13" descr="矩形&#10;&#10;AI 生成的内容可能不正确。">
                <a:extLst>
                  <a:ext uri="{FF2B5EF4-FFF2-40B4-BE49-F238E27FC236}">
                    <a16:creationId xmlns:a16="http://schemas.microsoft.com/office/drawing/2014/main" id="{DADA47A7-316A-12ED-E481-743162A141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6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5" name="图片 14" descr="矩形&#10;&#10;AI 生成的内容可能不正确。">
                <a:extLst>
                  <a:ext uri="{FF2B5EF4-FFF2-40B4-BE49-F238E27FC236}">
                    <a16:creationId xmlns:a16="http://schemas.microsoft.com/office/drawing/2014/main" id="{A30D5243-CDBF-7575-F02D-8EF6AFC3BE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6" name="图片 15" descr="矩形&#10;&#10;AI 生成的内容可能不正确。">
                <a:extLst>
                  <a:ext uri="{FF2B5EF4-FFF2-40B4-BE49-F238E27FC236}">
                    <a16:creationId xmlns:a16="http://schemas.microsoft.com/office/drawing/2014/main" id="{302B48DF-E5ED-2C89-A62C-A1E9731083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3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7" name="图片 16" descr="矩形&#10;&#10;AI 生成的内容可能不正确。">
                <a:extLst>
                  <a:ext uri="{FF2B5EF4-FFF2-40B4-BE49-F238E27FC236}">
                    <a16:creationId xmlns:a16="http://schemas.microsoft.com/office/drawing/2014/main" id="{A16C6EF0-AF72-CB50-25D8-EAFB79F0CB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7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8" name="图片 17" descr="矩形&#10;&#10;AI 生成的内容可能不正确。">
                <a:extLst>
                  <a:ext uri="{FF2B5EF4-FFF2-40B4-BE49-F238E27FC236}">
                    <a16:creationId xmlns:a16="http://schemas.microsoft.com/office/drawing/2014/main" id="{B107E7ED-A1F1-FA39-5F7E-1B8B8E5EC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1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9" name="图片 18" descr="矩形&#10;&#10;AI 生成的内容可能不正确。">
                <a:extLst>
                  <a:ext uri="{FF2B5EF4-FFF2-40B4-BE49-F238E27FC236}">
                    <a16:creationId xmlns:a16="http://schemas.microsoft.com/office/drawing/2014/main" id="{14B725FA-0B3A-71FF-1BDF-E068E21AE0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5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0" name="图片 19" descr="矩形&#10;&#10;AI 生成的内容可能不正确。">
                <a:extLst>
                  <a:ext uri="{FF2B5EF4-FFF2-40B4-BE49-F238E27FC236}">
                    <a16:creationId xmlns:a16="http://schemas.microsoft.com/office/drawing/2014/main" id="{37F20884-70AA-8D5A-263E-FF5CD04111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1" name="图片 20" descr="矩形&#10;&#10;AI 生成的内容可能不正确。">
                <a:extLst>
                  <a:ext uri="{FF2B5EF4-FFF2-40B4-BE49-F238E27FC236}">
                    <a16:creationId xmlns:a16="http://schemas.microsoft.com/office/drawing/2014/main" id="{CE824EDD-C9D5-951E-80DD-DA5076008C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2" name="图片 21" descr="矩形&#10;&#10;AI 生成的内容可能不正确。">
                <a:extLst>
                  <a:ext uri="{FF2B5EF4-FFF2-40B4-BE49-F238E27FC236}">
                    <a16:creationId xmlns:a16="http://schemas.microsoft.com/office/drawing/2014/main" id="{52CCC7A4-C7F8-E5BA-47D1-FC6ECF233D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6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3" name="图片 22" descr="矩形&#10;&#10;AI 生成的内容可能不正确。">
                <a:extLst>
                  <a:ext uri="{FF2B5EF4-FFF2-40B4-BE49-F238E27FC236}">
                    <a16:creationId xmlns:a16="http://schemas.microsoft.com/office/drawing/2014/main" id="{00F4EF76-6490-6623-86B4-362AF3FF24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0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4" name="图片 23" descr="矩形&#10;&#10;AI 生成的内容可能不正确。">
                <a:extLst>
                  <a:ext uri="{FF2B5EF4-FFF2-40B4-BE49-F238E27FC236}">
                    <a16:creationId xmlns:a16="http://schemas.microsoft.com/office/drawing/2014/main" id="{96F252E6-D4BB-C072-C8A7-370CDBBC90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3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5" name="图片 24" descr="矩形&#10;&#10;AI 生成的内容可能不正确。">
                <a:extLst>
                  <a:ext uri="{FF2B5EF4-FFF2-40B4-BE49-F238E27FC236}">
                    <a16:creationId xmlns:a16="http://schemas.microsoft.com/office/drawing/2014/main" id="{AB83114A-BB54-5B7A-054B-3D201E2D20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7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7" name="图片 26" descr="矩形&#10;&#10;AI 生成的内容可能不正确。">
                <a:extLst>
                  <a:ext uri="{FF2B5EF4-FFF2-40B4-BE49-F238E27FC236}">
                    <a16:creationId xmlns:a16="http://schemas.microsoft.com/office/drawing/2014/main" id="{0714CAE5-9ABF-7F6A-9BC7-42BA1E58F4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09462" y="9358507"/>
                <a:ext cx="540000" cy="540000"/>
              </a:xfrm>
              <a:prstGeom prst="rect">
                <a:avLst/>
              </a:prstGeom>
            </p:spPr>
          </p:pic>
        </p:grpSp>
        <p:pic>
          <p:nvPicPr>
            <p:cNvPr id="37" name="图片 36" descr="文本&#10;&#10;AI 生成的内容可能不正确。">
              <a:extLst>
                <a:ext uri="{FF2B5EF4-FFF2-40B4-BE49-F238E27FC236}">
                  <a16:creationId xmlns:a16="http://schemas.microsoft.com/office/drawing/2014/main" id="{8F3EF108-B6FC-5E00-365D-07018D6DD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433" y="3667763"/>
              <a:ext cx="360000" cy="360000"/>
            </a:xfrm>
            <a:prstGeom prst="rect">
              <a:avLst/>
            </a:prstGeom>
          </p:spPr>
        </p:pic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F3A99C4C-01D5-27C5-9BA5-65388D8234A4}"/>
                </a:ext>
              </a:extLst>
            </p:cNvPr>
            <p:cNvCxnSpPr>
              <a:cxnSpLocks/>
              <a:stCxn id="37" idx="1"/>
              <a:endCxn id="162" idx="1"/>
            </p:cNvCxnSpPr>
            <p:nvPr/>
          </p:nvCxnSpPr>
          <p:spPr>
            <a:xfrm rot="10800000" flipH="1" flipV="1">
              <a:off x="1103432" y="3847762"/>
              <a:ext cx="74905" cy="2691445"/>
            </a:xfrm>
            <a:prstGeom prst="bentConnector3">
              <a:avLst>
                <a:gd name="adj1" fmla="val -251503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图片 44" descr="图标&#10;&#10;AI 生成的内容可能不正确。">
              <a:extLst>
                <a:ext uri="{FF2B5EF4-FFF2-40B4-BE49-F238E27FC236}">
                  <a16:creationId xmlns:a16="http://schemas.microsoft.com/office/drawing/2014/main" id="{C40F3037-E25A-CF5A-1C55-444CC5BDC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124" y="4421440"/>
              <a:ext cx="360000" cy="360000"/>
            </a:xfrm>
            <a:prstGeom prst="rect">
              <a:avLst/>
            </a:prstGeom>
          </p:spPr>
        </p:pic>
        <p:pic>
          <p:nvPicPr>
            <p:cNvPr id="47" name="图片 46" descr="黑暗的风车&#10;&#10;AI 生成的内容可能不正确。">
              <a:extLst>
                <a:ext uri="{FF2B5EF4-FFF2-40B4-BE49-F238E27FC236}">
                  <a16:creationId xmlns:a16="http://schemas.microsoft.com/office/drawing/2014/main" id="{3DC51D02-BAE3-6619-1EBE-95FE73955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1683705" y="3573736"/>
              <a:ext cx="432000" cy="452219"/>
            </a:xfrm>
            <a:prstGeom prst="rect">
              <a:avLst/>
            </a:prstGeom>
          </p:spPr>
        </p:pic>
        <p:pic>
          <p:nvPicPr>
            <p:cNvPr id="58" name="图片 57" descr="图标&#10;&#10;AI 生成的内容可能不正确。">
              <a:extLst>
                <a:ext uri="{FF2B5EF4-FFF2-40B4-BE49-F238E27FC236}">
                  <a16:creationId xmlns:a16="http://schemas.microsoft.com/office/drawing/2014/main" id="{385C52EC-EF33-4166-7DA8-6DF6AFDA4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7617" b="91602" l="9961" r="89844">
                          <a14:foregroundMark x1="35547" y1="91602" x2="79688" y2="91016"/>
                          <a14:foregroundMark x1="34375" y1="8203" x2="41992" y2="76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3587391" y="4102033"/>
              <a:ext cx="448615" cy="448615"/>
            </a:xfrm>
            <a:prstGeom prst="rect">
              <a:avLst/>
            </a:prstGeom>
          </p:spPr>
        </p:pic>
        <p:pic>
          <p:nvPicPr>
            <p:cNvPr id="62" name="图片 61" descr="建筑的设计&#10;&#10;AI 生成的内容可能不正确。">
              <a:extLst>
                <a:ext uri="{FF2B5EF4-FFF2-40B4-BE49-F238E27FC236}">
                  <a16:creationId xmlns:a16="http://schemas.microsoft.com/office/drawing/2014/main" id="{B2D4A16E-E4A3-52F7-35FE-24893B509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6380" y="4959120"/>
              <a:ext cx="360000" cy="360000"/>
            </a:xfrm>
            <a:prstGeom prst="rect">
              <a:avLst/>
            </a:prstGeom>
          </p:spPr>
        </p:pic>
        <p:pic>
          <p:nvPicPr>
            <p:cNvPr id="67" name="图片 66" descr="图标&#10;&#10;AI 生成的内容可能不正确。">
              <a:extLst>
                <a:ext uri="{FF2B5EF4-FFF2-40B4-BE49-F238E27FC236}">
                  <a16:creationId xmlns:a16="http://schemas.microsoft.com/office/drawing/2014/main" id="{B57795F6-B9FC-320F-85F5-9919AC8C6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2913" y="4997265"/>
              <a:ext cx="288000" cy="288000"/>
            </a:xfrm>
            <a:prstGeom prst="rect">
              <a:avLst/>
            </a:prstGeom>
          </p:spPr>
        </p:pic>
        <p:pic>
          <p:nvPicPr>
            <p:cNvPr id="77" name="图片 76" descr="图标&#10;&#10;AI 生成的内容可能不正确。">
              <a:extLst>
                <a:ext uri="{FF2B5EF4-FFF2-40B4-BE49-F238E27FC236}">
                  <a16:creationId xmlns:a16="http://schemas.microsoft.com/office/drawing/2014/main" id="{0A899508-8DE1-F3BE-55F5-FBED0DC8C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17" t="19121" r="7765" b="19638"/>
            <a:stretch>
              <a:fillRect/>
            </a:stretch>
          </p:blipFill>
          <p:spPr>
            <a:xfrm>
              <a:off x="3575187" y="4220166"/>
              <a:ext cx="448615" cy="335789"/>
            </a:xfrm>
            <a:prstGeom prst="rect">
              <a:avLst/>
            </a:prstGeom>
          </p:spPr>
        </p:pic>
        <p:pic>
          <p:nvPicPr>
            <p:cNvPr id="79" name="图片 78" descr="图标&#10;&#10;AI 生成的内容可能不正确。">
              <a:extLst>
                <a:ext uri="{FF2B5EF4-FFF2-40B4-BE49-F238E27FC236}">
                  <a16:creationId xmlns:a16="http://schemas.microsoft.com/office/drawing/2014/main" id="{4BADB816-4824-586A-6821-D89450C73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8098" y="5340917"/>
              <a:ext cx="180000" cy="180000"/>
            </a:xfrm>
            <a:prstGeom prst="rect">
              <a:avLst/>
            </a:prstGeom>
          </p:spPr>
        </p:pic>
        <p:pic>
          <p:nvPicPr>
            <p:cNvPr id="101" name="图片 100" descr="图标&#10;&#10;AI 生成的内容可能不正确。">
              <a:extLst>
                <a:ext uri="{FF2B5EF4-FFF2-40B4-BE49-F238E27FC236}">
                  <a16:creationId xmlns:a16="http://schemas.microsoft.com/office/drawing/2014/main" id="{8FFB2A31-11D4-37A5-379C-8E5BC6A02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9328" y="5727046"/>
              <a:ext cx="252000" cy="252000"/>
            </a:xfrm>
            <a:prstGeom prst="rect">
              <a:avLst/>
            </a:prstGeom>
          </p:spPr>
        </p:pic>
        <p:pic>
          <p:nvPicPr>
            <p:cNvPr id="104" name="图片 103" descr="图标&#10;&#10;AI 生成的内容可能不正确。">
              <a:extLst>
                <a:ext uri="{FF2B5EF4-FFF2-40B4-BE49-F238E27FC236}">
                  <a16:creationId xmlns:a16="http://schemas.microsoft.com/office/drawing/2014/main" id="{AFCBB4CA-0D2E-DADD-EC03-B2C880C37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3570" y="6027223"/>
              <a:ext cx="216000" cy="216000"/>
            </a:xfrm>
            <a:prstGeom prst="rect">
              <a:avLst/>
            </a:prstGeom>
          </p:spPr>
        </p:pic>
        <p:pic>
          <p:nvPicPr>
            <p:cNvPr id="108" name="图片 107" descr="图标&#10;&#10;AI 生成的内容可能不正确。">
              <a:extLst>
                <a:ext uri="{FF2B5EF4-FFF2-40B4-BE49-F238E27FC236}">
                  <a16:creationId xmlns:a16="http://schemas.microsoft.com/office/drawing/2014/main" id="{6968AE0D-B4E9-5867-078B-C004AABD0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8110" y="5710098"/>
              <a:ext cx="288000" cy="288000"/>
            </a:xfrm>
            <a:prstGeom prst="rect">
              <a:avLst/>
            </a:prstGeom>
          </p:spPr>
        </p:pic>
        <p:pic>
          <p:nvPicPr>
            <p:cNvPr id="129" name="图片 128" descr="徽标&#10;&#10;AI 生成的内容可能不正确。">
              <a:extLst>
                <a:ext uri="{FF2B5EF4-FFF2-40B4-BE49-F238E27FC236}">
                  <a16:creationId xmlns:a16="http://schemas.microsoft.com/office/drawing/2014/main" id="{94CDC6B5-FCE5-E5B7-9D90-A25BB0AFE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4056" y="5709027"/>
              <a:ext cx="288000" cy="288000"/>
            </a:xfrm>
            <a:prstGeom prst="rect">
              <a:avLst/>
            </a:prstGeom>
          </p:spPr>
        </p:pic>
        <p:pic>
          <p:nvPicPr>
            <p:cNvPr id="138" name="图片 137" descr="图标&#10;&#10;AI 生成的内容可能不正确。">
              <a:extLst>
                <a:ext uri="{FF2B5EF4-FFF2-40B4-BE49-F238E27FC236}">
                  <a16:creationId xmlns:a16="http://schemas.microsoft.com/office/drawing/2014/main" id="{62828FE4-CF0F-386A-FCF4-78CB9EC7B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0941" y="5323247"/>
              <a:ext cx="216000" cy="216000"/>
            </a:xfrm>
            <a:prstGeom prst="rect">
              <a:avLst/>
            </a:prstGeom>
          </p:spPr>
        </p:pic>
        <p:pic>
          <p:nvPicPr>
            <p:cNvPr id="141" name="图片 140" descr="图标&#10;&#10;AI 生成的内容可能不正确。">
              <a:extLst>
                <a:ext uri="{FF2B5EF4-FFF2-40B4-BE49-F238E27FC236}">
                  <a16:creationId xmlns:a16="http://schemas.microsoft.com/office/drawing/2014/main" id="{2385B9E1-CD2C-2084-2E73-66E48171D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352" y="4227479"/>
              <a:ext cx="324000" cy="324000"/>
            </a:xfrm>
            <a:prstGeom prst="rect">
              <a:avLst/>
            </a:prstGeom>
          </p:spPr>
        </p:pic>
        <p:sp>
          <p:nvSpPr>
            <p:cNvPr id="156" name="圆柱体 155">
              <a:extLst>
                <a:ext uri="{FF2B5EF4-FFF2-40B4-BE49-F238E27FC236}">
                  <a16:creationId xmlns:a16="http://schemas.microsoft.com/office/drawing/2014/main" id="{A95D5D89-53E5-0F3E-C34F-9D33CF3D2B4A}"/>
                </a:ext>
              </a:extLst>
            </p:cNvPr>
            <p:cNvSpPr/>
            <p:nvPr/>
          </p:nvSpPr>
          <p:spPr>
            <a:xfrm rot="16200000">
              <a:off x="3387458" y="4361499"/>
              <a:ext cx="36000" cy="4356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583AA337-A39B-63F5-F995-773D9E8153EB}"/>
                </a:ext>
              </a:extLst>
            </p:cNvPr>
            <p:cNvSpPr txBox="1"/>
            <p:nvPr/>
          </p:nvSpPr>
          <p:spPr>
            <a:xfrm>
              <a:off x="2327432" y="6320857"/>
              <a:ext cx="61747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Gas network</a:t>
              </a:r>
              <a:endParaRPr lang="en-GB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圆柱体 157">
              <a:extLst>
                <a:ext uri="{FF2B5EF4-FFF2-40B4-BE49-F238E27FC236}">
                  <a16:creationId xmlns:a16="http://schemas.microsoft.com/office/drawing/2014/main" id="{AF6EFAF6-812A-9F09-3F9E-7E8B294D8FC9}"/>
                </a:ext>
              </a:extLst>
            </p:cNvPr>
            <p:cNvSpPr/>
            <p:nvPr/>
          </p:nvSpPr>
          <p:spPr>
            <a:xfrm>
              <a:off x="1197457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5F4AB50C-35B8-35CB-C723-3DCB1CF61D61}"/>
                </a:ext>
              </a:extLst>
            </p:cNvPr>
            <p:cNvSpPr/>
            <p:nvPr/>
          </p:nvSpPr>
          <p:spPr>
            <a:xfrm>
              <a:off x="1178338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176" name="直接箭头连接符 101">
              <a:extLst>
                <a:ext uri="{FF2B5EF4-FFF2-40B4-BE49-F238E27FC236}">
                  <a16:creationId xmlns:a16="http://schemas.microsoft.com/office/drawing/2014/main" id="{02D40967-82EF-3CD0-C0B1-5DEA967CA21B}"/>
                </a:ext>
              </a:extLst>
            </p:cNvPr>
            <p:cNvCxnSpPr>
              <a:cxnSpLocks/>
            </p:cNvCxnSpPr>
            <p:nvPr/>
          </p:nvCxnSpPr>
          <p:spPr>
            <a:xfrm>
              <a:off x="914487" y="4601440"/>
              <a:ext cx="162000" cy="0"/>
            </a:xfrm>
            <a:prstGeom prst="straightConnector1">
              <a:avLst/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16">
              <a:extLst>
                <a:ext uri="{FF2B5EF4-FFF2-40B4-BE49-F238E27FC236}">
                  <a16:creationId xmlns:a16="http://schemas.microsoft.com/office/drawing/2014/main" id="{8D079CE0-CBB0-999B-03B1-5B377495F0D7}"/>
                </a:ext>
              </a:extLst>
            </p:cNvPr>
            <p:cNvCxnSpPr>
              <a:cxnSpLocks/>
              <a:stCxn id="141" idx="1"/>
              <a:endCxn id="77" idx="3"/>
            </p:cNvCxnSpPr>
            <p:nvPr/>
          </p:nvCxnSpPr>
          <p:spPr>
            <a:xfrm flipH="1" flipV="1">
              <a:off x="4023802" y="4388061"/>
              <a:ext cx="279550" cy="1418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F2EEB9FD-FE9B-2297-66B6-471AEA3F06FF}"/>
                </a:ext>
              </a:extLst>
            </p:cNvPr>
            <p:cNvCxnSpPr>
              <a:cxnSpLocks/>
              <a:stCxn id="5" idx="3"/>
              <a:endCxn id="62" idx="1"/>
            </p:cNvCxnSpPr>
            <p:nvPr/>
          </p:nvCxnSpPr>
          <p:spPr>
            <a:xfrm>
              <a:off x="1436124" y="5139120"/>
              <a:ext cx="1430256" cy="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0" name="图片 229" descr="图标&#10;&#10;AI 生成的内容可能不正确。">
              <a:extLst>
                <a:ext uri="{FF2B5EF4-FFF2-40B4-BE49-F238E27FC236}">
                  <a16:creationId xmlns:a16="http://schemas.microsoft.com/office/drawing/2014/main" id="{9DAF87EA-DEF5-C342-173E-9074E96A9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0759" y="5340917"/>
              <a:ext cx="180000" cy="180000"/>
            </a:xfrm>
            <a:prstGeom prst="rect">
              <a:avLst/>
            </a:prstGeom>
          </p:spPr>
        </p:pic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A54BA5AC-3193-D51F-C6EA-ED76B24DFE02}"/>
                </a:ext>
              </a:extLst>
            </p:cNvPr>
            <p:cNvSpPr txBox="1"/>
            <p:nvPr/>
          </p:nvSpPr>
          <p:spPr>
            <a:xfrm>
              <a:off x="2984745" y="5284946"/>
              <a:ext cx="69602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Power network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27C9AFF9-73BA-8403-70D0-E20B6754B444}"/>
                </a:ext>
              </a:extLst>
            </p:cNvPr>
            <p:cNvCxnSpPr>
              <a:cxnSpLocks/>
              <a:stCxn id="62" idx="3"/>
              <a:endCxn id="67" idx="1"/>
            </p:cNvCxnSpPr>
            <p:nvPr/>
          </p:nvCxnSpPr>
          <p:spPr>
            <a:xfrm>
              <a:off x="3226380" y="5139120"/>
              <a:ext cx="206533" cy="214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581A2651-22AE-A32B-D3DD-2C880995C542}"/>
                </a:ext>
              </a:extLst>
            </p:cNvPr>
            <p:cNvSpPr txBox="1"/>
            <p:nvPr/>
          </p:nvSpPr>
          <p:spPr>
            <a:xfrm>
              <a:off x="2752561" y="5760694"/>
              <a:ext cx="59432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sz="500">
                  <a:latin typeface="Arial" panose="020B0604020202020204" pitchFamily="34" charset="0"/>
                  <a:cs typeface="Arial" panose="020B0604020202020204" pitchFamily="34" charset="0"/>
                </a:rPr>
                <a:t>2 </a:t>
              </a:r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Storage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37644D1D-A2E0-5088-92BE-F3E0C9D667F0}"/>
                </a:ext>
              </a:extLst>
            </p:cNvPr>
            <p:cNvCxnSpPr>
              <a:cxnSpLocks/>
              <a:stCxn id="45" idx="3"/>
              <a:endCxn id="10" idx="3"/>
            </p:cNvCxnSpPr>
            <p:nvPr/>
          </p:nvCxnSpPr>
          <p:spPr>
            <a:xfrm flipH="1">
              <a:off x="1434367" y="4601440"/>
              <a:ext cx="1757" cy="1093657"/>
            </a:xfrm>
            <a:prstGeom prst="bentConnector3">
              <a:avLst>
                <a:gd name="adj1" fmla="val -10636255"/>
              </a:avLst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标&#10;&#10;AI 生成的内容可能不正确。">
              <a:extLst>
                <a:ext uri="{FF2B5EF4-FFF2-40B4-BE49-F238E27FC236}">
                  <a16:creationId xmlns:a16="http://schemas.microsoft.com/office/drawing/2014/main" id="{FC8A7D7B-7F4E-C4D1-03D9-2311E0A06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126830" y="4561767"/>
              <a:ext cx="360000" cy="198582"/>
            </a:xfrm>
            <a:prstGeom prst="rect">
              <a:avLst/>
            </a:prstGeom>
          </p:spPr>
        </p:pic>
        <p:pic>
          <p:nvPicPr>
            <p:cNvPr id="59" name="图片 58" descr="图标&#10;&#10;AI 生成的内容可能不正确。">
              <a:extLst>
                <a:ext uri="{FF2B5EF4-FFF2-40B4-BE49-F238E27FC236}">
                  <a16:creationId xmlns:a16="http://schemas.microsoft.com/office/drawing/2014/main" id="{C1D11E0E-F98E-4C05-4377-D6991FA20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0759" y="5341031"/>
              <a:ext cx="180000" cy="180000"/>
            </a:xfrm>
            <a:prstGeom prst="rect">
              <a:avLst/>
            </a:prstGeom>
          </p:spPr>
        </p:pic>
        <p:pic>
          <p:nvPicPr>
            <p:cNvPr id="85" name="图片 84" descr="图片包含 形状&#10;&#10;AI 生成的内容可能不正确。">
              <a:extLst>
                <a:ext uri="{FF2B5EF4-FFF2-40B4-BE49-F238E27FC236}">
                  <a16:creationId xmlns:a16="http://schemas.microsoft.com/office/drawing/2014/main" id="{06726ECD-54B5-4638-7719-40D732AA6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7440" y="5797366"/>
              <a:ext cx="288000" cy="288000"/>
            </a:xfrm>
            <a:prstGeom prst="rect">
              <a:avLst/>
            </a:prstGeom>
          </p:spPr>
        </p:pic>
        <p:cxnSp>
          <p:nvCxnSpPr>
            <p:cNvPr id="86" name="直接箭头连接符 49">
              <a:extLst>
                <a:ext uri="{FF2B5EF4-FFF2-40B4-BE49-F238E27FC236}">
                  <a16:creationId xmlns:a16="http://schemas.microsoft.com/office/drawing/2014/main" id="{3AD8E96A-83C3-F251-350C-DCC09A37BD48}"/>
                </a:ext>
              </a:extLst>
            </p:cNvPr>
            <p:cNvCxnSpPr>
              <a:cxnSpLocks/>
              <a:stCxn id="47" idx="2"/>
              <a:endCxn id="85" idx="0"/>
            </p:cNvCxnSpPr>
            <p:nvPr/>
          </p:nvCxnSpPr>
          <p:spPr>
            <a:xfrm>
              <a:off x="1899705" y="4025955"/>
              <a:ext cx="1735" cy="177141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6" name="图片 95" descr="图标&#10;&#10;AI 生成的内容可能不正确。">
              <a:extLst>
                <a:ext uri="{FF2B5EF4-FFF2-40B4-BE49-F238E27FC236}">
                  <a16:creationId xmlns:a16="http://schemas.microsoft.com/office/drawing/2014/main" id="{84318C8A-71B3-0F27-F629-D4A98E55A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481825" y="4561767"/>
              <a:ext cx="360000" cy="198582"/>
            </a:xfrm>
            <a:prstGeom prst="rect">
              <a:avLst/>
            </a:prstGeom>
          </p:spPr>
        </p:pic>
        <p:cxnSp>
          <p:nvCxnSpPr>
            <p:cNvPr id="98" name="直接箭头连接符 49">
              <a:extLst>
                <a:ext uri="{FF2B5EF4-FFF2-40B4-BE49-F238E27FC236}">
                  <a16:creationId xmlns:a16="http://schemas.microsoft.com/office/drawing/2014/main" id="{023323FE-8C3A-B781-1D73-36E84AE8CA0B}"/>
                </a:ext>
              </a:extLst>
            </p:cNvPr>
            <p:cNvCxnSpPr>
              <a:cxnSpLocks/>
              <a:stCxn id="77" idx="1"/>
            </p:cNvCxnSpPr>
            <p:nvPr/>
          </p:nvCxnSpPr>
          <p:spPr>
            <a:xfrm flipH="1" flipV="1">
              <a:off x="1904055" y="4381756"/>
              <a:ext cx="1671132" cy="630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6">
              <a:extLst>
                <a:ext uri="{FF2B5EF4-FFF2-40B4-BE49-F238E27FC236}">
                  <a16:creationId xmlns:a16="http://schemas.microsoft.com/office/drawing/2014/main" id="{69EC2B75-3EED-54C7-6DB0-D7DF735467DF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>
              <a:off x="2450759" y="5139120"/>
              <a:ext cx="0" cy="20191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圆柱体 139">
              <a:extLst>
                <a:ext uri="{FF2B5EF4-FFF2-40B4-BE49-F238E27FC236}">
                  <a16:creationId xmlns:a16="http://schemas.microsoft.com/office/drawing/2014/main" id="{51F6AB85-99AB-DCE7-72AD-79CA116C4941}"/>
                </a:ext>
              </a:extLst>
            </p:cNvPr>
            <p:cNvSpPr/>
            <p:nvPr/>
          </p:nvSpPr>
          <p:spPr>
            <a:xfrm>
              <a:off x="2226885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153E7E6E-03EB-BF3F-2050-A809B7FC4781}"/>
                </a:ext>
              </a:extLst>
            </p:cNvPr>
            <p:cNvSpPr/>
            <p:nvPr/>
          </p:nvSpPr>
          <p:spPr>
            <a:xfrm>
              <a:off x="2207766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43" name="圆柱体 142">
              <a:extLst>
                <a:ext uri="{FF2B5EF4-FFF2-40B4-BE49-F238E27FC236}">
                  <a16:creationId xmlns:a16="http://schemas.microsoft.com/office/drawing/2014/main" id="{3802EC3F-0878-9CFD-C2CB-D09A4F3405FB}"/>
                </a:ext>
              </a:extLst>
            </p:cNvPr>
            <p:cNvSpPr/>
            <p:nvPr/>
          </p:nvSpPr>
          <p:spPr>
            <a:xfrm>
              <a:off x="3027268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390C54D9-50F9-4C80-79D7-BBAF36132A7C}"/>
                </a:ext>
              </a:extLst>
            </p:cNvPr>
            <p:cNvSpPr/>
            <p:nvPr/>
          </p:nvSpPr>
          <p:spPr>
            <a:xfrm>
              <a:off x="3008149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28DD47A2-CC8E-91EB-8DE0-AD61351BA2EB}"/>
                </a:ext>
              </a:extLst>
            </p:cNvPr>
            <p:cNvCxnSpPr>
              <a:cxnSpLocks/>
              <a:stCxn id="171" idx="0"/>
              <a:endCxn id="101" idx="2"/>
            </p:cNvCxnSpPr>
            <p:nvPr/>
          </p:nvCxnSpPr>
          <p:spPr>
            <a:xfrm flipV="1">
              <a:off x="3384847" y="5979046"/>
              <a:ext cx="481" cy="293418"/>
            </a:xfrm>
            <a:prstGeom prst="straightConnector1">
              <a:avLst/>
            </a:prstGeom>
            <a:ln w="6350" cap="rnd">
              <a:solidFill>
                <a:schemeClr val="accent3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ECA1C242-9E80-98AD-25C0-260ABFD7CB67}"/>
                </a:ext>
              </a:extLst>
            </p:cNvPr>
            <p:cNvCxnSpPr>
              <a:cxnSpLocks/>
              <a:stCxn id="101" idx="3"/>
              <a:endCxn id="108" idx="1"/>
            </p:cNvCxnSpPr>
            <p:nvPr/>
          </p:nvCxnSpPr>
          <p:spPr>
            <a:xfrm>
              <a:off x="3511328" y="5853046"/>
              <a:ext cx="316782" cy="1052"/>
            </a:xfrm>
            <a:prstGeom prst="straightConnector1">
              <a:avLst/>
            </a:prstGeom>
            <a:ln w="6350" cap="rnd">
              <a:solidFill>
                <a:schemeClr val="accent3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9" name="图片 168" descr="图标&#10;&#10;AI 生成的内容可能不正确。">
              <a:extLst>
                <a:ext uri="{FF2B5EF4-FFF2-40B4-BE49-F238E27FC236}">
                  <a16:creationId xmlns:a16="http://schemas.microsoft.com/office/drawing/2014/main" id="{C990184A-23F1-D7D9-EDC5-DE2DEAA85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440" y="6275521"/>
              <a:ext cx="324000" cy="324000"/>
            </a:xfrm>
            <a:prstGeom prst="rect">
              <a:avLst/>
            </a:prstGeom>
          </p:spPr>
        </p:pic>
        <p:pic>
          <p:nvPicPr>
            <p:cNvPr id="171" name="图片 170" descr="图标&#10;&#10;AI 生成的内容可能不正确。">
              <a:extLst>
                <a:ext uri="{FF2B5EF4-FFF2-40B4-BE49-F238E27FC236}">
                  <a16:creationId xmlns:a16="http://schemas.microsoft.com/office/drawing/2014/main" id="{76056AC6-94A6-AA78-739D-F9CBAAC23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2847" y="6272464"/>
              <a:ext cx="324000" cy="324000"/>
            </a:xfrm>
            <a:prstGeom prst="rect">
              <a:avLst/>
            </a:prstGeom>
          </p:spPr>
        </p:pic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A7AA8867-7A05-A4DE-A6CE-89FF252D6861}"/>
                </a:ext>
              </a:extLst>
            </p:cNvPr>
            <p:cNvCxnSpPr>
              <a:cxnSpLocks/>
              <a:stCxn id="108" idx="3"/>
              <a:endCxn id="129" idx="1"/>
            </p:cNvCxnSpPr>
            <p:nvPr/>
          </p:nvCxnSpPr>
          <p:spPr>
            <a:xfrm flipV="1">
              <a:off x="4116110" y="5853027"/>
              <a:ext cx="407946" cy="1071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36119BEB-E7A6-7826-BF23-96CABCFA2A1A}"/>
                </a:ext>
              </a:extLst>
            </p:cNvPr>
            <p:cNvSpPr txBox="1"/>
            <p:nvPr/>
          </p:nvSpPr>
          <p:spPr>
            <a:xfrm>
              <a:off x="2224854" y="4405454"/>
              <a:ext cx="54053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Solar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074BA85A-5936-61BC-1DC2-FF21684A7B7E}"/>
                </a:ext>
              </a:extLst>
            </p:cNvPr>
            <p:cNvCxnSpPr>
              <a:cxnSpLocks/>
              <a:stCxn id="138" idx="2"/>
              <a:endCxn id="129" idx="0"/>
            </p:cNvCxnSpPr>
            <p:nvPr/>
          </p:nvCxnSpPr>
          <p:spPr>
            <a:xfrm flipH="1">
              <a:off x="4668056" y="5539247"/>
              <a:ext cx="885" cy="169780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EDA66DA4-87F0-86CF-4D3C-CE7F610D20C5}"/>
                </a:ext>
              </a:extLst>
            </p:cNvPr>
            <p:cNvCxnSpPr>
              <a:cxnSpLocks/>
              <a:endCxn id="138" idx="0"/>
            </p:cNvCxnSpPr>
            <p:nvPr/>
          </p:nvCxnSpPr>
          <p:spPr>
            <a:xfrm>
              <a:off x="4668941" y="5139120"/>
              <a:ext cx="0" cy="184127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箭头连接符 116">
              <a:extLst>
                <a:ext uri="{FF2B5EF4-FFF2-40B4-BE49-F238E27FC236}">
                  <a16:creationId xmlns:a16="http://schemas.microsoft.com/office/drawing/2014/main" id="{1FAF5F11-572F-5D56-D777-46D26131D93C}"/>
                </a:ext>
              </a:extLst>
            </p:cNvPr>
            <p:cNvCxnSpPr>
              <a:cxnSpLocks/>
              <a:endCxn id="104" idx="0"/>
            </p:cNvCxnSpPr>
            <p:nvPr/>
          </p:nvCxnSpPr>
          <p:spPr>
            <a:xfrm>
              <a:off x="5231570" y="5853027"/>
              <a:ext cx="0" cy="174196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圆柱体 245">
              <a:extLst>
                <a:ext uri="{FF2B5EF4-FFF2-40B4-BE49-F238E27FC236}">
                  <a16:creationId xmlns:a16="http://schemas.microsoft.com/office/drawing/2014/main" id="{0B701FFC-F500-B73E-A26B-9D8D034DD5EB}"/>
                </a:ext>
              </a:extLst>
            </p:cNvPr>
            <p:cNvSpPr/>
            <p:nvPr/>
          </p:nvSpPr>
          <p:spPr>
            <a:xfrm>
              <a:off x="5254000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7" name="矩形: 圆角 246">
              <a:extLst>
                <a:ext uri="{FF2B5EF4-FFF2-40B4-BE49-F238E27FC236}">
                  <a16:creationId xmlns:a16="http://schemas.microsoft.com/office/drawing/2014/main" id="{328C4E0A-827D-B310-AE21-F5DB34FA8954}"/>
                </a:ext>
              </a:extLst>
            </p:cNvPr>
            <p:cNvSpPr/>
            <p:nvPr/>
          </p:nvSpPr>
          <p:spPr>
            <a:xfrm>
              <a:off x="5234881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8" name="圆柱体 247">
              <a:extLst>
                <a:ext uri="{FF2B5EF4-FFF2-40B4-BE49-F238E27FC236}">
                  <a16:creationId xmlns:a16="http://schemas.microsoft.com/office/drawing/2014/main" id="{741A8FF7-C8C3-B7EE-33DC-6EC836C641BE}"/>
                </a:ext>
              </a:extLst>
            </p:cNvPr>
            <p:cNvSpPr/>
            <p:nvPr/>
          </p:nvSpPr>
          <p:spPr>
            <a:xfrm>
              <a:off x="5570204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9" name="矩形: 圆角 248">
              <a:extLst>
                <a:ext uri="{FF2B5EF4-FFF2-40B4-BE49-F238E27FC236}">
                  <a16:creationId xmlns:a16="http://schemas.microsoft.com/office/drawing/2014/main" id="{5D90B045-3EB2-57EF-7F7E-AC4481AA13CF}"/>
                </a:ext>
              </a:extLst>
            </p:cNvPr>
            <p:cNvSpPr/>
            <p:nvPr/>
          </p:nvSpPr>
          <p:spPr>
            <a:xfrm>
              <a:off x="5551085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7353176-EEBB-0079-8D78-948C648C5FB0}"/>
                </a:ext>
              </a:extLst>
            </p:cNvPr>
            <p:cNvSpPr txBox="1"/>
            <p:nvPr/>
          </p:nvSpPr>
          <p:spPr>
            <a:xfrm>
              <a:off x="2898611" y="3528219"/>
              <a:ext cx="576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Interconnector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图片 5" descr="图标&#10;&#10;AI 生成的内容可能不正确。">
              <a:extLst>
                <a:ext uri="{FF2B5EF4-FFF2-40B4-BE49-F238E27FC236}">
                  <a16:creationId xmlns:a16="http://schemas.microsoft.com/office/drawing/2014/main" id="{7D86E1F5-48B8-D38E-AD45-6A1860CA8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1292" y="3697508"/>
              <a:ext cx="288000" cy="28800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7FC2F7D-6B93-0171-D581-3BAD78BEAC62}"/>
                </a:ext>
              </a:extLst>
            </p:cNvPr>
            <p:cNvSpPr txBox="1"/>
            <p:nvPr/>
          </p:nvSpPr>
          <p:spPr>
            <a:xfrm>
              <a:off x="910722" y="4765637"/>
              <a:ext cx="684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Clean natural 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784DCBF-4F17-6680-ADE2-2A0E3201A211}"/>
                </a:ext>
              </a:extLst>
            </p:cNvPr>
            <p:cNvSpPr txBox="1"/>
            <p:nvPr/>
          </p:nvSpPr>
          <p:spPr>
            <a:xfrm>
              <a:off x="3577752" y="4566001"/>
              <a:ext cx="504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Hydropower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EA38607-2146-569E-D88F-92D3B154060C}"/>
                </a:ext>
              </a:extLst>
            </p:cNvPr>
            <p:cNvSpPr txBox="1"/>
            <p:nvPr/>
          </p:nvSpPr>
          <p:spPr>
            <a:xfrm>
              <a:off x="2148981" y="5521136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Battery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69A940C-D172-86E7-F122-C5AD3DD7682F}"/>
                </a:ext>
              </a:extLst>
            </p:cNvPr>
            <p:cNvSpPr txBox="1"/>
            <p:nvPr/>
          </p:nvSpPr>
          <p:spPr>
            <a:xfrm>
              <a:off x="2079118" y="5873081"/>
              <a:ext cx="468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Power-to-X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009C3D74-CADF-6164-5CD9-964AB1C69311}"/>
                </a:ext>
              </a:extLst>
            </p:cNvPr>
            <p:cNvSpPr txBox="1"/>
            <p:nvPr/>
          </p:nvSpPr>
          <p:spPr>
            <a:xfrm>
              <a:off x="4179491" y="4555011"/>
              <a:ext cx="576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Pumped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hydro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4A37F57-EC41-D319-1663-DEE6E47B2595}"/>
                </a:ext>
              </a:extLst>
            </p:cNvPr>
            <p:cNvSpPr txBox="1"/>
            <p:nvPr/>
          </p:nvSpPr>
          <p:spPr>
            <a:xfrm>
              <a:off x="3700654" y="6024683"/>
              <a:ext cx="612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Combined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heat and power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7742186-957F-9157-1378-8599A8B5CB63}"/>
                </a:ext>
              </a:extLst>
            </p:cNvPr>
            <p:cNvSpPr txBox="1"/>
            <p:nvPr/>
          </p:nvSpPr>
          <p:spPr>
            <a:xfrm>
              <a:off x="4364414" y="5993716"/>
              <a:ext cx="596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District heat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CA8F9B7-D266-C7E5-09CB-F141A40513FD}"/>
                </a:ext>
              </a:extLst>
            </p:cNvPr>
            <p:cNvSpPr txBox="1"/>
            <p:nvPr/>
          </p:nvSpPr>
          <p:spPr>
            <a:xfrm>
              <a:off x="4092312" y="5324570"/>
              <a:ext cx="58372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Heat pump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4A57F039-98E8-D555-A102-A3855A72ECA4}"/>
                </a:ext>
              </a:extLst>
            </p:cNvPr>
            <p:cNvCxnSpPr>
              <a:cxnSpLocks/>
              <a:stCxn id="108" idx="0"/>
            </p:cNvCxnSpPr>
            <p:nvPr/>
          </p:nvCxnSpPr>
          <p:spPr>
            <a:xfrm flipV="1">
              <a:off x="3972110" y="5141229"/>
              <a:ext cx="0" cy="568869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D783CF54-6039-5DB6-BFED-2C71EA0880A6}"/>
                </a:ext>
              </a:extLst>
            </p:cNvPr>
            <p:cNvSpPr/>
            <p:nvPr/>
          </p:nvSpPr>
          <p:spPr>
            <a:xfrm>
              <a:off x="5092435" y="4491593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7AC2BCA8-1CD5-7691-6592-27C8A1D46AFC}"/>
                </a:ext>
              </a:extLst>
            </p:cNvPr>
            <p:cNvCxnSpPr>
              <a:cxnSpLocks/>
              <a:stCxn id="52" idx="1"/>
              <a:endCxn id="52" idx="3"/>
            </p:cNvCxnSpPr>
            <p:nvPr/>
          </p:nvCxnSpPr>
          <p:spPr>
            <a:xfrm>
              <a:off x="5092435" y="4527593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图片 55" descr="图标&#10;&#10;AI 生成的内容可能不正确。">
              <a:extLst>
                <a:ext uri="{FF2B5EF4-FFF2-40B4-BE49-F238E27FC236}">
                  <a16:creationId xmlns:a16="http://schemas.microsoft.com/office/drawing/2014/main" id="{211AB5E8-FB20-00DD-BE4D-9DE407C22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699583" y="4351417"/>
              <a:ext cx="216000" cy="145046"/>
            </a:xfrm>
            <a:prstGeom prst="rect">
              <a:avLst/>
            </a:prstGeom>
          </p:spPr>
        </p:pic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EBFD8C21-356C-B38B-0245-720E349A8BF3}"/>
                </a:ext>
              </a:extLst>
            </p:cNvPr>
            <p:cNvSpPr txBox="1"/>
            <p:nvPr/>
          </p:nvSpPr>
          <p:spPr>
            <a:xfrm>
              <a:off x="5280265" y="4171225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Smart charging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8" name="图片 67" descr="图标&#10;&#10;AI 生成的内容可能不正确。">
              <a:extLst>
                <a:ext uri="{FF2B5EF4-FFF2-40B4-BE49-F238E27FC236}">
                  <a16:creationId xmlns:a16="http://schemas.microsoft.com/office/drawing/2014/main" id="{3E7FC046-3CE1-3804-2B31-BC0F87D9A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BEBA8EAE-BF5A-486C-A8C5-ECC9F3942E4B}">
                  <a14:imgProps xmlns:a14="http://schemas.microsoft.com/office/drawing/2010/main">
                    <a14:imgLayer r:embed="rId32">
                      <a14:imgEffect>
                        <a14:backgroundRemoval t="9961" b="89844" l="7422" r="91992">
                          <a14:foregroundMark x1="8203" y1="42188" x2="7422" y2="52148"/>
                          <a14:foregroundMark x1="7422" y1="52148" x2="7813" y2="53711"/>
                          <a14:foregroundMark x1="91602" y1="33789" x2="91992" y2="51953"/>
                          <a14:backgroundMark x1="13281" y1="74609" x2="67773" y2="75977"/>
                          <a14:backgroundMark x1="67773" y1="75977" x2="89844" y2="75195"/>
                          <a14:backgroundMark x1="8398" y1="69336" x2="34570" y2="70508"/>
                          <a14:backgroundMark x1="34570" y1="70508" x2="42773" y2="66992"/>
                          <a14:backgroundMark x1="50000" y1="69141" x2="66406" y2="69336"/>
                          <a14:backgroundMark x1="66406" y1="69336" x2="79297" y2="68555"/>
                          <a14:backgroundMark x1="79297" y1="68555" x2="88867" y2="687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661" b="29092"/>
            <a:stretch>
              <a:fillRect/>
            </a:stretch>
          </p:blipFill>
          <p:spPr>
            <a:xfrm>
              <a:off x="5030754" y="4413773"/>
              <a:ext cx="216000" cy="110693"/>
            </a:xfrm>
            <a:prstGeom prst="rect">
              <a:avLst/>
            </a:prstGeom>
          </p:spPr>
        </p:pic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E4E60887-3413-ACFD-283B-F2F8E71E8F84}"/>
                </a:ext>
              </a:extLst>
            </p:cNvPr>
            <p:cNvSpPr/>
            <p:nvPr/>
          </p:nvSpPr>
          <p:spPr>
            <a:xfrm>
              <a:off x="5092435" y="5643470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068F7938-40E2-AFD6-FA5D-AAE47DBA08C0}"/>
                </a:ext>
              </a:extLst>
            </p:cNvPr>
            <p:cNvCxnSpPr>
              <a:cxnSpLocks/>
              <a:stCxn id="69" idx="1"/>
              <a:endCxn id="69" idx="3"/>
            </p:cNvCxnSpPr>
            <p:nvPr/>
          </p:nvCxnSpPr>
          <p:spPr>
            <a:xfrm>
              <a:off x="5092435" y="5679470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A56783F0-2E8B-EB9A-8A2D-BB66915E4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1" t="4449" r="4023" b="3329"/>
            <a:stretch>
              <a:fillRect/>
            </a:stretch>
          </p:blipFill>
          <p:spPr>
            <a:xfrm>
              <a:off x="5648711" y="5433010"/>
              <a:ext cx="216000" cy="213447"/>
            </a:xfrm>
            <a:prstGeom prst="rect">
              <a:avLst/>
            </a:prstGeom>
          </p:spPr>
        </p:pic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F6498F57-04D3-576A-F8DD-44C9986C4925}"/>
                </a:ext>
              </a:extLst>
            </p:cNvPr>
            <p:cNvSpPr/>
            <p:nvPr/>
          </p:nvSpPr>
          <p:spPr>
            <a:xfrm rot="5400000">
              <a:off x="4445364" y="5067535"/>
              <a:ext cx="1224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0AEF8554-2E33-5691-A4C6-105F3A700EB1}"/>
                </a:ext>
              </a:extLst>
            </p:cNvPr>
            <p:cNvSpPr/>
            <p:nvPr/>
          </p:nvSpPr>
          <p:spPr>
            <a:xfrm>
              <a:off x="5091782" y="5122095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6716FD75-7F9E-F75B-7454-6E7A1A9E7D16}"/>
                </a:ext>
              </a:extLst>
            </p:cNvPr>
            <p:cNvCxnSpPr>
              <a:cxnSpLocks/>
              <a:stCxn id="94" idx="1"/>
              <a:endCxn id="94" idx="3"/>
            </p:cNvCxnSpPr>
            <p:nvPr/>
          </p:nvCxnSpPr>
          <p:spPr>
            <a:xfrm>
              <a:off x="5091782" y="5158095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7" name="图片 96" descr="黑暗的风车&#10;&#10;AI 生成的内容可能不正确。">
              <a:extLst>
                <a:ext uri="{FF2B5EF4-FFF2-40B4-BE49-F238E27FC236}">
                  <a16:creationId xmlns:a16="http://schemas.microsoft.com/office/drawing/2014/main" id="{BECF7AE7-F4F9-706C-F286-C0528E143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2119977" y="3578553"/>
              <a:ext cx="432000" cy="452219"/>
            </a:xfrm>
            <a:prstGeom prst="rect">
              <a:avLst/>
            </a:prstGeom>
          </p:spPr>
        </p:pic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E2E8D650-E5D6-A191-652E-543D4D5F6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7364" y="4524877"/>
              <a:ext cx="0" cy="115200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图片 99" descr="图标&#10;&#10;AI 生成的内容可能不正确。">
              <a:extLst>
                <a:ext uri="{FF2B5EF4-FFF2-40B4-BE49-F238E27FC236}">
                  <a16:creationId xmlns:a16="http://schemas.microsoft.com/office/drawing/2014/main" id="{C2F494F0-331C-A871-43EA-1FDA3BE87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0150" y="4918731"/>
              <a:ext cx="216000" cy="216000"/>
            </a:xfrm>
            <a:prstGeom prst="rect">
              <a:avLst/>
            </a:prstGeom>
          </p:spPr>
        </p:pic>
        <p:cxnSp>
          <p:nvCxnSpPr>
            <p:cNvPr id="244" name="直接箭头连接符 101">
              <a:extLst>
                <a:ext uri="{FF2B5EF4-FFF2-40B4-BE49-F238E27FC236}">
                  <a16:creationId xmlns:a16="http://schemas.microsoft.com/office/drawing/2014/main" id="{0C05A522-0429-C9E4-7118-11F5C0EEFF84}"/>
                </a:ext>
              </a:extLst>
            </p:cNvPr>
            <p:cNvCxnSpPr>
              <a:cxnSpLocks/>
              <a:stCxn id="249" idx="3"/>
              <a:endCxn id="78" idx="3"/>
            </p:cNvCxnSpPr>
            <p:nvPr/>
          </p:nvCxnSpPr>
          <p:spPr>
            <a:xfrm flipV="1">
              <a:off x="5623085" y="5539734"/>
              <a:ext cx="241626" cy="999474"/>
            </a:xfrm>
            <a:prstGeom prst="bentConnector3">
              <a:avLst>
                <a:gd name="adj1" fmla="val 147962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6943093-B590-ACDB-B813-B558B024493E}"/>
                </a:ext>
              </a:extLst>
            </p:cNvPr>
            <p:cNvSpPr txBox="1"/>
            <p:nvPr/>
          </p:nvSpPr>
          <p:spPr>
            <a:xfrm>
              <a:off x="5299154" y="5976331"/>
              <a:ext cx="612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Thermal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energy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9" name="直接箭头连接符 101">
              <a:extLst>
                <a:ext uri="{FF2B5EF4-FFF2-40B4-BE49-F238E27FC236}">
                  <a16:creationId xmlns:a16="http://schemas.microsoft.com/office/drawing/2014/main" id="{1FFF5F4C-0F48-69EA-B314-A40ED06CCD2B}"/>
                </a:ext>
              </a:extLst>
            </p:cNvPr>
            <p:cNvCxnSpPr>
              <a:cxnSpLocks/>
              <a:stCxn id="85" idx="2"/>
              <a:endCxn id="169" idx="0"/>
            </p:cNvCxnSpPr>
            <p:nvPr/>
          </p:nvCxnSpPr>
          <p:spPr>
            <a:xfrm>
              <a:off x="1901440" y="6085366"/>
              <a:ext cx="0" cy="190155"/>
            </a:xfrm>
            <a:prstGeom prst="straightConnector1">
              <a:avLst/>
            </a:prstGeom>
            <a:ln w="6350">
              <a:solidFill>
                <a:schemeClr val="accent3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6E3D287A-97DA-F189-3B69-852BCCBC8896}"/>
                </a:ext>
              </a:extLst>
            </p:cNvPr>
            <p:cNvCxnSpPr>
              <a:cxnSpLocks/>
              <a:stCxn id="57" idx="1"/>
            </p:cNvCxnSpPr>
            <p:nvPr/>
          </p:nvCxnSpPr>
          <p:spPr>
            <a:xfrm flipH="1">
              <a:off x="1902759" y="4661058"/>
              <a:ext cx="224071" cy="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778169E9-B754-88E5-EE1B-5ED4C3F6B8D7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3185292" y="3985508"/>
              <a:ext cx="2371" cy="39836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箭头连接符 49">
              <a:extLst>
                <a:ext uri="{FF2B5EF4-FFF2-40B4-BE49-F238E27FC236}">
                  <a16:creationId xmlns:a16="http://schemas.microsoft.com/office/drawing/2014/main" id="{E1D2BB8A-3210-DBEB-9070-5809B85FFF99}"/>
                </a:ext>
              </a:extLst>
            </p:cNvPr>
            <p:cNvCxnSpPr>
              <a:cxnSpLocks/>
              <a:stCxn id="47" idx="2"/>
              <a:endCxn id="97" idx="2"/>
            </p:cNvCxnSpPr>
            <p:nvPr/>
          </p:nvCxnSpPr>
          <p:spPr>
            <a:xfrm rot="16200000" flipH="1">
              <a:off x="2115433" y="3810227"/>
              <a:ext cx="4817" cy="436272"/>
            </a:xfrm>
            <a:prstGeom prst="bentConnector3">
              <a:avLst>
                <a:gd name="adj1" fmla="val 879967"/>
              </a:avLst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9" name="图片 178" descr="图标&#10;&#10;AI 生成的内容可能不正确。">
              <a:extLst>
                <a:ext uri="{FF2B5EF4-FFF2-40B4-BE49-F238E27FC236}">
                  <a16:creationId xmlns:a16="http://schemas.microsoft.com/office/drawing/2014/main" id="{58E54305-EF01-77A2-4304-A8330158B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478416" y="4351697"/>
              <a:ext cx="216000" cy="145046"/>
            </a:xfrm>
            <a:prstGeom prst="rect">
              <a:avLst/>
            </a:prstGeom>
          </p:spPr>
        </p:pic>
        <p:pic>
          <p:nvPicPr>
            <p:cNvPr id="180" name="图片 179" descr="图标&#10;&#10;AI 生成的内容可能不正确。">
              <a:extLst>
                <a:ext uri="{FF2B5EF4-FFF2-40B4-BE49-F238E27FC236}">
                  <a16:creationId xmlns:a16="http://schemas.microsoft.com/office/drawing/2014/main" id="{9D0A055A-9B36-277F-0DD3-0D47944E8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256472" y="4351417"/>
              <a:ext cx="216000" cy="145046"/>
            </a:xfrm>
            <a:prstGeom prst="rect">
              <a:avLst/>
            </a:prstGeom>
          </p:spPr>
        </p:pic>
        <p:cxnSp>
          <p:nvCxnSpPr>
            <p:cNvPr id="181" name="直接箭头连接符 49">
              <a:extLst>
                <a:ext uri="{FF2B5EF4-FFF2-40B4-BE49-F238E27FC236}">
                  <a16:creationId xmlns:a16="http://schemas.microsoft.com/office/drawing/2014/main" id="{D9EEA674-AD72-31AF-6F00-C9D48241F1E8}"/>
                </a:ext>
              </a:extLst>
            </p:cNvPr>
            <p:cNvCxnSpPr>
              <a:cxnSpLocks/>
              <a:stCxn id="180" idx="2"/>
              <a:endCxn id="179" idx="2"/>
            </p:cNvCxnSpPr>
            <p:nvPr/>
          </p:nvCxnSpPr>
          <p:spPr>
            <a:xfrm rot="16200000" flipH="1">
              <a:off x="5486732" y="4374203"/>
              <a:ext cx="280" cy="244800"/>
            </a:xfrm>
            <a:prstGeom prst="bentConnector3">
              <a:avLst>
                <a:gd name="adj1" fmla="val 44323214"/>
              </a:avLst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4FB8C803-0E79-3E7A-71A7-CC0E4993993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7256" y="4513627"/>
              <a:ext cx="0" cy="21600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14" name="图片 213" descr="图标&#10;&#10;AI 生成的内容可能不正确。">
              <a:extLst>
                <a:ext uri="{FF2B5EF4-FFF2-40B4-BE49-F238E27FC236}">
                  <a16:creationId xmlns:a16="http://schemas.microsoft.com/office/drawing/2014/main" id="{A6B4F9FC-A7ED-85E1-AA23-645C762AA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0464" y="4918977"/>
              <a:ext cx="216000" cy="216000"/>
            </a:xfrm>
            <a:prstGeom prst="rect">
              <a:avLst/>
            </a:prstGeom>
          </p:spPr>
        </p:pic>
        <p:pic>
          <p:nvPicPr>
            <p:cNvPr id="222" name="图片 221" descr="图标&#10;&#10;AI 生成的内容可能不正确。">
              <a:extLst>
                <a:ext uri="{FF2B5EF4-FFF2-40B4-BE49-F238E27FC236}">
                  <a16:creationId xmlns:a16="http://schemas.microsoft.com/office/drawing/2014/main" id="{68A91E44-1A56-7D32-804A-4F8847003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9118" y="5428044"/>
              <a:ext cx="216000" cy="216000"/>
            </a:xfrm>
            <a:prstGeom prst="rect">
              <a:avLst/>
            </a:prstGeom>
          </p:spPr>
        </p:pic>
        <p:pic>
          <p:nvPicPr>
            <p:cNvPr id="228" name="图片 227" descr="图标&#10;&#10;AI 生成的内容可能不正确。">
              <a:extLst>
                <a:ext uri="{FF2B5EF4-FFF2-40B4-BE49-F238E27FC236}">
                  <a16:creationId xmlns:a16="http://schemas.microsoft.com/office/drawing/2014/main" id="{5D552EDE-6C9E-196B-2A2E-532CEB73A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6714" y="5428071"/>
              <a:ext cx="216000" cy="216000"/>
            </a:xfrm>
            <a:prstGeom prst="rect">
              <a:avLst/>
            </a:prstGeom>
          </p:spPr>
        </p:pic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CA0CDDA2-18EF-22BB-0662-F7E4F78135B8}"/>
                </a:ext>
              </a:extLst>
            </p:cNvPr>
            <p:cNvSpPr txBox="1"/>
            <p:nvPr/>
          </p:nvSpPr>
          <p:spPr>
            <a:xfrm>
              <a:off x="5260648" y="4645099"/>
              <a:ext cx="53287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Demand response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597BDE1B-EB49-8716-06EA-3B7F75AB0840}"/>
                </a:ext>
              </a:extLst>
            </p:cNvPr>
            <p:cNvCxnSpPr>
              <a:cxnSpLocks/>
              <a:stCxn id="129" idx="3"/>
              <a:endCxn id="78" idx="2"/>
            </p:cNvCxnSpPr>
            <p:nvPr/>
          </p:nvCxnSpPr>
          <p:spPr>
            <a:xfrm flipV="1">
              <a:off x="4812056" y="5646457"/>
              <a:ext cx="944655" cy="206570"/>
            </a:xfrm>
            <a:prstGeom prst="bentConnector2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4F99C6DD-95D7-B5FF-B426-6169BBF62052}"/>
                </a:ext>
              </a:extLst>
            </p:cNvPr>
            <p:cNvCxnSpPr>
              <a:cxnSpLocks/>
              <a:endCxn id="222" idx="2"/>
            </p:cNvCxnSpPr>
            <p:nvPr/>
          </p:nvCxnSpPr>
          <p:spPr>
            <a:xfrm flipV="1">
              <a:off x="5507118" y="5644044"/>
              <a:ext cx="0" cy="206224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3F453629-70CA-E531-D33E-A86DE3F0C0F4}"/>
                </a:ext>
              </a:extLst>
            </p:cNvPr>
            <p:cNvCxnSpPr>
              <a:cxnSpLocks/>
              <a:endCxn id="228" idx="2"/>
            </p:cNvCxnSpPr>
            <p:nvPr/>
          </p:nvCxnSpPr>
          <p:spPr>
            <a:xfrm flipV="1">
              <a:off x="5284714" y="5644071"/>
              <a:ext cx="0" cy="205780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文本框 275">
              <a:extLst>
                <a:ext uri="{FF2B5EF4-FFF2-40B4-BE49-F238E27FC236}">
                  <a16:creationId xmlns:a16="http://schemas.microsoft.com/office/drawing/2014/main" id="{EBB7ADC6-E355-D8AC-E8E3-691A664F8A78}"/>
                </a:ext>
              </a:extLst>
            </p:cNvPr>
            <p:cNvSpPr txBox="1"/>
            <p:nvPr/>
          </p:nvSpPr>
          <p:spPr>
            <a:xfrm>
              <a:off x="4065637" y="6337018"/>
              <a:ext cx="774571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Linepack</a:t>
              </a:r>
              <a:r>
                <a:rPr lang="en-US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storage</a:t>
              </a:r>
            </a:p>
          </p:txBody>
        </p:sp>
        <p:pic>
          <p:nvPicPr>
            <p:cNvPr id="282" name="图片 281" descr="图标&#10;&#10;AI 生成的内容可能不正确。">
              <a:extLst>
                <a:ext uri="{FF2B5EF4-FFF2-40B4-BE49-F238E27FC236}">
                  <a16:creationId xmlns:a16="http://schemas.microsoft.com/office/drawing/2014/main" id="{0FC0C4EE-399F-D898-2B34-B2F221A42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7655" y="6413190"/>
              <a:ext cx="180000" cy="180000"/>
            </a:xfrm>
            <a:prstGeom prst="rect">
              <a:avLst/>
            </a:prstGeom>
          </p:spPr>
        </p:pic>
        <p:pic>
          <p:nvPicPr>
            <p:cNvPr id="283" name="图片 282" descr="图标&#10;&#10;AI 生成的内容可能不正确。">
              <a:extLst>
                <a:ext uri="{FF2B5EF4-FFF2-40B4-BE49-F238E27FC236}">
                  <a16:creationId xmlns:a16="http://schemas.microsoft.com/office/drawing/2014/main" id="{29404D6A-7C31-E962-CFF4-1D4A8149D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8650" y="6416464"/>
              <a:ext cx="180000" cy="180000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50958A2-B554-AD63-1F2A-2C513A65133D}"/>
                </a:ext>
              </a:extLst>
            </p:cNvPr>
            <p:cNvSpPr txBox="1"/>
            <p:nvPr/>
          </p:nvSpPr>
          <p:spPr>
            <a:xfrm>
              <a:off x="874039" y="4155105"/>
              <a:ext cx="4650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arbon capture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" name="图片 4" descr="图标&#10;&#10;AI 生成的内容可能不正确。">
              <a:extLst>
                <a:ext uri="{FF2B5EF4-FFF2-40B4-BE49-F238E27FC236}">
                  <a16:creationId xmlns:a16="http://schemas.microsoft.com/office/drawing/2014/main" id="{7FFABCE7-CA66-61CE-6392-75D633968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124" y="4959120"/>
              <a:ext cx="360000" cy="3600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D7B884F-9847-012B-5FCD-4DFA66152AA3}"/>
                </a:ext>
              </a:extLst>
            </p:cNvPr>
            <p:cNvSpPr txBox="1"/>
            <p:nvPr/>
          </p:nvSpPr>
          <p:spPr>
            <a:xfrm>
              <a:off x="943978" y="5328608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Flexible nuclear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F4E8438-F65C-AF61-859F-4D225A0CE06A}"/>
                </a:ext>
              </a:extLst>
            </p:cNvPr>
            <p:cNvSpPr txBox="1"/>
            <p:nvPr/>
          </p:nvSpPr>
          <p:spPr>
            <a:xfrm>
              <a:off x="1060020" y="5876769"/>
              <a:ext cx="360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Biomass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图片 9" descr="卡通人物&#10;&#10;AI 生成的内容可能不正确。">
              <a:extLst>
                <a:ext uri="{FF2B5EF4-FFF2-40B4-BE49-F238E27FC236}">
                  <a16:creationId xmlns:a16="http://schemas.microsoft.com/office/drawing/2014/main" id="{7BD81978-0F40-82F6-9155-94E2DE57A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367" y="5515097"/>
              <a:ext cx="360000" cy="360000"/>
            </a:xfrm>
            <a:prstGeom prst="rect">
              <a:avLst/>
            </a:prstGeom>
          </p:spPr>
        </p:pic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134EAE90-E03E-2D15-31AF-10619613AD7D}"/>
                </a:ext>
              </a:extLst>
            </p:cNvPr>
            <p:cNvSpPr/>
            <p:nvPr/>
          </p:nvSpPr>
          <p:spPr>
            <a:xfrm>
              <a:off x="3736974" y="4495274"/>
              <a:ext cx="2088000" cy="808038"/>
            </a:xfrm>
            <a:custGeom>
              <a:avLst/>
              <a:gdLst>
                <a:gd name="connsiteX0" fmla="*/ 0 w 2182812"/>
                <a:gd name="connsiteY0" fmla="*/ 642938 h 808038"/>
                <a:gd name="connsiteX1" fmla="*/ 1116012 w 2182812"/>
                <a:gd name="connsiteY1" fmla="*/ 642938 h 808038"/>
                <a:gd name="connsiteX2" fmla="*/ 1116012 w 2182812"/>
                <a:gd name="connsiteY2" fmla="*/ 808038 h 808038"/>
                <a:gd name="connsiteX3" fmla="*/ 2182812 w 2182812"/>
                <a:gd name="connsiteY3" fmla="*/ 808038 h 808038"/>
                <a:gd name="connsiteX4" fmla="*/ 2182812 w 2182812"/>
                <a:gd name="connsiteY4" fmla="*/ 0 h 808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2812" h="808038">
                  <a:moveTo>
                    <a:pt x="0" y="642938"/>
                  </a:moveTo>
                  <a:lnTo>
                    <a:pt x="1116012" y="642938"/>
                  </a:lnTo>
                  <a:lnTo>
                    <a:pt x="1116012" y="808038"/>
                  </a:lnTo>
                  <a:lnTo>
                    <a:pt x="2182812" y="808038"/>
                  </a:lnTo>
                  <a:lnTo>
                    <a:pt x="2182812" y="0"/>
                  </a:lnTo>
                </a:path>
              </a:pathLst>
            </a:cu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5ED94E6C-EF6D-F9BD-B960-B1E03C7980B6}"/>
                </a:ext>
              </a:extLst>
            </p:cNvPr>
            <p:cNvCxnSpPr>
              <a:cxnSpLocks/>
              <a:endCxn id="228" idx="0"/>
            </p:cNvCxnSpPr>
            <p:nvPr/>
          </p:nvCxnSpPr>
          <p:spPr>
            <a:xfrm>
              <a:off x="5284714" y="5301971"/>
              <a:ext cx="0" cy="12610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87708F45-1D79-0468-FF2A-67B0EBFD6B16}"/>
                </a:ext>
              </a:extLst>
            </p:cNvPr>
            <p:cNvCxnSpPr>
              <a:cxnSpLocks/>
              <a:endCxn id="222" idx="0"/>
            </p:cNvCxnSpPr>
            <p:nvPr/>
          </p:nvCxnSpPr>
          <p:spPr>
            <a:xfrm>
              <a:off x="5507118" y="5304898"/>
              <a:ext cx="0" cy="123146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EC373769-EA1E-9322-5191-C4FAE3626C28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5756711" y="5304898"/>
              <a:ext cx="0" cy="128112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C3BB3482-7395-5857-4BD3-AE7AD378E816}"/>
                </a:ext>
              </a:extLst>
            </p:cNvPr>
            <p:cNvCxnSpPr>
              <a:cxnSpLocks/>
              <a:endCxn id="100" idx="2"/>
            </p:cNvCxnSpPr>
            <p:nvPr/>
          </p:nvCxnSpPr>
          <p:spPr>
            <a:xfrm flipV="1">
              <a:off x="5648150" y="5134731"/>
              <a:ext cx="0" cy="16674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直接箭头连接符 456">
              <a:extLst>
                <a:ext uri="{FF2B5EF4-FFF2-40B4-BE49-F238E27FC236}">
                  <a16:creationId xmlns:a16="http://schemas.microsoft.com/office/drawing/2014/main" id="{E0258298-719D-31A4-F679-BBD2934A08AA}"/>
                </a:ext>
              </a:extLst>
            </p:cNvPr>
            <p:cNvCxnSpPr>
              <a:cxnSpLocks/>
              <a:endCxn id="214" idx="2"/>
            </p:cNvCxnSpPr>
            <p:nvPr/>
          </p:nvCxnSpPr>
          <p:spPr>
            <a:xfrm flipV="1">
              <a:off x="5398464" y="5134977"/>
              <a:ext cx="0" cy="164859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48D45C87-41CF-2F46-423F-CD0CBC282AF2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flipV="1">
              <a:off x="1372021" y="4373192"/>
              <a:ext cx="0" cy="72000"/>
            </a:xfrm>
            <a:prstGeom prst="straightConnector1">
              <a:avLst/>
            </a:prstGeom>
            <a:ln w="6350" cap="rnd">
              <a:solidFill>
                <a:schemeClr val="bg1">
                  <a:lumMod val="50000"/>
                </a:schemeClr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图片 12" descr="图片包含 徽标&#10;&#10;AI 生成的内容可能不正确。">
              <a:extLst>
                <a:ext uri="{FF2B5EF4-FFF2-40B4-BE49-F238E27FC236}">
                  <a16:creationId xmlns:a16="http://schemas.microsoft.com/office/drawing/2014/main" id="{2FDB231D-8C9C-CABE-F4E1-02021AEC9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4021" y="4157192"/>
              <a:ext cx="216000" cy="216000"/>
            </a:xfrm>
            <a:prstGeom prst="rect">
              <a:avLst/>
            </a:prstGeom>
          </p:spPr>
        </p:pic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5A1A4B47-0027-0B21-B2E0-9656CA5737CA}"/>
                </a:ext>
              </a:extLst>
            </p:cNvPr>
            <p:cNvSpPr/>
            <p:nvPr/>
          </p:nvSpPr>
          <p:spPr>
            <a:xfrm>
              <a:off x="1776648" y="4783588"/>
              <a:ext cx="2694525" cy="111258"/>
            </a:xfrm>
            <a:custGeom>
              <a:avLst/>
              <a:gdLst>
                <a:gd name="connsiteX0" fmla="*/ 2694525 w 2694525"/>
                <a:gd name="connsiteY0" fmla="*/ 0 h 111258"/>
                <a:gd name="connsiteX1" fmla="*/ 2694525 w 2694525"/>
                <a:gd name="connsiteY1" fmla="*/ 111258 h 111258"/>
                <a:gd name="connsiteX2" fmla="*/ 0 w 2694525"/>
                <a:gd name="connsiteY2" fmla="*/ 111258 h 111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4525" h="111258">
                  <a:moveTo>
                    <a:pt x="2694525" y="0"/>
                  </a:moveTo>
                  <a:lnTo>
                    <a:pt x="2694525" y="111258"/>
                  </a:lnTo>
                  <a:lnTo>
                    <a:pt x="0" y="111258"/>
                  </a:lnTo>
                </a:path>
              </a:pathLst>
            </a:cu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65" name="直接连接符 464">
              <a:extLst>
                <a:ext uri="{FF2B5EF4-FFF2-40B4-BE49-F238E27FC236}">
                  <a16:creationId xmlns:a16="http://schemas.microsoft.com/office/drawing/2014/main" id="{70C5A2F7-08E9-4B55-ED21-0AE9E63BCADD}"/>
                </a:ext>
              </a:extLst>
            </p:cNvPr>
            <p:cNvCxnSpPr>
              <a:stCxn id="56" idx="3"/>
            </p:cNvCxnSpPr>
            <p:nvPr/>
          </p:nvCxnSpPr>
          <p:spPr>
            <a:xfrm flipV="1">
              <a:off x="5915583" y="4422775"/>
              <a:ext cx="85358" cy="116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6C01251-D584-8C8A-C19F-624931D09A9A}"/>
              </a:ext>
            </a:extLst>
          </p:cNvPr>
          <p:cNvCxnSpPr>
            <a:cxnSpLocks/>
          </p:cNvCxnSpPr>
          <p:nvPr/>
        </p:nvCxnSpPr>
        <p:spPr>
          <a:xfrm>
            <a:off x="7000341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E4471567-5350-0134-4D60-426BC5FBC0A6}"/>
              </a:ext>
            </a:extLst>
          </p:cNvPr>
          <p:cNvCxnSpPr>
            <a:cxnSpLocks/>
          </p:cNvCxnSpPr>
          <p:nvPr/>
        </p:nvCxnSpPr>
        <p:spPr>
          <a:xfrm>
            <a:off x="6826799" y="7408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文本框 457">
            <a:extLst>
              <a:ext uri="{FF2B5EF4-FFF2-40B4-BE49-F238E27FC236}">
                <a16:creationId xmlns:a16="http://schemas.microsoft.com/office/drawing/2014/main" id="{8CC2333C-172C-65C7-CA9E-3019031E4EA6}"/>
              </a:ext>
            </a:extLst>
          </p:cNvPr>
          <p:cNvSpPr txBox="1"/>
          <p:nvPr/>
        </p:nvSpPr>
        <p:spPr>
          <a:xfrm rot="16200000">
            <a:off x="3809514" y="1014499"/>
            <a:ext cx="587020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(kW)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6" name="文本框 465">
            <a:extLst>
              <a:ext uri="{FF2B5EF4-FFF2-40B4-BE49-F238E27FC236}">
                <a16:creationId xmlns:a16="http://schemas.microsoft.com/office/drawing/2014/main" id="{5F27EFA8-B003-72B6-79C3-FC435830DCE8}"/>
              </a:ext>
            </a:extLst>
          </p:cNvPr>
          <p:cNvSpPr txBox="1"/>
          <p:nvPr/>
        </p:nvSpPr>
        <p:spPr>
          <a:xfrm>
            <a:off x="4091066" y="1397682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7" name="文本框 466">
            <a:extLst>
              <a:ext uri="{FF2B5EF4-FFF2-40B4-BE49-F238E27FC236}">
                <a16:creationId xmlns:a16="http://schemas.microsoft.com/office/drawing/2014/main" id="{F260DD7B-9330-AFF9-67CF-573D0BCB4B6E}"/>
              </a:ext>
            </a:extLst>
          </p:cNvPr>
          <p:cNvSpPr txBox="1"/>
          <p:nvPr/>
        </p:nvSpPr>
        <p:spPr>
          <a:xfrm>
            <a:off x="4455848" y="1397700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8" name="文本框 467">
            <a:extLst>
              <a:ext uri="{FF2B5EF4-FFF2-40B4-BE49-F238E27FC236}">
                <a16:creationId xmlns:a16="http://schemas.microsoft.com/office/drawing/2014/main" id="{F587712D-D9FE-02D7-B5E3-3948FC1FE4EB}"/>
              </a:ext>
            </a:extLst>
          </p:cNvPr>
          <p:cNvSpPr txBox="1"/>
          <p:nvPr/>
        </p:nvSpPr>
        <p:spPr>
          <a:xfrm>
            <a:off x="4890029" y="1396672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9" name="文本框 468">
            <a:extLst>
              <a:ext uri="{FF2B5EF4-FFF2-40B4-BE49-F238E27FC236}">
                <a16:creationId xmlns:a16="http://schemas.microsoft.com/office/drawing/2014/main" id="{1FC603B0-1ED8-357F-D6D6-02F650848BCD}"/>
              </a:ext>
            </a:extLst>
          </p:cNvPr>
          <p:cNvSpPr txBox="1"/>
          <p:nvPr/>
        </p:nvSpPr>
        <p:spPr>
          <a:xfrm>
            <a:off x="5362754" y="1396672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2" name="文本框 471">
            <a:extLst>
              <a:ext uri="{FF2B5EF4-FFF2-40B4-BE49-F238E27FC236}">
                <a16:creationId xmlns:a16="http://schemas.microsoft.com/office/drawing/2014/main" id="{AA832C48-F4C9-A6CA-9C04-0DA11163695F}"/>
              </a:ext>
            </a:extLst>
          </p:cNvPr>
          <p:cNvSpPr txBox="1"/>
          <p:nvPr/>
        </p:nvSpPr>
        <p:spPr>
          <a:xfrm>
            <a:off x="4366601" y="1220209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Solar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4" name="文本框 473">
            <a:extLst>
              <a:ext uri="{FF2B5EF4-FFF2-40B4-BE49-F238E27FC236}">
                <a16:creationId xmlns:a16="http://schemas.microsoft.com/office/drawing/2014/main" id="{A9DF054E-F425-B258-FB82-F3ECB9F0C16E}"/>
              </a:ext>
            </a:extLst>
          </p:cNvPr>
          <p:cNvSpPr txBox="1"/>
          <p:nvPr/>
        </p:nvSpPr>
        <p:spPr>
          <a:xfrm>
            <a:off x="5046308" y="696833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V2G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6" name="文本框 475">
            <a:extLst>
              <a:ext uri="{FF2B5EF4-FFF2-40B4-BE49-F238E27FC236}">
                <a16:creationId xmlns:a16="http://schemas.microsoft.com/office/drawing/2014/main" id="{3BECA1EF-3D28-BB68-5294-99B44545D966}"/>
              </a:ext>
            </a:extLst>
          </p:cNvPr>
          <p:cNvSpPr txBox="1"/>
          <p:nvPr/>
        </p:nvSpPr>
        <p:spPr>
          <a:xfrm>
            <a:off x="5446440" y="959048"/>
            <a:ext cx="5229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Charging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7" name="文本框 476">
            <a:extLst>
              <a:ext uri="{FF2B5EF4-FFF2-40B4-BE49-F238E27FC236}">
                <a16:creationId xmlns:a16="http://schemas.microsoft.com/office/drawing/2014/main" id="{E936B932-C521-0784-E155-7282C343416C}"/>
              </a:ext>
            </a:extLst>
          </p:cNvPr>
          <p:cNvSpPr txBox="1"/>
          <p:nvPr/>
        </p:nvSpPr>
        <p:spPr>
          <a:xfrm>
            <a:off x="5836774" y="1396672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8" name="文本框 477">
            <a:extLst>
              <a:ext uri="{FF2B5EF4-FFF2-40B4-BE49-F238E27FC236}">
                <a16:creationId xmlns:a16="http://schemas.microsoft.com/office/drawing/2014/main" id="{0034D893-507E-D67D-C574-69A0D78B6AA7}"/>
              </a:ext>
            </a:extLst>
          </p:cNvPr>
          <p:cNvSpPr txBox="1"/>
          <p:nvPr/>
        </p:nvSpPr>
        <p:spPr>
          <a:xfrm>
            <a:off x="4299170" y="949996"/>
            <a:ext cx="570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0" name="直接连接符 479">
            <a:extLst>
              <a:ext uri="{FF2B5EF4-FFF2-40B4-BE49-F238E27FC236}">
                <a16:creationId xmlns:a16="http://schemas.microsoft.com/office/drawing/2014/main" id="{1F4F5411-4300-DE17-B868-FCB9E7B551C3}"/>
              </a:ext>
            </a:extLst>
          </p:cNvPr>
          <p:cNvCxnSpPr>
            <a:cxnSpLocks/>
          </p:cNvCxnSpPr>
          <p:nvPr/>
        </p:nvCxnSpPr>
        <p:spPr>
          <a:xfrm>
            <a:off x="5022309" y="942549"/>
            <a:ext cx="0" cy="48600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3" name="文本框 482">
            <a:extLst>
              <a:ext uri="{FF2B5EF4-FFF2-40B4-BE49-F238E27FC236}">
                <a16:creationId xmlns:a16="http://schemas.microsoft.com/office/drawing/2014/main" id="{F4739ECF-7685-A1C6-AF79-3BEFE2E5B364}"/>
              </a:ext>
            </a:extLst>
          </p:cNvPr>
          <p:cNvSpPr txBox="1"/>
          <p:nvPr/>
        </p:nvSpPr>
        <p:spPr>
          <a:xfrm>
            <a:off x="4963210" y="1215715"/>
            <a:ext cx="6317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Arrive home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D08BFB84-8D5A-D4B1-C6E7-7254C683C72E}"/>
              </a:ext>
            </a:extLst>
          </p:cNvPr>
          <p:cNvSpPr/>
          <p:nvPr/>
        </p:nvSpPr>
        <p:spPr>
          <a:xfrm>
            <a:off x="1592377" y="2993064"/>
            <a:ext cx="573673" cy="2340000"/>
          </a:xfrm>
          <a:custGeom>
            <a:avLst/>
            <a:gdLst>
              <a:gd name="connsiteX0" fmla="*/ 573673 w 573673"/>
              <a:gd name="connsiteY0" fmla="*/ 2562406 h 2562406"/>
              <a:gd name="connsiteX1" fmla="*/ 177317 w 573673"/>
              <a:gd name="connsiteY1" fmla="*/ 2562406 h 2562406"/>
              <a:gd name="connsiteX2" fmla="*/ 177317 w 573673"/>
              <a:gd name="connsiteY2" fmla="*/ 1352477 h 2562406"/>
              <a:gd name="connsiteX3" fmla="*/ 0 w 573673"/>
              <a:gd name="connsiteY3" fmla="*/ 1352477 h 2562406"/>
              <a:gd name="connsiteX4" fmla="*/ 0 w 573673"/>
              <a:gd name="connsiteY4" fmla="*/ 0 h 2562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673" h="2562406">
                <a:moveTo>
                  <a:pt x="573673" y="2562406"/>
                </a:moveTo>
                <a:lnTo>
                  <a:pt x="177317" y="2562406"/>
                </a:lnTo>
                <a:lnTo>
                  <a:pt x="177317" y="1352477"/>
                </a:lnTo>
                <a:lnTo>
                  <a:pt x="0" y="1352477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FDB9D1E9-4A4C-831D-B779-60BE665DF433}"/>
              </a:ext>
            </a:extLst>
          </p:cNvPr>
          <p:cNvSpPr txBox="1"/>
          <p:nvPr/>
        </p:nvSpPr>
        <p:spPr>
          <a:xfrm>
            <a:off x="1120464" y="3074975"/>
            <a:ext cx="1212191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Large-scale electricity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" name="任意多边形: 形状 459">
            <a:extLst>
              <a:ext uri="{FF2B5EF4-FFF2-40B4-BE49-F238E27FC236}">
                <a16:creationId xmlns:a16="http://schemas.microsoft.com/office/drawing/2014/main" id="{AD612131-AF33-8F9E-C3B4-34AF3E510223}"/>
              </a:ext>
            </a:extLst>
          </p:cNvPr>
          <p:cNvSpPr/>
          <p:nvPr/>
        </p:nvSpPr>
        <p:spPr>
          <a:xfrm>
            <a:off x="4940300" y="2990712"/>
            <a:ext cx="249767" cy="3042000"/>
          </a:xfrm>
          <a:custGeom>
            <a:avLst/>
            <a:gdLst>
              <a:gd name="connsiteX0" fmla="*/ 220133 w 249767"/>
              <a:gd name="connsiteY0" fmla="*/ 3255433 h 3255433"/>
              <a:gd name="connsiteX1" fmla="*/ 0 w 249767"/>
              <a:gd name="connsiteY1" fmla="*/ 3255433 h 3255433"/>
              <a:gd name="connsiteX2" fmla="*/ 0 w 249767"/>
              <a:gd name="connsiteY2" fmla="*/ 586317 h 3255433"/>
              <a:gd name="connsiteX3" fmla="*/ 249767 w 249767"/>
              <a:gd name="connsiteY3" fmla="*/ 586317 h 3255433"/>
              <a:gd name="connsiteX4" fmla="*/ 249767 w 249767"/>
              <a:gd name="connsiteY4" fmla="*/ 0 h 32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9767" h="3255433">
                <a:moveTo>
                  <a:pt x="220133" y="3255433"/>
                </a:moveTo>
                <a:lnTo>
                  <a:pt x="0" y="3255433"/>
                </a:lnTo>
                <a:lnTo>
                  <a:pt x="0" y="586317"/>
                </a:lnTo>
                <a:lnTo>
                  <a:pt x="249767" y="586317"/>
                </a:lnTo>
                <a:lnTo>
                  <a:pt x="249767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D23585D9-5C52-1F89-D4FE-1C6440246BA8}"/>
              </a:ext>
            </a:extLst>
          </p:cNvPr>
          <p:cNvSpPr txBox="1"/>
          <p:nvPr/>
        </p:nvSpPr>
        <p:spPr>
          <a:xfrm>
            <a:off x="4680325" y="3078835"/>
            <a:ext cx="1005404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Thermal energy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9" name="任意多边形: 形状 458">
            <a:extLst>
              <a:ext uri="{FF2B5EF4-FFF2-40B4-BE49-F238E27FC236}">
                <a16:creationId xmlns:a16="http://schemas.microsoft.com/office/drawing/2014/main" id="{656E03DD-02F9-FE01-2AEA-4CB24D1078F4}"/>
              </a:ext>
            </a:extLst>
          </p:cNvPr>
          <p:cNvSpPr/>
          <p:nvPr/>
        </p:nvSpPr>
        <p:spPr>
          <a:xfrm>
            <a:off x="5321300" y="1625600"/>
            <a:ext cx="683683" cy="3312000"/>
          </a:xfrm>
          <a:custGeom>
            <a:avLst/>
            <a:gdLst>
              <a:gd name="connsiteX0" fmla="*/ 402167 w 683683"/>
              <a:gd name="connsiteY0" fmla="*/ 3687233 h 3687233"/>
              <a:gd name="connsiteX1" fmla="*/ 683683 w 683683"/>
              <a:gd name="connsiteY1" fmla="*/ 3687233 h 3687233"/>
              <a:gd name="connsiteX2" fmla="*/ 683683 w 683683"/>
              <a:gd name="connsiteY2" fmla="*/ 400050 h 3687233"/>
              <a:gd name="connsiteX3" fmla="*/ 0 w 683683"/>
              <a:gd name="connsiteY3" fmla="*/ 400050 h 3687233"/>
              <a:gd name="connsiteX4" fmla="*/ 0 w 683683"/>
              <a:gd name="connsiteY4" fmla="*/ 0 h 368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683" h="3687233">
                <a:moveTo>
                  <a:pt x="402167" y="3687233"/>
                </a:moveTo>
                <a:lnTo>
                  <a:pt x="683683" y="3687233"/>
                </a:lnTo>
                <a:lnTo>
                  <a:pt x="683683" y="400050"/>
                </a:lnTo>
                <a:lnTo>
                  <a:pt x="0" y="40005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0BB6B951-6363-11A8-E22A-E4305867E90A}"/>
              </a:ext>
            </a:extLst>
          </p:cNvPr>
          <p:cNvSpPr txBox="1"/>
          <p:nvPr/>
        </p:nvSpPr>
        <p:spPr>
          <a:xfrm>
            <a:off x="4826797" y="1705797"/>
            <a:ext cx="986168" cy="18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emand-side response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D05273CB-B316-4232-413B-61BE7C70243C}"/>
              </a:ext>
            </a:extLst>
          </p:cNvPr>
          <p:cNvSpPr/>
          <p:nvPr/>
        </p:nvSpPr>
        <p:spPr>
          <a:xfrm>
            <a:off x="1599331" y="5835851"/>
            <a:ext cx="152979" cy="1152000"/>
          </a:xfrm>
          <a:custGeom>
            <a:avLst/>
            <a:gdLst>
              <a:gd name="connsiteX0" fmla="*/ 152979 w 152979"/>
              <a:gd name="connsiteY0" fmla="*/ 0 h 1223835"/>
              <a:gd name="connsiteX1" fmla="*/ 0 w 152979"/>
              <a:gd name="connsiteY1" fmla="*/ 0 h 1223835"/>
              <a:gd name="connsiteX2" fmla="*/ 0 w 152979"/>
              <a:gd name="connsiteY2" fmla="*/ 1223835 h 122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979" h="1223835">
                <a:moveTo>
                  <a:pt x="152979" y="0"/>
                </a:moveTo>
                <a:lnTo>
                  <a:pt x="0" y="0"/>
                </a:lnTo>
                <a:lnTo>
                  <a:pt x="0" y="1223835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3098FBF5-BAA9-F679-7025-6A106A73AFCA}"/>
              </a:ext>
            </a:extLst>
          </p:cNvPr>
          <p:cNvSpPr txBox="1"/>
          <p:nvPr/>
        </p:nvSpPr>
        <p:spPr>
          <a:xfrm>
            <a:off x="1158150" y="6716208"/>
            <a:ext cx="843501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Power-to-hydrogen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ED0C5A49-D791-72AC-DF89-2CE9F7885621}"/>
              </a:ext>
            </a:extLst>
          </p:cNvPr>
          <p:cNvSpPr/>
          <p:nvPr/>
        </p:nvSpPr>
        <p:spPr>
          <a:xfrm>
            <a:off x="3431608" y="5833582"/>
            <a:ext cx="385925" cy="1152000"/>
          </a:xfrm>
          <a:custGeom>
            <a:avLst/>
            <a:gdLst>
              <a:gd name="connsiteX0" fmla="*/ 385925 w 385925"/>
              <a:gd name="connsiteY0" fmla="*/ 0 h 1206451"/>
              <a:gd name="connsiteX1" fmla="*/ 208608 w 385925"/>
              <a:gd name="connsiteY1" fmla="*/ 0 h 1206451"/>
              <a:gd name="connsiteX2" fmla="*/ 208608 w 385925"/>
              <a:gd name="connsiteY2" fmla="*/ 803142 h 1206451"/>
              <a:gd name="connsiteX3" fmla="*/ 0 w 385925"/>
              <a:gd name="connsiteY3" fmla="*/ 803142 h 1206451"/>
              <a:gd name="connsiteX4" fmla="*/ 0 w 385925"/>
              <a:gd name="connsiteY4" fmla="*/ 1206451 h 120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925" h="1206451">
                <a:moveTo>
                  <a:pt x="385925" y="0"/>
                </a:moveTo>
                <a:lnTo>
                  <a:pt x="208608" y="0"/>
                </a:lnTo>
                <a:lnTo>
                  <a:pt x="208608" y="803142"/>
                </a:lnTo>
                <a:lnTo>
                  <a:pt x="0" y="803142"/>
                </a:lnTo>
                <a:lnTo>
                  <a:pt x="0" y="1206451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6" name="任意多边形: 形状 455">
            <a:extLst>
              <a:ext uri="{FF2B5EF4-FFF2-40B4-BE49-F238E27FC236}">
                <a16:creationId xmlns:a16="http://schemas.microsoft.com/office/drawing/2014/main" id="{6F14C50E-6FD6-71F9-F6ED-787DF413174E}"/>
              </a:ext>
            </a:extLst>
          </p:cNvPr>
          <p:cNvSpPr/>
          <p:nvPr/>
        </p:nvSpPr>
        <p:spPr>
          <a:xfrm>
            <a:off x="4453789" y="6445498"/>
            <a:ext cx="817049" cy="540000"/>
          </a:xfrm>
          <a:custGeom>
            <a:avLst/>
            <a:gdLst>
              <a:gd name="connsiteX0" fmla="*/ 0 w 817049"/>
              <a:gd name="connsiteY0" fmla="*/ 0 h 601487"/>
              <a:gd name="connsiteX1" fmla="*/ 0 w 817049"/>
              <a:gd name="connsiteY1" fmla="*/ 194701 h 601487"/>
              <a:gd name="connsiteX2" fmla="*/ 817049 w 817049"/>
              <a:gd name="connsiteY2" fmla="*/ 194701 h 601487"/>
              <a:gd name="connsiteX3" fmla="*/ 817049 w 817049"/>
              <a:gd name="connsiteY3" fmla="*/ 601487 h 601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7049" h="601487">
                <a:moveTo>
                  <a:pt x="0" y="0"/>
                </a:moveTo>
                <a:lnTo>
                  <a:pt x="0" y="194701"/>
                </a:lnTo>
                <a:lnTo>
                  <a:pt x="817049" y="194701"/>
                </a:lnTo>
                <a:lnTo>
                  <a:pt x="817049" y="601487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623B9E91-B9A4-F749-679E-545952CDD55A}"/>
              </a:ext>
            </a:extLst>
          </p:cNvPr>
          <p:cNvSpPr txBox="1"/>
          <p:nvPr/>
        </p:nvSpPr>
        <p:spPr>
          <a:xfrm>
            <a:off x="2918593" y="6721225"/>
            <a:ext cx="1050289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Combine heat and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30258314-F6A4-1FBD-8762-56DC34E71CC3}"/>
              </a:ext>
            </a:extLst>
          </p:cNvPr>
          <p:cNvSpPr txBox="1"/>
          <p:nvPr/>
        </p:nvSpPr>
        <p:spPr>
          <a:xfrm>
            <a:off x="4886314" y="6716208"/>
            <a:ext cx="769763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 err="1">
                <a:latin typeface="Arial" panose="020B0604020202020204" pitchFamily="34" charset="0"/>
                <a:cs typeface="Arial" panose="020B0604020202020204" pitchFamily="34" charset="0"/>
              </a:rPr>
              <a:t>Linkpack</a:t>
            </a: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1" name="直接连接符 460">
            <a:extLst>
              <a:ext uri="{FF2B5EF4-FFF2-40B4-BE49-F238E27FC236}">
                <a16:creationId xmlns:a16="http://schemas.microsoft.com/office/drawing/2014/main" id="{523876FB-D037-D337-B140-974B4B6655A3}"/>
              </a:ext>
            </a:extLst>
          </p:cNvPr>
          <p:cNvCxnSpPr>
            <a:cxnSpLocks/>
          </p:cNvCxnSpPr>
          <p:nvPr/>
        </p:nvCxnSpPr>
        <p:spPr>
          <a:xfrm>
            <a:off x="-180372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直接连接符 462">
            <a:extLst>
              <a:ext uri="{FF2B5EF4-FFF2-40B4-BE49-F238E27FC236}">
                <a16:creationId xmlns:a16="http://schemas.microsoft.com/office/drawing/2014/main" id="{4617AB6F-05FF-6542-EDF1-A701C5CF1896}"/>
              </a:ext>
            </a:extLst>
          </p:cNvPr>
          <p:cNvCxnSpPr>
            <a:cxnSpLocks/>
          </p:cNvCxnSpPr>
          <p:nvPr/>
        </p:nvCxnSpPr>
        <p:spPr>
          <a:xfrm>
            <a:off x="1080228" y="2761486"/>
            <a:ext cx="129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直接连接符 463">
            <a:extLst>
              <a:ext uri="{FF2B5EF4-FFF2-40B4-BE49-F238E27FC236}">
                <a16:creationId xmlns:a16="http://schemas.microsoft.com/office/drawing/2014/main" id="{E23789B7-22D6-D318-B344-E5164B0AFC67}"/>
              </a:ext>
            </a:extLst>
          </p:cNvPr>
          <p:cNvCxnSpPr>
            <a:cxnSpLocks/>
          </p:cNvCxnSpPr>
          <p:nvPr/>
        </p:nvCxnSpPr>
        <p:spPr>
          <a:xfrm rot="5400000">
            <a:off x="756230" y="2478497"/>
            <a:ext cx="64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文本框 469">
            <a:extLst>
              <a:ext uri="{FF2B5EF4-FFF2-40B4-BE49-F238E27FC236}">
                <a16:creationId xmlns:a16="http://schemas.microsoft.com/office/drawing/2014/main" id="{DE1C1D3D-134F-FA28-6BED-E0E302E64EC9}"/>
              </a:ext>
            </a:extLst>
          </p:cNvPr>
          <p:cNvSpPr txBox="1"/>
          <p:nvPr/>
        </p:nvSpPr>
        <p:spPr>
          <a:xfrm>
            <a:off x="1227760" y="2588726"/>
            <a:ext cx="570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" name="椭圆 470">
            <a:extLst>
              <a:ext uri="{FF2B5EF4-FFF2-40B4-BE49-F238E27FC236}">
                <a16:creationId xmlns:a16="http://schemas.microsoft.com/office/drawing/2014/main" id="{2B51B0FF-7BAA-61DC-F3F7-48239370C981}"/>
              </a:ext>
            </a:extLst>
          </p:cNvPr>
          <p:cNvSpPr/>
          <p:nvPr/>
        </p:nvSpPr>
        <p:spPr>
          <a:xfrm>
            <a:off x="1192174" y="2156784"/>
            <a:ext cx="36000" cy="36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3" name="文本框 472">
            <a:extLst>
              <a:ext uri="{FF2B5EF4-FFF2-40B4-BE49-F238E27FC236}">
                <a16:creationId xmlns:a16="http://schemas.microsoft.com/office/drawing/2014/main" id="{E5FDBE7A-62D0-510C-EDF5-3877F2A8A5C9}"/>
              </a:ext>
            </a:extLst>
          </p:cNvPr>
          <p:cNvSpPr txBox="1"/>
          <p:nvPr/>
        </p:nvSpPr>
        <p:spPr>
          <a:xfrm>
            <a:off x="1165409" y="2079558"/>
            <a:ext cx="5004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Storage+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5" name="直接连接符 474">
            <a:extLst>
              <a:ext uri="{FF2B5EF4-FFF2-40B4-BE49-F238E27FC236}">
                <a16:creationId xmlns:a16="http://schemas.microsoft.com/office/drawing/2014/main" id="{F055F019-B520-2612-BB43-13293B80C320}"/>
              </a:ext>
            </a:extLst>
          </p:cNvPr>
          <p:cNvCxnSpPr>
            <a:cxnSpLocks/>
          </p:cNvCxnSpPr>
          <p:nvPr/>
        </p:nvCxnSpPr>
        <p:spPr>
          <a:xfrm rot="5400000">
            <a:off x="3198906" y="5036438"/>
            <a:ext cx="0" cy="72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椭圆 478">
            <a:extLst>
              <a:ext uri="{FF2B5EF4-FFF2-40B4-BE49-F238E27FC236}">
                <a16:creationId xmlns:a16="http://schemas.microsoft.com/office/drawing/2014/main" id="{E453CCCD-5AF4-D395-3914-006728604DE1}"/>
              </a:ext>
            </a:extLst>
          </p:cNvPr>
          <p:cNvSpPr/>
          <p:nvPr/>
        </p:nvSpPr>
        <p:spPr>
          <a:xfrm>
            <a:off x="1627953" y="2157137"/>
            <a:ext cx="36000" cy="3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1" name="文本框 480">
            <a:extLst>
              <a:ext uri="{FF2B5EF4-FFF2-40B4-BE49-F238E27FC236}">
                <a16:creationId xmlns:a16="http://schemas.microsoft.com/office/drawing/2014/main" id="{FEA21E54-2C59-5E19-238E-BE0D150A435B}"/>
              </a:ext>
            </a:extLst>
          </p:cNvPr>
          <p:cNvSpPr txBox="1"/>
          <p:nvPr/>
        </p:nvSpPr>
        <p:spPr>
          <a:xfrm>
            <a:off x="1610806" y="2079911"/>
            <a:ext cx="4812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Storage-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5" name="文本框 484">
            <a:extLst>
              <a:ext uri="{FF2B5EF4-FFF2-40B4-BE49-F238E27FC236}">
                <a16:creationId xmlns:a16="http://schemas.microsoft.com/office/drawing/2014/main" id="{959387D0-E367-34CA-23F1-222C1E181518}"/>
              </a:ext>
            </a:extLst>
          </p:cNvPr>
          <p:cNvSpPr txBox="1"/>
          <p:nvPr/>
        </p:nvSpPr>
        <p:spPr>
          <a:xfrm>
            <a:off x="3396911" y="2521547"/>
            <a:ext cx="56297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flow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6" name="直接连接符 485">
            <a:extLst>
              <a:ext uri="{FF2B5EF4-FFF2-40B4-BE49-F238E27FC236}">
                <a16:creationId xmlns:a16="http://schemas.microsoft.com/office/drawing/2014/main" id="{80997093-21FC-7C9B-D44E-C8BED1839A3E}"/>
              </a:ext>
            </a:extLst>
          </p:cNvPr>
          <p:cNvCxnSpPr/>
          <p:nvPr/>
        </p:nvCxnSpPr>
        <p:spPr>
          <a:xfrm>
            <a:off x="2853780" y="2221779"/>
            <a:ext cx="12780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文本框 486">
            <a:extLst>
              <a:ext uri="{FF2B5EF4-FFF2-40B4-BE49-F238E27FC236}">
                <a16:creationId xmlns:a16="http://schemas.microsoft.com/office/drawing/2014/main" id="{8DDA52E2-5A16-95B7-2AB8-1C9840AD2BC5}"/>
              </a:ext>
            </a:extLst>
          </p:cNvPr>
          <p:cNvSpPr txBox="1"/>
          <p:nvPr/>
        </p:nvSpPr>
        <p:spPr>
          <a:xfrm>
            <a:off x="3580438" y="2044255"/>
            <a:ext cx="63671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Line capacity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8" name="文本框 487">
            <a:extLst>
              <a:ext uri="{FF2B5EF4-FFF2-40B4-BE49-F238E27FC236}">
                <a16:creationId xmlns:a16="http://schemas.microsoft.com/office/drawing/2014/main" id="{022C5A75-8E24-5591-7094-1935B019E788}"/>
              </a:ext>
            </a:extLst>
          </p:cNvPr>
          <p:cNvSpPr txBox="1"/>
          <p:nvPr/>
        </p:nvSpPr>
        <p:spPr>
          <a:xfrm>
            <a:off x="2836288" y="2247217"/>
            <a:ext cx="88357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Flexibility availability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0" name="直接连接符 489">
            <a:extLst>
              <a:ext uri="{FF2B5EF4-FFF2-40B4-BE49-F238E27FC236}">
                <a16:creationId xmlns:a16="http://schemas.microsoft.com/office/drawing/2014/main" id="{2FBC0C32-1720-8410-CF77-1B16FF1BE727}"/>
              </a:ext>
            </a:extLst>
          </p:cNvPr>
          <p:cNvCxnSpPr>
            <a:cxnSpLocks/>
          </p:cNvCxnSpPr>
          <p:nvPr/>
        </p:nvCxnSpPr>
        <p:spPr>
          <a:xfrm rot="5400000">
            <a:off x="3429000" y="-3414028"/>
            <a:ext cx="0" cy="72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直接连接符 490">
            <a:extLst>
              <a:ext uri="{FF2B5EF4-FFF2-40B4-BE49-F238E27FC236}">
                <a16:creationId xmlns:a16="http://schemas.microsoft.com/office/drawing/2014/main" id="{424870DD-F178-84E7-C916-F0593320D8FA}"/>
              </a:ext>
            </a:extLst>
          </p:cNvPr>
          <p:cNvCxnSpPr>
            <a:cxnSpLocks/>
          </p:cNvCxnSpPr>
          <p:nvPr/>
        </p:nvCxnSpPr>
        <p:spPr>
          <a:xfrm>
            <a:off x="-45986" y="-97367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文本框 491">
            <a:extLst>
              <a:ext uri="{FF2B5EF4-FFF2-40B4-BE49-F238E27FC236}">
                <a16:creationId xmlns:a16="http://schemas.microsoft.com/office/drawing/2014/main" id="{67A88577-B3B0-97D3-B81E-32FFFD3A6A56}"/>
              </a:ext>
            </a:extLst>
          </p:cNvPr>
          <p:cNvSpPr txBox="1"/>
          <p:nvPr/>
        </p:nvSpPr>
        <p:spPr>
          <a:xfrm>
            <a:off x="1981327" y="7766986"/>
            <a:ext cx="40748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Winter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5" name="文本框 494">
            <a:extLst>
              <a:ext uri="{FF2B5EF4-FFF2-40B4-BE49-F238E27FC236}">
                <a16:creationId xmlns:a16="http://schemas.microsoft.com/office/drawing/2014/main" id="{A00A0B16-AF02-A69A-0DEB-994BA9969054}"/>
              </a:ext>
            </a:extLst>
          </p:cNvPr>
          <p:cNvSpPr txBox="1"/>
          <p:nvPr/>
        </p:nvSpPr>
        <p:spPr>
          <a:xfrm>
            <a:off x="1339482" y="7261709"/>
            <a:ext cx="433132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Excess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6" name="文本框 495">
            <a:extLst>
              <a:ext uri="{FF2B5EF4-FFF2-40B4-BE49-F238E27FC236}">
                <a16:creationId xmlns:a16="http://schemas.microsoft.com/office/drawing/2014/main" id="{B17149D0-4C18-71A0-FE66-B298C8143BE5}"/>
              </a:ext>
            </a:extLst>
          </p:cNvPr>
          <p:cNvSpPr txBox="1"/>
          <p:nvPr/>
        </p:nvSpPr>
        <p:spPr>
          <a:xfrm>
            <a:off x="1863228" y="7434578"/>
            <a:ext cx="49885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Shortage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7" name="文本框 496">
            <a:extLst>
              <a:ext uri="{FF2B5EF4-FFF2-40B4-BE49-F238E27FC236}">
                <a16:creationId xmlns:a16="http://schemas.microsoft.com/office/drawing/2014/main" id="{5508985C-5692-BC4D-573B-8D2B62478652}"/>
              </a:ext>
            </a:extLst>
          </p:cNvPr>
          <p:cNvSpPr txBox="1"/>
          <p:nvPr/>
        </p:nvSpPr>
        <p:spPr>
          <a:xfrm>
            <a:off x="1382404" y="7612619"/>
            <a:ext cx="598241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Solar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3" name="文本框 502">
            <a:extLst>
              <a:ext uri="{FF2B5EF4-FFF2-40B4-BE49-F238E27FC236}">
                <a16:creationId xmlns:a16="http://schemas.microsoft.com/office/drawing/2014/main" id="{E51CEEB8-835E-7E04-74AB-E6724E5514F8}"/>
              </a:ext>
            </a:extLst>
          </p:cNvPr>
          <p:cNvSpPr txBox="1"/>
          <p:nvPr/>
        </p:nvSpPr>
        <p:spPr>
          <a:xfrm>
            <a:off x="1376832" y="7502595"/>
            <a:ext cx="47801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C9EEB38C-0663-E50B-6C7B-AC6851A7C59C}"/>
              </a:ext>
            </a:extLst>
          </p:cNvPr>
          <p:cNvCxnSpPr/>
          <p:nvPr/>
        </p:nvCxnSpPr>
        <p:spPr>
          <a:xfrm>
            <a:off x="1307689" y="7594591"/>
            <a:ext cx="1080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直接连接符 508">
            <a:extLst>
              <a:ext uri="{FF2B5EF4-FFF2-40B4-BE49-F238E27FC236}">
                <a16:creationId xmlns:a16="http://schemas.microsoft.com/office/drawing/2014/main" id="{4D5EAF44-D1AD-7EED-E6FE-17B3D6789771}"/>
              </a:ext>
            </a:extLst>
          </p:cNvPr>
          <p:cNvCxnSpPr/>
          <p:nvPr/>
        </p:nvCxnSpPr>
        <p:spPr>
          <a:xfrm>
            <a:off x="1307689" y="7705716"/>
            <a:ext cx="108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AEFD8F0-4A89-0FBB-7E6B-F8443E9DA018}"/>
              </a:ext>
            </a:extLst>
          </p:cNvPr>
          <p:cNvSpPr/>
          <p:nvPr/>
        </p:nvSpPr>
        <p:spPr>
          <a:xfrm>
            <a:off x="851819" y="1623668"/>
            <a:ext cx="1477642" cy="4050000"/>
          </a:xfrm>
          <a:custGeom>
            <a:avLst/>
            <a:gdLst>
              <a:gd name="connsiteX0" fmla="*/ 1477642 w 1477642"/>
              <a:gd name="connsiteY0" fmla="*/ 0 h 4408591"/>
              <a:gd name="connsiteX1" fmla="*/ 1477642 w 1477642"/>
              <a:gd name="connsiteY1" fmla="*/ 344204 h 4408591"/>
              <a:gd name="connsiteX2" fmla="*/ 0 w 1477642"/>
              <a:gd name="connsiteY2" fmla="*/ 344204 h 4408591"/>
              <a:gd name="connsiteX3" fmla="*/ 0 w 1477642"/>
              <a:gd name="connsiteY3" fmla="*/ 4408591 h 4408591"/>
              <a:gd name="connsiteX4" fmla="*/ 236423 w 1477642"/>
              <a:gd name="connsiteY4" fmla="*/ 4408591 h 4408591"/>
              <a:gd name="connsiteX5" fmla="*/ 236423 w 1477642"/>
              <a:gd name="connsiteY5" fmla="*/ 4405114 h 440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7642" h="4408591">
                <a:moveTo>
                  <a:pt x="1477642" y="0"/>
                </a:moveTo>
                <a:lnTo>
                  <a:pt x="1477642" y="344204"/>
                </a:lnTo>
                <a:lnTo>
                  <a:pt x="0" y="344204"/>
                </a:lnTo>
                <a:lnTo>
                  <a:pt x="0" y="4408591"/>
                </a:lnTo>
                <a:lnTo>
                  <a:pt x="236423" y="4408591"/>
                </a:lnTo>
                <a:lnTo>
                  <a:pt x="236423" y="4405114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D2940AF9-A4A4-365B-B770-125B39E215B9}"/>
              </a:ext>
            </a:extLst>
          </p:cNvPr>
          <p:cNvSpPr txBox="1"/>
          <p:nvPr/>
        </p:nvSpPr>
        <p:spPr>
          <a:xfrm>
            <a:off x="1716258" y="1701937"/>
            <a:ext cx="123303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Clean dispatchable generation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1" name="弧形 510">
            <a:extLst>
              <a:ext uri="{FF2B5EF4-FFF2-40B4-BE49-F238E27FC236}">
                <a16:creationId xmlns:a16="http://schemas.microsoft.com/office/drawing/2014/main" id="{AB270BA5-08CB-6710-564F-019787653871}"/>
              </a:ext>
            </a:extLst>
          </p:cNvPr>
          <p:cNvSpPr/>
          <p:nvPr/>
        </p:nvSpPr>
        <p:spPr>
          <a:xfrm>
            <a:off x="1090567" y="7312095"/>
            <a:ext cx="1231415" cy="914400"/>
          </a:xfrm>
          <a:prstGeom prst="arc">
            <a:avLst>
              <a:gd name="adj1" fmla="val 16200000"/>
              <a:gd name="adj2" fmla="val 19400847"/>
            </a:avLst>
          </a:prstGeom>
          <a:ln w="6350">
            <a:gradFill flip="none" rotWithShape="1">
              <a:gsLst>
                <a:gs pos="0">
                  <a:schemeClr val="tx2">
                    <a:lumMod val="25000"/>
                    <a:lumOff val="7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1"/>
              <a:tileRect/>
            </a:gra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2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E0863E3-D1A3-2F31-7641-2554B1A40733}"/>
              </a:ext>
            </a:extLst>
          </p:cNvPr>
          <p:cNvSpPr txBox="1"/>
          <p:nvPr/>
        </p:nvSpPr>
        <p:spPr>
          <a:xfrm>
            <a:off x="1787521" y="7174335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8" name="图片 447">
            <a:extLst>
              <a:ext uri="{FF2B5EF4-FFF2-40B4-BE49-F238E27FC236}">
                <a16:creationId xmlns:a16="http://schemas.microsoft.com/office/drawing/2014/main" id="{33CAFE30-12E6-DEAA-852D-273480147B2E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24750" b="75250" l="17000" r="81167">
                        <a14:foregroundMark x1="52167" y1="28750" x2="66000" y2="24750"/>
                        <a14:foregroundMark x1="59833" y1="33250" x2="65167" y2="33250"/>
                        <a14:foregroundMark x1="70333" y1="33250" x2="71500" y2="39250"/>
                        <a14:foregroundMark x1="36500" y1="40000" x2="52167" y2="38250"/>
                        <a14:foregroundMark x1="52167" y1="38250" x2="59000" y2="33500"/>
                        <a14:foregroundMark x1="36167" y1="49000" x2="36500" y2="50500"/>
                        <a14:foregroundMark x1="44333" y1="38000" x2="53167" y2="36000"/>
                        <a14:foregroundMark x1="53167" y1="36000" x2="54500" y2="35250"/>
                        <a14:foregroundMark x1="73333" y1="35500" x2="77167" y2="48500"/>
                        <a14:foregroundMark x1="77167" y1="48500" x2="77167" y2="49250"/>
                        <a14:foregroundMark x1="77500" y1="51750" x2="77000" y2="65000"/>
                        <a14:foregroundMark x1="77000" y1="65000" x2="77000" y2="65000"/>
                        <a14:foregroundMark x1="81167" y1="51250" x2="81167" y2="62250"/>
                        <a14:foregroundMark x1="76167" y1="57500" x2="76000" y2="60500"/>
                        <a14:foregroundMark x1="23333" y1="35500" x2="28000" y2="35750"/>
                        <a14:foregroundMark x1="18000" y1="46000" x2="18333" y2="62250"/>
                        <a14:foregroundMark x1="19167" y1="73750" x2="64167" y2="70500"/>
                        <a14:foregroundMark x1="64167" y1="70500" x2="73667" y2="70750"/>
                        <a14:foregroundMark x1="17000" y1="73250" x2="18333" y2="75250"/>
                        <a14:foregroundMark x1="19000" y1="64250" x2="27333" y2="63250"/>
                        <a14:foregroundMark x1="19167" y1="52750" x2="20833" y2="57250"/>
                        <a14:backgroundMark x1="31167" y1="28000" x2="39833" y2="26750"/>
                      </a14:backgroundRemoval>
                    </a14:imgEffect>
                  </a14:imgLayer>
                </a14:imgProps>
              </a:ext>
            </a:extLst>
          </a:blip>
          <a:srcRect l="15486" t="21759" r="16393" b="22486"/>
          <a:stretch>
            <a:fillRect/>
          </a:stretch>
        </p:blipFill>
        <p:spPr>
          <a:xfrm>
            <a:off x="3670466" y="5389213"/>
            <a:ext cx="329884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59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A73EA-3F89-9C89-A4D9-F038790CE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>
            <a:extLst>
              <a:ext uri="{FF2B5EF4-FFF2-40B4-BE49-F238E27FC236}">
                <a16:creationId xmlns:a16="http://schemas.microsoft.com/office/drawing/2014/main" id="{4364DFCD-801C-0F21-CE59-21AFEC4696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8" t="2800"/>
          <a:stretch>
            <a:fillRect/>
          </a:stretch>
        </p:blipFill>
        <p:spPr>
          <a:xfrm>
            <a:off x="8086506" y="3590628"/>
            <a:ext cx="632823" cy="4984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DA9902-D8F3-3DCA-6E2A-C541B8A5B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01" b="98585" l="3356" r="95718">
                        <a14:foregroundMark x1="17940" y1="11006" x2="15394" y2="5896"/>
                        <a14:foregroundMark x1="15394" y1="5896" x2="17245" y2="3381"/>
                        <a14:foregroundMark x1="17245" y1="3381" x2="20023" y2="1572"/>
                        <a14:foregroundMark x1="20023" y1="1572" x2="20023" y2="1572"/>
                        <a14:foregroundMark x1="31597" y1="10535" x2="34144" y2="7469"/>
                        <a14:foregroundMark x1="34144" y1="7469" x2="34259" y2="4638"/>
                        <a14:foregroundMark x1="34259" y1="4638" x2="30324" y2="2280"/>
                        <a14:foregroundMark x1="30324" y1="2280" x2="25694" y2="1101"/>
                        <a14:foregroundMark x1="25694" y1="1101" x2="20139" y2="1101"/>
                        <a14:foregroundMark x1="49190" y1="33412" x2="45023" y2="33726"/>
                        <a14:foregroundMark x1="45023" y1="33726" x2="42708" y2="35613"/>
                        <a14:foregroundMark x1="42708" y1="35613" x2="50579" y2="37893"/>
                        <a14:foregroundMark x1="50579" y1="37893" x2="53009" y2="35613"/>
                        <a14:foregroundMark x1="53009" y1="35613" x2="49421" y2="34198"/>
                        <a14:foregroundMark x1="77199" y1="44182" x2="73380" y2="46619"/>
                        <a14:foregroundMark x1="73380" y1="46619" x2="80556" y2="46855"/>
                        <a14:foregroundMark x1="80556" y1="46855" x2="82292" y2="45126"/>
                        <a14:foregroundMark x1="94560" y1="72327" x2="95718" y2="82469"/>
                        <a14:foregroundMark x1="67824" y1="91431" x2="42361" y2="93553"/>
                        <a14:foregroundMark x1="6134" y1="83805" x2="3472" y2="76101"/>
                        <a14:foregroundMark x1="3472" y1="76101" x2="3472" y2="76101"/>
                        <a14:foregroundMark x1="46991" y1="97799" x2="50116" y2="98585"/>
                      </a14:backgroundRemoval>
                    </a14:imgEffect>
                  </a14:imgLayer>
                </a14:imgProps>
              </a:ext>
            </a:extLst>
          </a:blip>
          <a:srcRect t="1466" r="2431" b="934"/>
          <a:stretch>
            <a:fillRect/>
          </a:stretch>
        </p:blipFill>
        <p:spPr>
          <a:xfrm>
            <a:off x="-158455" y="3257861"/>
            <a:ext cx="676941" cy="9969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6E392A0-7834-EF1B-09E8-B6EB88B389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230" b="97072" l="5556" r="99502">
                        <a14:foregroundMark x1="51575" y1="6941" x2="51575" y2="11605"/>
                        <a14:foregroundMark x1="51327" y1="4230" x2="52073" y2="5098"/>
                        <a14:foregroundMark x1="66833" y1="39805" x2="68491" y2="40672"/>
                        <a14:foregroundMark x1="77446" y1="39805" x2="79270" y2="41323"/>
                        <a14:foregroundMark x1="81426" y1="49349" x2="82836" y2="51193"/>
                        <a14:foregroundMark x1="83499" y1="57918" x2="85406" y2="59436"/>
                        <a14:foregroundMark x1="90299" y1="48373" x2="92206" y2="50868"/>
                        <a14:foregroundMark x1="93367" y1="57918" x2="96683" y2="61280"/>
                        <a14:foregroundMark x1="72471" y1="57592" x2="75041" y2="59761"/>
                        <a14:foregroundMark x1="70398" y1="49349" x2="72222" y2="51193"/>
                        <a14:foregroundMark x1="62189" y1="57918" x2="64511" y2="58785"/>
                        <a14:foregroundMark x1="38972" y1="58243" x2="40547" y2="57918"/>
                        <a14:foregroundMark x1="43864" y1="63774" x2="45274" y2="63774"/>
                        <a14:foregroundMark x1="57960" y1="67462" x2="60282" y2="68004"/>
                        <a14:foregroundMark x1="34494" y1="40998" x2="36153" y2="40672"/>
                        <a14:foregroundMark x1="31675" y1="49566" x2="33085" y2="49566"/>
                        <a14:foregroundMark x1="28109" y1="58785" x2="30017" y2="59111"/>
                        <a14:foregroundMark x1="18242" y1="58785" x2="20647" y2="57592"/>
                        <a14:foregroundMark x1="21310" y1="50217" x2="23217" y2="49566"/>
                        <a14:foregroundMark x1="24378" y1="40130" x2="26700" y2="39805"/>
                        <a14:foregroundMark x1="10531" y1="49566" x2="13599" y2="49566"/>
                        <a14:foregroundMark x1="5804" y1="61280" x2="7711" y2="60629"/>
                        <a14:foregroundMark x1="7960" y1="76030" x2="9370" y2="76030"/>
                        <a14:foregroundMark x1="10779" y1="85249" x2="14096" y2="88286"/>
                        <a14:foregroundMark x1="14096" y1="88286" x2="14096" y2="88612"/>
                        <a14:foregroundMark x1="17081" y1="75380" x2="19652" y2="77549"/>
                        <a14:foregroundMark x1="19652" y1="84599" x2="23881" y2="88937"/>
                        <a14:foregroundMark x1="23881" y1="88937" x2="23881" y2="88937"/>
                        <a14:foregroundMark x1="27446" y1="76030" x2="30265" y2="77874"/>
                        <a14:foregroundMark x1="30929" y1="84924" x2="34743" y2="87310"/>
                        <a14:foregroundMark x1="33748" y1="93818" x2="37977" y2="96204"/>
                        <a14:foregroundMark x1="37977" y1="96204" x2="38723" y2="97180"/>
                        <a14:foregroundMark x1="23881" y1="93492" x2="28358" y2="95662"/>
                        <a14:foregroundMark x1="38226" y1="75705" x2="41957" y2="78200"/>
                        <a14:foregroundMark x1="40796" y1="84273" x2="44444" y2="87310"/>
                        <a14:foregroundMark x1="44444" y1="87310" x2="44527" y2="87636"/>
                        <a14:foregroundMark x1="45025" y1="93492" x2="48093" y2="95662"/>
                        <a14:foregroundMark x1="62355" y1="77549" x2="67330" y2="75054"/>
                        <a14:foregroundMark x1="58209" y1="87093" x2="64013" y2="83948"/>
                        <a14:foregroundMark x1="55556" y1="95011" x2="60779" y2="91323"/>
                        <a14:foregroundMark x1="65920" y1="97180" x2="69900" y2="92842"/>
                        <a14:foregroundMark x1="68740" y1="86117" x2="72720" y2="84599"/>
                        <a14:foregroundMark x1="71559" y1="78416" x2="76949" y2="76356"/>
                        <a14:foregroundMark x1="82338" y1="78742" x2="85821" y2="75705"/>
                        <a14:foregroundMark x1="78856" y1="87093" x2="83250" y2="84924"/>
                        <a14:foregroundMark x1="75539" y1="96855" x2="79270" y2="93167"/>
                        <a14:foregroundMark x1="89635" y1="86768" x2="93864" y2="83948"/>
                        <a14:foregroundMark x1="93367" y1="77549" x2="99502" y2="74512"/>
                      </a14:backgroundRemoval>
                    </a14:imgEffect>
                  </a14:imgLayer>
                </a14:imgProps>
              </a:ext>
            </a:extLst>
          </a:blip>
          <a:srcRect l="3246" t="2667"/>
          <a:stretch>
            <a:fillRect/>
          </a:stretch>
        </p:blipFill>
        <p:spPr>
          <a:xfrm>
            <a:off x="561062" y="2379468"/>
            <a:ext cx="1196862" cy="9204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F0E0B27-FEFE-FEEA-7788-0D3A8A7BF7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668" b="95634" l="6830" r="98981">
                        <a14:foregroundMark x1="32518" y1="10224" x2="34455" y2="14058"/>
                        <a14:foregroundMark x1="20285" y1="18211" x2="25688" y2="39191"/>
                        <a14:foregroundMark x1="6830" y1="25453" x2="14067" y2="47604"/>
                        <a14:foregroundMark x1="14067" y1="47604" x2="14271" y2="48988"/>
                        <a14:foregroundMark x1="70744" y1="7668" x2="76249" y2="8094"/>
                        <a14:foregroundMark x1="23038" y1="62726" x2="42304" y2="53142"/>
                        <a14:foregroundMark x1="42304" y1="53142" x2="42508" y2="52929"/>
                        <a14:foregroundMark x1="50663" y1="46965" x2="54332" y2="42918"/>
                        <a14:foregroundMark x1="77370" y1="28647" x2="81753" y2="24814"/>
                        <a14:foregroundMark x1="81753" y1="24814" x2="88379" y2="26944"/>
                        <a14:foregroundMark x1="88379" y1="26944" x2="90418" y2="30032"/>
                        <a14:foregroundMark x1="90418" y1="30032" x2="90418" y2="30245"/>
                        <a14:foregroundMark x1="95005" y1="39191" x2="92762" y2="56337"/>
                        <a14:foregroundMark x1="92762" y1="56337" x2="72987" y2="75825"/>
                        <a14:foregroundMark x1="34659" y1="85410" x2="38022" y2="88924"/>
                        <a14:foregroundMark x1="38022" y1="88924" x2="53925" y2="95208"/>
                        <a14:foregroundMark x1="53925" y1="95208" x2="59837" y2="95634"/>
                        <a14:foregroundMark x1="59837" y1="95634" x2="60449" y2="95421"/>
                        <a14:foregroundMark x1="17635" y1="45793" x2="23344" y2="44196"/>
                        <a14:foregroundMark x1="96840" y1="73695" x2="98369" y2="76251"/>
                        <a14:foregroundMark x1="98777" y1="40575" x2="98981" y2="42812"/>
                        <a14:foregroundMark x1="67686" y1="12460" x2="72069" y2="15868"/>
                        <a14:foregroundMark x1="72069" y1="15868" x2="81753" y2="13845"/>
                        <a14:foregroundMark x1="81753" y1="13845" x2="73394" y2="13419"/>
                        <a14:foregroundMark x1="73394" y1="13419" x2="70336" y2="14377"/>
                        <a14:foregroundMark x1="70336" y1="14377" x2="69725" y2="14803"/>
                        <a14:foregroundMark x1="46075" y1="30777" x2="45872" y2="34079"/>
                        <a14:foregroundMark x1="45872" y1="34079" x2="46483" y2="32588"/>
                        <a14:foregroundMark x1="35372" y1="36209" x2="32008" y2="38019"/>
                        <a14:foregroundMark x1="32008" y1="38019" x2="34659" y2="37593"/>
                        <a14:foregroundMark x1="23955" y1="41321" x2="21509" y2="43344"/>
                        <a14:foregroundMark x1="21509" y1="43344" x2="22834" y2="42599"/>
                        <a14:foregroundMark x1="23242" y1="41214" x2="24567" y2="40362"/>
                      </a14:backgroundRemoval>
                    </a14:imgEffect>
                  </a14:imgLayer>
                </a14:imgProps>
              </a:ext>
            </a:extLst>
          </a:blip>
          <a:srcRect l="4608" t="4000"/>
          <a:stretch>
            <a:fillRect/>
          </a:stretch>
        </p:blipFill>
        <p:spPr>
          <a:xfrm>
            <a:off x="3452958" y="5079879"/>
            <a:ext cx="1009061" cy="97201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B557940-3216-7E7D-52AA-FF1638E91B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232" b="99318" l="5054" r="97550">
                        <a14:foregroundMark x1="46554" y1="6572" x2="56815" y2="7254"/>
                        <a14:foregroundMark x1="49923" y1="2232" x2="53905" y2="2232"/>
                        <a14:foregroundMark x1="5819" y1="14879" x2="5819" y2="17855"/>
                        <a14:foregroundMark x1="5054" y1="18723" x2="6279" y2="20025"/>
                        <a14:foregroundMark x1="5054" y1="25046" x2="5819" y2="29882"/>
                        <a14:foregroundMark x1="5819" y1="33726" x2="6279" y2="38376"/>
                        <a14:foregroundMark x1="93109" y1="31680" x2="96325" y2="35462"/>
                        <a14:foregroundMark x1="96325" y1="35462" x2="96325" y2="37694"/>
                        <a14:foregroundMark x1="97090" y1="42033" x2="97090" y2="47179"/>
                        <a14:foregroundMark x1="97550" y1="52015" x2="96784" y2="56479"/>
                        <a14:foregroundMark x1="19449" y1="92312" x2="23890" y2="90639"/>
                        <a14:foregroundMark x1="45789" y1="94606" x2="54518" y2="95226"/>
                        <a14:foregroundMark x1="54518" y1="95226" x2="56049" y2="94296"/>
                        <a14:foregroundMark x1="49923" y1="99318" x2="52374" y2="99318"/>
                      </a14:backgroundRemoval>
                    </a14:imgEffect>
                  </a14:imgLayer>
                </a14:imgProps>
              </a:ext>
            </a:extLst>
          </a:blip>
          <a:srcRect l="3012" t="1067" b="1"/>
          <a:stretch>
            <a:fillRect/>
          </a:stretch>
        </p:blipFill>
        <p:spPr>
          <a:xfrm>
            <a:off x="1573445" y="4785987"/>
            <a:ext cx="431103" cy="108624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BB2FE78-8F3D-9146-0FC4-6F10B1F1EC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4961" b="98972" l="1488" r="97429">
                        <a14:foregroundMark x1="94993" y1="27707" x2="97429" y2="45735"/>
                        <a14:foregroundMark x1="97429" y1="45735" x2="94587" y2="62492"/>
                        <a14:foregroundMark x1="58322" y1="5021" x2="58322" y2="8953"/>
                        <a14:foregroundMark x1="10961" y1="46945" x2="7442" y2="59165"/>
                        <a14:foregroundMark x1="7442" y1="59165" x2="7713" y2="76830"/>
                        <a14:foregroundMark x1="7713" y1="76830" x2="7172" y2="78705"/>
                        <a14:foregroundMark x1="3924" y1="81549" x2="20162" y2="90321"/>
                        <a14:foregroundMark x1="20162" y1="90321" x2="36671" y2="95523"/>
                        <a14:foregroundMark x1="36671" y1="95523" x2="41949" y2="94797"/>
                        <a14:foregroundMark x1="41949" y1="94797" x2="45061" y2="92922"/>
                        <a14:foregroundMark x1="33965" y1="98851" x2="35589" y2="99032"/>
                        <a14:foregroundMark x1="1488" y1="81004" x2="2503" y2="83545"/>
                      </a14:backgroundRemoval>
                    </a14:imgEffect>
                  </a14:imgLayer>
                </a14:imgProps>
              </a:ext>
            </a:extLst>
          </a:blip>
          <a:srcRect l="-275" t="2267"/>
          <a:stretch>
            <a:fillRect/>
          </a:stretch>
        </p:blipFill>
        <p:spPr>
          <a:xfrm>
            <a:off x="762804" y="4068273"/>
            <a:ext cx="503004" cy="54830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1F70128-958E-3C53-C855-B4297258A4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376" b="99167" l="17469" r="98222">
                        <a14:foregroundMark x1="16527" y1="2896" x2="21444" y2="8617"/>
                        <a14:foregroundMark x1="21444" y1="8617" x2="44665" y2="9232"/>
                        <a14:foregroundMark x1="44665" y1="9232" x2="52929" y2="10319"/>
                        <a14:foregroundMark x1="17469" y1="2715" x2="19247" y2="7060"/>
                        <a14:foregroundMark x1="17469" y1="1955" x2="18828" y2="3512"/>
                        <a14:foregroundMark x1="17469" y1="2571" x2="18305" y2="1484"/>
                        <a14:foregroundMark x1="87029" y1="12962" x2="87029" y2="16872"/>
                        <a14:foregroundMark x1="86088" y1="13903" x2="87448" y2="16691"/>
                        <a14:foregroundMark x1="92782" y1="18863" x2="94665" y2="20275"/>
                        <a14:foregroundMark x1="95502" y1="30992" x2="98222" y2="32078"/>
                        <a14:foregroundMark x1="17469" y1="13758" x2="19247" y2="19189"/>
                        <a14:foregroundMark x1="19247" y1="13758" x2="19665" y2="16546"/>
                        <a14:foregroundMark x1="50209" y1="91564" x2="53347" y2="99167"/>
                      </a14:backgroundRemoval>
                    </a14:imgEffect>
                  </a14:imgLayer>
                </a14:imgProps>
              </a:ext>
            </a:extLst>
          </a:blip>
          <a:srcRect l="9295" t="1466"/>
          <a:stretch>
            <a:fillRect/>
          </a:stretch>
        </p:blipFill>
        <p:spPr>
          <a:xfrm>
            <a:off x="3326163" y="2221522"/>
            <a:ext cx="443037" cy="139046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1C13FF9-537B-6092-5336-7CBD5537D6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8" t="2800"/>
          <a:stretch>
            <a:fillRect/>
          </a:stretch>
        </p:blipFill>
        <p:spPr>
          <a:xfrm>
            <a:off x="7444936" y="3246990"/>
            <a:ext cx="632823" cy="49846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5AF6002-6D25-DAE4-0137-6EFA9381363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3449" t="2400"/>
          <a:stretch>
            <a:fillRect/>
          </a:stretch>
        </p:blipFill>
        <p:spPr>
          <a:xfrm>
            <a:off x="7110678" y="4193935"/>
            <a:ext cx="334257" cy="49846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FFFFF7C-E162-3AB7-05AF-3B2A67A10A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6484" b="96703" l="3880" r="97209">
                        <a14:foregroundMark x1="5174" y1="56154" x2="5174" y2="56154"/>
                        <a14:foregroundMark x1="37781" y1="37143" x2="37781" y2="37143"/>
                        <a14:foregroundMark x1="9939" y1="52967" x2="23553" y2="54396"/>
                        <a14:foregroundMark x1="23553" y1="54396" x2="53982" y2="32637"/>
                        <a14:foregroundMark x1="5990" y1="68901" x2="5990" y2="82308"/>
                        <a14:foregroundMark x1="5037" y1="63077" x2="8986" y2="68681"/>
                        <a14:foregroundMark x1="8986" y1="68681" x2="19809" y2="70549"/>
                        <a14:foregroundMark x1="19809" y1="70549" x2="34513" y2="66484"/>
                        <a14:foregroundMark x1="34513" y1="66484" x2="36283" y2="57473"/>
                        <a14:foregroundMark x1="36283" y1="57473" x2="28455" y2="54066"/>
                        <a14:foregroundMark x1="28455" y1="54066" x2="28455" y2="54066"/>
                        <a14:foregroundMark x1="62491" y1="17033" x2="68754" y2="12088"/>
                        <a14:foregroundMark x1="68754" y1="12088" x2="77127" y2="14725"/>
                        <a14:foregroundMark x1="77127" y1="14725" x2="76991" y2="21319"/>
                        <a14:foregroundMark x1="76991" y1="21319" x2="71341" y2="30989"/>
                        <a14:foregroundMark x1="71341" y1="30989" x2="67529" y2="23297"/>
                        <a14:foregroundMark x1="67529" y1="23297" x2="64125" y2="20659"/>
                        <a14:foregroundMark x1="64125" y1="20659" x2="62832" y2="20989"/>
                        <a14:foregroundMark x1="67393" y1="7033" x2="70728" y2="6703"/>
                        <a14:foregroundMark x1="70728" y1="6703" x2="71341" y2="6703"/>
                        <a14:foregroundMark x1="36828" y1="75495" x2="49421" y2="90220"/>
                        <a14:foregroundMark x1="40708" y1="72308" x2="45950" y2="77802"/>
                        <a14:foregroundMark x1="33696" y1="73297" x2="33696" y2="80989"/>
                        <a14:foregroundMark x1="52212" y1="87912" x2="52212" y2="96923"/>
                        <a14:foregroundMark x1="88700" y1="63846" x2="89721" y2="61758"/>
                        <a14:foregroundMark x1="89176" y1="42967" x2="92648" y2="47692"/>
                        <a14:foregroundMark x1="92648" y1="47692" x2="91967" y2="54066"/>
                        <a14:foregroundMark x1="91967" y1="54066" x2="96596" y2="57912"/>
                        <a14:foregroundMark x1="96596" y1="57912" x2="97209" y2="65714"/>
                        <a14:foregroundMark x1="4016" y1="58791" x2="3880" y2="76044"/>
                      </a14:backgroundRemoval>
                    </a14:imgEffect>
                  </a14:imgLayer>
                </a14:imgProps>
              </a:ext>
            </a:extLst>
          </a:blip>
          <a:srcRect l="1874" t="4533"/>
          <a:stretch>
            <a:fillRect/>
          </a:stretch>
        </p:blipFill>
        <p:spPr>
          <a:xfrm>
            <a:off x="-1124812" y="3737982"/>
            <a:ext cx="785719" cy="47353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16FDAD5-E990-55F4-E9D0-E55C77881348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5219" t="933"/>
          <a:stretch>
            <a:fillRect/>
          </a:stretch>
        </p:blipFill>
        <p:spPr>
          <a:xfrm>
            <a:off x="6546012" y="5048377"/>
            <a:ext cx="564667" cy="49846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1448A083-78B8-6E25-E5C3-DF0E12906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9333"/>
          <a:stretch>
            <a:fillRect/>
          </a:stretch>
        </p:blipFill>
        <p:spPr>
          <a:xfrm>
            <a:off x="6573451" y="-2051181"/>
            <a:ext cx="589053" cy="35900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3B0A1FE7-DA0F-228D-9C9C-B6B5DA83F44E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8467" t="1067" b="1"/>
          <a:stretch>
            <a:fillRect/>
          </a:stretch>
        </p:blipFill>
        <p:spPr>
          <a:xfrm>
            <a:off x="4236988" y="-2358403"/>
            <a:ext cx="647338" cy="648179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C58BE1E-FABE-891E-EB94-67BAF28B261E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3795" t="933"/>
          <a:stretch>
            <a:fillRect/>
          </a:stretch>
        </p:blipFill>
        <p:spPr>
          <a:xfrm>
            <a:off x="7320090" y="-881864"/>
            <a:ext cx="353388" cy="71031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17E32254-2138-A31F-A05E-29CA2E3793A6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1604" t="4798"/>
          <a:stretch>
            <a:fillRect/>
          </a:stretch>
        </p:blipFill>
        <p:spPr>
          <a:xfrm>
            <a:off x="5650277" y="-1426548"/>
            <a:ext cx="711831" cy="466233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688B9B1-9627-8702-7F6D-6B6141EAC5ED}"/>
              </a:ext>
            </a:extLst>
          </p:cNvPr>
          <p:cNvPicPr>
            <a:picLocks noChangeAspect="1"/>
          </p:cNvPicPr>
          <p:nvPr/>
        </p:nvPicPr>
        <p:blipFill>
          <a:blip r:embed="rId2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621" b="96800" l="6490" r="97788">
                        <a14:foregroundMark x1="6563" y1="41117" x2="10767" y2="40735"/>
                        <a14:foregroundMark x1="53909" y1="5062" x2="53024" y2="9503"/>
                        <a14:foregroundMark x1="90413" y1="64804" x2="97935" y2="69628"/>
                        <a14:foregroundMark x1="53319" y1="621" x2="53319" y2="1767"/>
                        <a14:foregroundMark x1="61357" y1="92550" x2="61062" y2="96800"/>
                      </a14:backgroundRemoval>
                    </a14:imgEffect>
                  </a14:imgLayer>
                </a14:imgProps>
              </a:ext>
            </a:extLst>
          </a:blip>
          <a:srcRect l="2506"/>
          <a:stretch>
            <a:fillRect/>
          </a:stretch>
        </p:blipFill>
        <p:spPr>
          <a:xfrm>
            <a:off x="-504788" y="1843783"/>
            <a:ext cx="711831" cy="1127496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AA4E81FD-4976-3ED2-C270-E18D538D436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3449" t="2400"/>
          <a:stretch>
            <a:fillRect/>
          </a:stretch>
        </p:blipFill>
        <p:spPr>
          <a:xfrm>
            <a:off x="7485105" y="4193935"/>
            <a:ext cx="334257" cy="498462"/>
          </a:xfrm>
          <a:prstGeom prst="rect">
            <a:avLst/>
          </a:prstGeom>
        </p:spPr>
      </p:pic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34EC48C-87DB-91B2-6E7F-BA546973AD3E}"/>
              </a:ext>
            </a:extLst>
          </p:cNvPr>
          <p:cNvCxnSpPr>
            <a:cxnSpLocks/>
          </p:cNvCxnSpPr>
          <p:nvPr/>
        </p:nvCxnSpPr>
        <p:spPr>
          <a:xfrm>
            <a:off x="518486" y="4068273"/>
            <a:ext cx="2866154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86B11143-365B-FD24-BF9D-36CAF8E24FAE}"/>
              </a:ext>
            </a:extLst>
          </p:cNvPr>
          <p:cNvCxnSpPr>
            <a:cxnSpLocks/>
          </p:cNvCxnSpPr>
          <p:nvPr/>
        </p:nvCxnSpPr>
        <p:spPr>
          <a:xfrm>
            <a:off x="484931" y="4117107"/>
            <a:ext cx="284123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5F30A09-8421-18D9-9319-6F4C390756DA}"/>
              </a:ext>
            </a:extLst>
          </p:cNvPr>
          <p:cNvCxnSpPr>
            <a:cxnSpLocks/>
          </p:cNvCxnSpPr>
          <p:nvPr/>
        </p:nvCxnSpPr>
        <p:spPr>
          <a:xfrm>
            <a:off x="330996" y="4169861"/>
            <a:ext cx="291600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DA1F4574-5343-8183-D0A9-0757E38AF9C7}"/>
              </a:ext>
            </a:extLst>
          </p:cNvPr>
          <p:cNvCxnSpPr>
            <a:cxnSpLocks/>
          </p:cNvCxnSpPr>
          <p:nvPr/>
        </p:nvCxnSpPr>
        <p:spPr>
          <a:xfrm>
            <a:off x="2055651" y="4193935"/>
            <a:ext cx="1470462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101E1565-09EA-9D36-E06F-BDF3A7686AB9}"/>
              </a:ext>
            </a:extLst>
          </p:cNvPr>
          <p:cNvCxnSpPr>
            <a:cxnSpLocks/>
          </p:cNvCxnSpPr>
          <p:nvPr/>
        </p:nvCxnSpPr>
        <p:spPr>
          <a:xfrm>
            <a:off x="2057266" y="4242769"/>
            <a:ext cx="1395692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9873503-54DE-2197-DC8A-5F0413B01583}"/>
              </a:ext>
            </a:extLst>
          </p:cNvPr>
          <p:cNvCxnSpPr>
            <a:cxnSpLocks/>
          </p:cNvCxnSpPr>
          <p:nvPr/>
        </p:nvCxnSpPr>
        <p:spPr>
          <a:xfrm>
            <a:off x="2052800" y="4295523"/>
            <a:ext cx="1395692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1763ACED-92AE-B7AD-4B57-B2D68367E5B9}"/>
              </a:ext>
            </a:extLst>
          </p:cNvPr>
          <p:cNvCxnSpPr>
            <a:cxnSpLocks/>
          </p:cNvCxnSpPr>
          <p:nvPr/>
        </p:nvCxnSpPr>
        <p:spPr>
          <a:xfrm>
            <a:off x="3516992" y="4137552"/>
            <a:ext cx="1395692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2BE00A8C-3ECB-C328-9E2E-B7FD73234224}"/>
              </a:ext>
            </a:extLst>
          </p:cNvPr>
          <p:cNvCxnSpPr>
            <a:cxnSpLocks/>
          </p:cNvCxnSpPr>
          <p:nvPr/>
        </p:nvCxnSpPr>
        <p:spPr>
          <a:xfrm>
            <a:off x="3516992" y="4175177"/>
            <a:ext cx="1395692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15FCC21A-236F-06EB-A9E0-CCB860B9738C}"/>
              </a:ext>
            </a:extLst>
          </p:cNvPr>
          <p:cNvCxnSpPr>
            <a:cxnSpLocks/>
          </p:cNvCxnSpPr>
          <p:nvPr/>
        </p:nvCxnSpPr>
        <p:spPr>
          <a:xfrm>
            <a:off x="3621663" y="4211520"/>
            <a:ext cx="1395692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8A780589-A686-9867-A238-D448107A02EB}"/>
              </a:ext>
            </a:extLst>
          </p:cNvPr>
          <p:cNvCxnSpPr>
            <a:cxnSpLocks/>
          </p:cNvCxnSpPr>
          <p:nvPr/>
        </p:nvCxnSpPr>
        <p:spPr>
          <a:xfrm>
            <a:off x="3634852" y="4247165"/>
            <a:ext cx="1395692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3699808A-83B5-BB9B-17AD-AC65027EA38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ackgroundRemoval t="1641" b="95509" l="4924" r="90323">
                        <a14:foregroundMark x1="16129" y1="12435" x2="32428" y2="4922"/>
                        <a14:foregroundMark x1="32428" y1="4922" x2="44652" y2="5095"/>
                        <a14:foregroundMark x1="44652" y1="5095" x2="71647" y2="10017"/>
                        <a14:foregroundMark x1="71647" y1="10017" x2="79117" y2="18135"/>
                        <a14:foregroundMark x1="79117" y1="18135" x2="67233" y2="23230"/>
                        <a14:foregroundMark x1="67233" y1="23230" x2="66893" y2="23661"/>
                        <a14:foregroundMark x1="7301" y1="13903" x2="7301" y2="21675"/>
                        <a14:foregroundMark x1="46689" y1="2073" x2="49576" y2="1641"/>
                        <a14:foregroundMark x1="90662" y1="15976" x2="90492" y2="19689"/>
                        <a14:foregroundMark x1="14601" y1="30225" x2="60951" y2="34456"/>
                        <a14:foregroundMark x1="5093" y1="25302" x2="14601" y2="31434"/>
                        <a14:foregroundMark x1="14601" y1="31434" x2="47538" y2="33074"/>
                        <a14:foregroundMark x1="47538" y1="33074" x2="89474" y2="26684"/>
                        <a14:foregroundMark x1="89474" y1="26684" x2="89983" y2="26511"/>
                        <a14:foregroundMark x1="24109" y1="94128" x2="39049" y2="95509"/>
                        <a14:foregroundMark x1="39049" y1="95509" x2="64516" y2="94560"/>
                      </a14:backgroundRemoval>
                    </a14:imgEffect>
                  </a14:imgLayer>
                </a14:imgProps>
              </a:ext>
            </a:extLst>
          </a:blip>
          <a:srcRect l="3081" t="1127" r="7051" b="1431"/>
          <a:stretch>
            <a:fillRect/>
          </a:stretch>
        </p:blipFill>
        <p:spPr>
          <a:xfrm>
            <a:off x="5420005" y="1574398"/>
            <a:ext cx="1126007" cy="240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321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D0C3A-AD2A-AC75-CD84-C17CEC7C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图表 123">
            <a:extLst>
              <a:ext uri="{FF2B5EF4-FFF2-40B4-BE49-F238E27FC236}">
                <a16:creationId xmlns:a16="http://schemas.microsoft.com/office/drawing/2014/main" id="{9ECAC584-6689-01D3-30D7-8ADEB64196F9}"/>
              </a:ext>
            </a:extLst>
          </p:cNvPr>
          <p:cNvGraphicFramePr>
            <a:graphicFrameLocks/>
          </p:cNvGraphicFramePr>
          <p:nvPr/>
        </p:nvGraphicFramePr>
        <p:xfrm>
          <a:off x="3382096" y="7113127"/>
          <a:ext cx="828000" cy="7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10" name="图表 509">
            <a:extLst>
              <a:ext uri="{FF2B5EF4-FFF2-40B4-BE49-F238E27FC236}">
                <a16:creationId xmlns:a16="http://schemas.microsoft.com/office/drawing/2014/main" id="{76E4839F-7567-00CD-CBCE-08E0669F936A}"/>
              </a:ext>
            </a:extLst>
          </p:cNvPr>
          <p:cNvGraphicFramePr>
            <a:graphicFrameLocks/>
          </p:cNvGraphicFramePr>
          <p:nvPr/>
        </p:nvGraphicFramePr>
        <p:xfrm>
          <a:off x="2855176" y="2224179"/>
          <a:ext cx="1296000" cy="5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06" name="图表 505">
            <a:extLst>
              <a:ext uri="{FF2B5EF4-FFF2-40B4-BE49-F238E27FC236}">
                <a16:creationId xmlns:a16="http://schemas.microsoft.com/office/drawing/2014/main" id="{BFA2F994-471E-0B08-A1C3-199A7918A173}"/>
              </a:ext>
            </a:extLst>
          </p:cNvPr>
          <p:cNvGraphicFramePr>
            <a:graphicFrameLocks/>
          </p:cNvGraphicFramePr>
          <p:nvPr/>
        </p:nvGraphicFramePr>
        <p:xfrm>
          <a:off x="856431" y="6994243"/>
          <a:ext cx="1594800" cy="93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62" name="图表 461">
            <a:extLst>
              <a:ext uri="{FF2B5EF4-FFF2-40B4-BE49-F238E27FC236}">
                <a16:creationId xmlns:a16="http://schemas.microsoft.com/office/drawing/2014/main" id="{26F47C00-2791-F698-A5F9-E9E9630279BE}"/>
              </a:ext>
            </a:extLst>
          </p:cNvPr>
          <p:cNvGraphicFramePr>
            <a:graphicFrameLocks/>
          </p:cNvGraphicFramePr>
          <p:nvPr/>
        </p:nvGraphicFramePr>
        <p:xfrm>
          <a:off x="943428" y="2077736"/>
          <a:ext cx="1573200" cy="8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6" name="图表 25">
            <a:extLst>
              <a:ext uri="{FF2B5EF4-FFF2-40B4-BE49-F238E27FC236}">
                <a16:creationId xmlns:a16="http://schemas.microsoft.com/office/drawing/2014/main" id="{9C15D3E7-F221-2D3A-514C-F7849E6686B1}"/>
              </a:ext>
            </a:extLst>
          </p:cNvPr>
          <p:cNvGraphicFramePr>
            <a:graphicFrameLocks/>
          </p:cNvGraphicFramePr>
          <p:nvPr/>
        </p:nvGraphicFramePr>
        <p:xfrm>
          <a:off x="4050327" y="706143"/>
          <a:ext cx="2080800" cy="8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0201FE49-23CF-B562-0A0B-D664A560B867}"/>
              </a:ext>
            </a:extLst>
          </p:cNvPr>
          <p:cNvSpPr/>
          <p:nvPr/>
        </p:nvSpPr>
        <p:spPr>
          <a:xfrm>
            <a:off x="861892" y="1591131"/>
            <a:ext cx="288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B5EEBC50-681B-343E-8957-A9BB838E8F92}"/>
              </a:ext>
            </a:extLst>
          </p:cNvPr>
          <p:cNvSpPr/>
          <p:nvPr/>
        </p:nvSpPr>
        <p:spPr>
          <a:xfrm>
            <a:off x="4048179" y="1581338"/>
            <a:ext cx="1944000" cy="45719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FD4DA40E-E591-0922-D15A-BB47D9CA7C03}"/>
              </a:ext>
            </a:extLst>
          </p:cNvPr>
          <p:cNvSpPr/>
          <p:nvPr/>
        </p:nvSpPr>
        <p:spPr>
          <a:xfrm>
            <a:off x="4188861" y="783713"/>
            <a:ext cx="1800000" cy="648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CEF8E319-C8E1-1413-1951-717D26C1FC6D}"/>
              </a:ext>
            </a:extLst>
          </p:cNvPr>
          <p:cNvSpPr txBox="1"/>
          <p:nvPr/>
        </p:nvSpPr>
        <p:spPr>
          <a:xfrm>
            <a:off x="788147" y="572822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A0B37A18-BD78-DE03-6C39-B7A3E930748B}"/>
              </a:ext>
            </a:extLst>
          </p:cNvPr>
          <p:cNvSpPr txBox="1"/>
          <p:nvPr/>
        </p:nvSpPr>
        <p:spPr>
          <a:xfrm>
            <a:off x="3976256" y="615654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6E533F0D-1C28-B5B2-68D1-9416B63B8702}"/>
              </a:ext>
            </a:extLst>
          </p:cNvPr>
          <p:cNvSpPr/>
          <p:nvPr/>
        </p:nvSpPr>
        <p:spPr>
          <a:xfrm>
            <a:off x="997207" y="717354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9A3284AE-7120-6E33-8EAB-6C83EC0C4F86}"/>
              </a:ext>
            </a:extLst>
          </p:cNvPr>
          <p:cNvSpPr txBox="1"/>
          <p:nvPr/>
        </p:nvSpPr>
        <p:spPr>
          <a:xfrm>
            <a:off x="1505413" y="139719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B2936651-A12D-5ACC-E486-77AFAAC8C3C8}"/>
              </a:ext>
            </a:extLst>
          </p:cNvPr>
          <p:cNvSpPr txBox="1"/>
          <p:nvPr/>
        </p:nvSpPr>
        <p:spPr>
          <a:xfrm>
            <a:off x="2099941" y="139719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BDB12DD0-6DA7-ADA8-5301-72D3F7F9AD18}"/>
              </a:ext>
            </a:extLst>
          </p:cNvPr>
          <p:cNvSpPr txBox="1"/>
          <p:nvPr/>
        </p:nvSpPr>
        <p:spPr>
          <a:xfrm>
            <a:off x="1807120" y="1397193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7A29B28B-C284-3FEC-CDEC-1B23A8E8A5EC}"/>
              </a:ext>
            </a:extLst>
          </p:cNvPr>
          <p:cNvSpPr txBox="1"/>
          <p:nvPr/>
        </p:nvSpPr>
        <p:spPr>
          <a:xfrm>
            <a:off x="900078" y="1398135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E80724EB-D6BA-68FE-A984-45CFA4DEB14A}"/>
              </a:ext>
            </a:extLst>
          </p:cNvPr>
          <p:cNvSpPr txBox="1"/>
          <p:nvPr/>
        </p:nvSpPr>
        <p:spPr>
          <a:xfrm>
            <a:off x="1225155" y="1395469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9C7DA50A-099D-EB47-DD78-704179C8ECFD}"/>
              </a:ext>
            </a:extLst>
          </p:cNvPr>
          <p:cNvSpPr txBox="1"/>
          <p:nvPr/>
        </p:nvSpPr>
        <p:spPr>
          <a:xfrm rot="16200000">
            <a:off x="600945" y="991534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BCEB5E0F-560B-67C9-ACC4-60A9A3707F34}"/>
              </a:ext>
            </a:extLst>
          </p:cNvPr>
          <p:cNvSpPr/>
          <p:nvPr/>
        </p:nvSpPr>
        <p:spPr>
          <a:xfrm>
            <a:off x="954519" y="2957819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318D222C-A661-C362-ED43-A65516532C85}"/>
              </a:ext>
            </a:extLst>
          </p:cNvPr>
          <p:cNvSpPr/>
          <p:nvPr/>
        </p:nvSpPr>
        <p:spPr>
          <a:xfrm>
            <a:off x="4467932" y="2953665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90B0B1BB-A41C-2FD4-42D5-1B5B325DFBBC}"/>
              </a:ext>
            </a:extLst>
          </p:cNvPr>
          <p:cNvSpPr/>
          <p:nvPr/>
        </p:nvSpPr>
        <p:spPr>
          <a:xfrm>
            <a:off x="2726466" y="2957819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667548FC-57CA-0844-3220-0F8C8E456878}"/>
              </a:ext>
            </a:extLst>
          </p:cNvPr>
          <p:cNvSpPr txBox="1"/>
          <p:nvPr/>
        </p:nvSpPr>
        <p:spPr>
          <a:xfrm rot="16200000">
            <a:off x="686916" y="2390952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9" name="文本框 298">
            <a:extLst>
              <a:ext uri="{FF2B5EF4-FFF2-40B4-BE49-F238E27FC236}">
                <a16:creationId xmlns:a16="http://schemas.microsoft.com/office/drawing/2014/main" id="{70F3C776-9697-B534-E6D5-2A3090AAFD18}"/>
              </a:ext>
            </a:extLst>
          </p:cNvPr>
          <p:cNvSpPr txBox="1"/>
          <p:nvPr/>
        </p:nvSpPr>
        <p:spPr>
          <a:xfrm>
            <a:off x="1113500" y="2770863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Day1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" name="文本框 299">
            <a:extLst>
              <a:ext uri="{FF2B5EF4-FFF2-40B4-BE49-F238E27FC236}">
                <a16:creationId xmlns:a16="http://schemas.microsoft.com/office/drawing/2014/main" id="{1BF8C95C-1EF0-EFE0-2C30-B4B4FA3073A8}"/>
              </a:ext>
            </a:extLst>
          </p:cNvPr>
          <p:cNvSpPr txBox="1"/>
          <p:nvPr/>
        </p:nvSpPr>
        <p:spPr>
          <a:xfrm>
            <a:off x="1576931" y="2770863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1" name="文本框 300">
            <a:extLst>
              <a:ext uri="{FF2B5EF4-FFF2-40B4-BE49-F238E27FC236}">
                <a16:creationId xmlns:a16="http://schemas.microsoft.com/office/drawing/2014/main" id="{23FA9B21-8433-366B-3F7B-AA14A282E2E0}"/>
              </a:ext>
            </a:extLst>
          </p:cNvPr>
          <p:cNvSpPr txBox="1"/>
          <p:nvPr/>
        </p:nvSpPr>
        <p:spPr>
          <a:xfrm>
            <a:off x="2009138" y="2770863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Day3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DB1033B4-F1B7-2DE5-0E9D-3014CD9FBCE1}"/>
              </a:ext>
            </a:extLst>
          </p:cNvPr>
          <p:cNvSpPr/>
          <p:nvPr/>
        </p:nvSpPr>
        <p:spPr>
          <a:xfrm>
            <a:off x="2853780" y="2153892"/>
            <a:ext cx="1296000" cy="648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1CBA35B5-8492-4996-FA7F-CCBADDBBF477}"/>
              </a:ext>
            </a:extLst>
          </p:cNvPr>
          <p:cNvSpPr txBox="1"/>
          <p:nvPr/>
        </p:nvSpPr>
        <p:spPr>
          <a:xfrm>
            <a:off x="3361986" y="277023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ABEC0619-C311-B223-C447-CEABCADD6903}"/>
              </a:ext>
            </a:extLst>
          </p:cNvPr>
          <p:cNvSpPr txBox="1"/>
          <p:nvPr/>
        </p:nvSpPr>
        <p:spPr>
          <a:xfrm>
            <a:off x="3956514" y="277023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8D34C609-4277-E1A9-9032-33A4601A469A}"/>
              </a:ext>
            </a:extLst>
          </p:cNvPr>
          <p:cNvSpPr txBox="1"/>
          <p:nvPr/>
        </p:nvSpPr>
        <p:spPr>
          <a:xfrm>
            <a:off x="3663693" y="2770231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99B44D2F-1D9E-23B6-13C0-6D71714C9EBA}"/>
              </a:ext>
            </a:extLst>
          </p:cNvPr>
          <p:cNvSpPr txBox="1"/>
          <p:nvPr/>
        </p:nvSpPr>
        <p:spPr>
          <a:xfrm>
            <a:off x="2756651" y="2771173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052C2E54-5B8B-0CEE-D22C-4121154FD7E1}"/>
              </a:ext>
            </a:extLst>
          </p:cNvPr>
          <p:cNvSpPr txBox="1"/>
          <p:nvPr/>
        </p:nvSpPr>
        <p:spPr>
          <a:xfrm>
            <a:off x="3081728" y="2768507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900072B8-E7EA-6173-C658-D7D33BF6EAAE}"/>
              </a:ext>
            </a:extLst>
          </p:cNvPr>
          <p:cNvSpPr txBox="1"/>
          <p:nvPr/>
        </p:nvSpPr>
        <p:spPr>
          <a:xfrm rot="16200000">
            <a:off x="2460696" y="2404958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2" name="任意多边形: 形状 321">
            <a:extLst>
              <a:ext uri="{FF2B5EF4-FFF2-40B4-BE49-F238E27FC236}">
                <a16:creationId xmlns:a16="http://schemas.microsoft.com/office/drawing/2014/main" id="{B4247F80-10AA-ECEC-1353-EE690F028EB5}"/>
              </a:ext>
            </a:extLst>
          </p:cNvPr>
          <p:cNvSpPr/>
          <p:nvPr/>
        </p:nvSpPr>
        <p:spPr>
          <a:xfrm>
            <a:off x="4605428" y="2157760"/>
            <a:ext cx="1296000" cy="648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6FC35519-4107-CDA2-B144-4CD0D9D2010F}"/>
              </a:ext>
            </a:extLst>
          </p:cNvPr>
          <p:cNvSpPr txBox="1"/>
          <p:nvPr/>
        </p:nvSpPr>
        <p:spPr>
          <a:xfrm>
            <a:off x="5113633" y="2774858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CF742F7C-789D-DD72-E3AD-AB5C431253B5}"/>
              </a:ext>
            </a:extLst>
          </p:cNvPr>
          <p:cNvSpPr txBox="1"/>
          <p:nvPr/>
        </p:nvSpPr>
        <p:spPr>
          <a:xfrm>
            <a:off x="5708161" y="2774858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E11861C0-93A9-70E4-C402-F0D5900F742B}"/>
              </a:ext>
            </a:extLst>
          </p:cNvPr>
          <p:cNvSpPr txBox="1"/>
          <p:nvPr/>
        </p:nvSpPr>
        <p:spPr>
          <a:xfrm>
            <a:off x="5415340" y="2774858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6" name="文本框 325">
            <a:extLst>
              <a:ext uri="{FF2B5EF4-FFF2-40B4-BE49-F238E27FC236}">
                <a16:creationId xmlns:a16="http://schemas.microsoft.com/office/drawing/2014/main" id="{4CB3DE49-8AA6-E201-85F2-9392957A58E6}"/>
              </a:ext>
            </a:extLst>
          </p:cNvPr>
          <p:cNvSpPr txBox="1"/>
          <p:nvPr/>
        </p:nvSpPr>
        <p:spPr>
          <a:xfrm>
            <a:off x="4508298" y="2775800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200426D9-FFEA-7F49-F211-22E07BB557CD}"/>
              </a:ext>
            </a:extLst>
          </p:cNvPr>
          <p:cNvSpPr txBox="1"/>
          <p:nvPr/>
        </p:nvSpPr>
        <p:spPr>
          <a:xfrm>
            <a:off x="4833375" y="2773134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A2353F9F-2E02-4401-2AC1-2A78658F2035}"/>
              </a:ext>
            </a:extLst>
          </p:cNvPr>
          <p:cNvSpPr txBox="1"/>
          <p:nvPr/>
        </p:nvSpPr>
        <p:spPr>
          <a:xfrm rot="16200000">
            <a:off x="4212341" y="2388241"/>
            <a:ext cx="607859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文本框 330">
            <a:extLst>
              <a:ext uri="{FF2B5EF4-FFF2-40B4-BE49-F238E27FC236}">
                <a16:creationId xmlns:a16="http://schemas.microsoft.com/office/drawing/2014/main" id="{F22DB219-AECF-AEF0-A27E-15AE24AB7938}"/>
              </a:ext>
            </a:extLst>
          </p:cNvPr>
          <p:cNvSpPr txBox="1"/>
          <p:nvPr/>
        </p:nvSpPr>
        <p:spPr>
          <a:xfrm>
            <a:off x="878369" y="2009360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文本框 331">
            <a:extLst>
              <a:ext uri="{FF2B5EF4-FFF2-40B4-BE49-F238E27FC236}">
                <a16:creationId xmlns:a16="http://schemas.microsoft.com/office/drawing/2014/main" id="{76FF9A12-D862-1A59-813C-FC936AB6214C}"/>
              </a:ext>
            </a:extLst>
          </p:cNvPr>
          <p:cNvSpPr txBox="1"/>
          <p:nvPr/>
        </p:nvSpPr>
        <p:spPr>
          <a:xfrm>
            <a:off x="2645368" y="2006335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C7947A6B-DD95-20A9-AC86-4D8E2E696ECB}"/>
              </a:ext>
            </a:extLst>
          </p:cNvPr>
          <p:cNvSpPr txBox="1"/>
          <p:nvPr/>
        </p:nvSpPr>
        <p:spPr>
          <a:xfrm>
            <a:off x="4391749" y="2006335"/>
            <a:ext cx="242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76079477-1D5B-F7F1-AB53-44EFC6125FFF}"/>
              </a:ext>
            </a:extLst>
          </p:cNvPr>
          <p:cNvSpPr/>
          <p:nvPr/>
        </p:nvSpPr>
        <p:spPr>
          <a:xfrm flipV="1">
            <a:off x="861892" y="6990942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7184919B-1515-9566-CE63-F57DEBF06032}"/>
              </a:ext>
            </a:extLst>
          </p:cNvPr>
          <p:cNvSpPr/>
          <p:nvPr/>
        </p:nvSpPr>
        <p:spPr>
          <a:xfrm flipV="1">
            <a:off x="2727717" y="6988765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364F9E72-C5F7-563D-3125-9AC322FC2DE0}"/>
              </a:ext>
            </a:extLst>
          </p:cNvPr>
          <p:cNvSpPr/>
          <p:nvPr/>
        </p:nvSpPr>
        <p:spPr>
          <a:xfrm flipV="1">
            <a:off x="4556108" y="6990097"/>
            <a:ext cx="1440000" cy="36000"/>
          </a:xfrm>
          <a:custGeom>
            <a:avLst/>
            <a:gdLst>
              <a:gd name="connsiteX0" fmla="*/ 0 w 1481138"/>
              <a:gd name="connsiteY0" fmla="*/ 1587 h 217487"/>
              <a:gd name="connsiteX1" fmla="*/ 0 w 1481138"/>
              <a:gd name="connsiteY1" fmla="*/ 215900 h 217487"/>
              <a:gd name="connsiteX2" fmla="*/ 1481138 w 1481138"/>
              <a:gd name="connsiteY2" fmla="*/ 217487 h 217487"/>
              <a:gd name="connsiteX3" fmla="*/ 1481138 w 1481138"/>
              <a:gd name="connsiteY3" fmla="*/ 0 h 217487"/>
              <a:gd name="connsiteX4" fmla="*/ 1481138 w 1481138"/>
              <a:gd name="connsiteY4" fmla="*/ 0 h 2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1138" h="217487">
                <a:moveTo>
                  <a:pt x="0" y="1587"/>
                </a:moveTo>
                <a:lnTo>
                  <a:pt x="0" y="215900"/>
                </a:lnTo>
                <a:lnTo>
                  <a:pt x="1481138" y="217487"/>
                </a:lnTo>
                <a:lnTo>
                  <a:pt x="1481138" y="0"/>
                </a:lnTo>
                <a:lnTo>
                  <a:pt x="1481138" y="0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6350"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8" name="任意多边形: 形状 397">
            <a:extLst>
              <a:ext uri="{FF2B5EF4-FFF2-40B4-BE49-F238E27FC236}">
                <a16:creationId xmlns:a16="http://schemas.microsoft.com/office/drawing/2014/main" id="{C00415B8-F293-04F1-A64F-2A1BF98958A7}"/>
              </a:ext>
            </a:extLst>
          </p:cNvPr>
          <p:cNvSpPr/>
          <p:nvPr/>
        </p:nvSpPr>
        <p:spPr>
          <a:xfrm>
            <a:off x="1002987" y="7141636"/>
            <a:ext cx="1296000" cy="648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35777FDC-CB7F-83E8-5F56-81174E82D84E}"/>
              </a:ext>
            </a:extLst>
          </p:cNvPr>
          <p:cNvSpPr txBox="1"/>
          <p:nvPr/>
        </p:nvSpPr>
        <p:spPr>
          <a:xfrm>
            <a:off x="911714" y="7769364"/>
            <a:ext cx="40748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Winter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0" name="文本框 399">
            <a:extLst>
              <a:ext uri="{FF2B5EF4-FFF2-40B4-BE49-F238E27FC236}">
                <a16:creationId xmlns:a16="http://schemas.microsoft.com/office/drawing/2014/main" id="{06537464-7DC5-9FB7-D137-9D16F809CA9B}"/>
              </a:ext>
            </a:extLst>
          </p:cNvPr>
          <p:cNvSpPr txBox="1"/>
          <p:nvPr/>
        </p:nvSpPr>
        <p:spPr>
          <a:xfrm rot="16200000">
            <a:off x="606727" y="7389882"/>
            <a:ext cx="607860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(GW)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1" name="文本框 400">
            <a:extLst>
              <a:ext uri="{FF2B5EF4-FFF2-40B4-BE49-F238E27FC236}">
                <a16:creationId xmlns:a16="http://schemas.microsoft.com/office/drawing/2014/main" id="{8E039047-383E-1AE5-A002-C8DA1BFFB06F}"/>
              </a:ext>
            </a:extLst>
          </p:cNvPr>
          <p:cNvSpPr txBox="1"/>
          <p:nvPr/>
        </p:nvSpPr>
        <p:spPr>
          <a:xfrm>
            <a:off x="1399649" y="7766986"/>
            <a:ext cx="47641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Summer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2" name="文本框 401">
            <a:extLst>
              <a:ext uri="{FF2B5EF4-FFF2-40B4-BE49-F238E27FC236}">
                <a16:creationId xmlns:a16="http://schemas.microsoft.com/office/drawing/2014/main" id="{847A0991-AFA7-B7E9-3E0A-8BBE2FC8D4C6}"/>
              </a:ext>
            </a:extLst>
          </p:cNvPr>
          <p:cNvSpPr txBox="1"/>
          <p:nvPr/>
        </p:nvSpPr>
        <p:spPr>
          <a:xfrm>
            <a:off x="806928" y="6995345"/>
            <a:ext cx="2183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6" name="文本框 425">
            <a:extLst>
              <a:ext uri="{FF2B5EF4-FFF2-40B4-BE49-F238E27FC236}">
                <a16:creationId xmlns:a16="http://schemas.microsoft.com/office/drawing/2014/main" id="{BD8A855B-FB79-3C76-A1EC-14004E7EE207}"/>
              </a:ext>
            </a:extLst>
          </p:cNvPr>
          <p:cNvSpPr txBox="1"/>
          <p:nvPr/>
        </p:nvSpPr>
        <p:spPr>
          <a:xfrm>
            <a:off x="2661694" y="6990882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E4BE3A18-D748-1828-629D-FD07A55B5255}"/>
              </a:ext>
            </a:extLst>
          </p:cNvPr>
          <p:cNvSpPr/>
          <p:nvPr/>
        </p:nvSpPr>
        <p:spPr>
          <a:xfrm>
            <a:off x="4690022" y="7141636"/>
            <a:ext cx="1296000" cy="720000"/>
          </a:xfrm>
          <a:custGeom>
            <a:avLst/>
            <a:gdLst>
              <a:gd name="connsiteX0" fmla="*/ 0 w 1444625"/>
              <a:gd name="connsiteY0" fmla="*/ 0 h 527050"/>
              <a:gd name="connsiteX1" fmla="*/ 0 w 1444625"/>
              <a:gd name="connsiteY1" fmla="*/ 525462 h 527050"/>
              <a:gd name="connsiteX2" fmla="*/ 1444625 w 1444625"/>
              <a:gd name="connsiteY2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44625" h="527050">
                <a:moveTo>
                  <a:pt x="0" y="0"/>
                </a:moveTo>
                <a:lnTo>
                  <a:pt x="0" y="525462"/>
                </a:lnTo>
                <a:lnTo>
                  <a:pt x="1444625" y="52705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5" name="文本框 434">
            <a:extLst>
              <a:ext uri="{FF2B5EF4-FFF2-40B4-BE49-F238E27FC236}">
                <a16:creationId xmlns:a16="http://schemas.microsoft.com/office/drawing/2014/main" id="{CAB99300-5A4E-4A13-5A27-7E3256F75341}"/>
              </a:ext>
            </a:extLst>
          </p:cNvPr>
          <p:cNvSpPr txBox="1"/>
          <p:nvPr/>
        </p:nvSpPr>
        <p:spPr>
          <a:xfrm rot="16200000">
            <a:off x="4284149" y="7411055"/>
            <a:ext cx="62709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" name="文本框 439">
            <a:extLst>
              <a:ext uri="{FF2B5EF4-FFF2-40B4-BE49-F238E27FC236}">
                <a16:creationId xmlns:a16="http://schemas.microsoft.com/office/drawing/2014/main" id="{377B8D54-E5A7-963A-8B11-7FFEC78439CA}"/>
              </a:ext>
            </a:extLst>
          </p:cNvPr>
          <p:cNvSpPr txBox="1"/>
          <p:nvPr/>
        </p:nvSpPr>
        <p:spPr>
          <a:xfrm>
            <a:off x="4708813" y="7832932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t1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1" name="文本框 440">
            <a:extLst>
              <a:ext uri="{FF2B5EF4-FFF2-40B4-BE49-F238E27FC236}">
                <a16:creationId xmlns:a16="http://schemas.microsoft.com/office/drawing/2014/main" id="{AF6490F5-0515-7171-13C0-60DFC1365350}"/>
              </a:ext>
            </a:extLst>
          </p:cNvPr>
          <p:cNvSpPr txBox="1"/>
          <p:nvPr/>
        </p:nvSpPr>
        <p:spPr>
          <a:xfrm>
            <a:off x="4485444" y="6990133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en-GB" sz="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2" name="文本框 451">
            <a:extLst>
              <a:ext uri="{FF2B5EF4-FFF2-40B4-BE49-F238E27FC236}">
                <a16:creationId xmlns:a16="http://schemas.microsoft.com/office/drawing/2014/main" id="{F85460FA-3419-623E-1F7F-D79CEF589114}"/>
              </a:ext>
            </a:extLst>
          </p:cNvPr>
          <p:cNvSpPr txBox="1"/>
          <p:nvPr/>
        </p:nvSpPr>
        <p:spPr>
          <a:xfrm>
            <a:off x="4986647" y="7832932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3" name="文本框 452">
            <a:extLst>
              <a:ext uri="{FF2B5EF4-FFF2-40B4-BE49-F238E27FC236}">
                <a16:creationId xmlns:a16="http://schemas.microsoft.com/office/drawing/2014/main" id="{6D5E535C-75BD-203E-7458-1B85EC8C9D61}"/>
              </a:ext>
            </a:extLst>
          </p:cNvPr>
          <p:cNvSpPr txBox="1"/>
          <p:nvPr/>
        </p:nvSpPr>
        <p:spPr>
          <a:xfrm>
            <a:off x="5366985" y="7832932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t3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4" name="文本框 453">
            <a:extLst>
              <a:ext uri="{FF2B5EF4-FFF2-40B4-BE49-F238E27FC236}">
                <a16:creationId xmlns:a16="http://schemas.microsoft.com/office/drawing/2014/main" id="{30D7241A-4B2C-0D78-76D9-C3E701125DE0}"/>
              </a:ext>
            </a:extLst>
          </p:cNvPr>
          <p:cNvSpPr txBox="1"/>
          <p:nvPr/>
        </p:nvSpPr>
        <p:spPr>
          <a:xfrm>
            <a:off x="5702107" y="7832932"/>
            <a:ext cx="24878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t4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61F163C8-8BB3-09AD-D573-835F6F3E2002}"/>
              </a:ext>
            </a:extLst>
          </p:cNvPr>
          <p:cNvSpPr/>
          <p:nvPr/>
        </p:nvSpPr>
        <p:spPr>
          <a:xfrm>
            <a:off x="3323827" y="2997298"/>
            <a:ext cx="215562" cy="756000"/>
          </a:xfrm>
          <a:custGeom>
            <a:avLst/>
            <a:gdLst>
              <a:gd name="connsiteX0" fmla="*/ 0 w 215562"/>
              <a:gd name="connsiteY0" fmla="*/ 966552 h 966552"/>
              <a:gd name="connsiteX1" fmla="*/ 215562 w 215562"/>
              <a:gd name="connsiteY1" fmla="*/ 966552 h 966552"/>
              <a:gd name="connsiteX2" fmla="*/ 215562 w 215562"/>
              <a:gd name="connsiteY2" fmla="*/ 0 h 96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562" h="966552">
                <a:moveTo>
                  <a:pt x="0" y="966552"/>
                </a:moveTo>
                <a:lnTo>
                  <a:pt x="215562" y="966552"/>
                </a:lnTo>
                <a:lnTo>
                  <a:pt x="215562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B71A1A8C-53F8-313A-43CB-6B6967992198}"/>
              </a:ext>
            </a:extLst>
          </p:cNvPr>
          <p:cNvSpPr txBox="1"/>
          <p:nvPr/>
        </p:nvSpPr>
        <p:spPr>
          <a:xfrm>
            <a:off x="3088780" y="3074975"/>
            <a:ext cx="845103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Grid interconnector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3112462-D2AD-656B-5035-2FADCF6E338F}"/>
              </a:ext>
            </a:extLst>
          </p:cNvPr>
          <p:cNvGrpSpPr/>
          <p:nvPr/>
        </p:nvGrpSpPr>
        <p:grpSpPr>
          <a:xfrm>
            <a:off x="827015" y="3339086"/>
            <a:ext cx="5207158" cy="3195729"/>
            <a:chOff x="827015" y="3453386"/>
            <a:chExt cx="5207158" cy="3195729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34A00E8-7EBE-3B4F-CDF5-14B5B5CA56F3}"/>
                </a:ext>
              </a:extLst>
            </p:cNvPr>
            <p:cNvSpPr/>
            <p:nvPr/>
          </p:nvSpPr>
          <p:spPr>
            <a:xfrm>
              <a:off x="828334" y="4135304"/>
              <a:ext cx="5202000" cy="2160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38A012A-3333-EE13-545F-D2565E8A08C2}"/>
                </a:ext>
              </a:extLst>
            </p:cNvPr>
            <p:cNvSpPr txBox="1"/>
            <p:nvPr/>
          </p:nvSpPr>
          <p:spPr>
            <a:xfrm>
              <a:off x="1811257" y="3453386"/>
              <a:ext cx="53572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Wind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D569FE2F-FEFA-D5D1-72F4-004D40E9C665}"/>
                </a:ext>
              </a:extLst>
            </p:cNvPr>
            <p:cNvSpPr txBox="1"/>
            <p:nvPr/>
          </p:nvSpPr>
          <p:spPr>
            <a:xfrm>
              <a:off x="1127548" y="3522265"/>
              <a:ext cx="32573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87925706-0908-EBAD-8ED8-3815BD094C4B}"/>
                </a:ext>
              </a:extLst>
            </p:cNvPr>
            <p:cNvSpPr/>
            <p:nvPr/>
          </p:nvSpPr>
          <p:spPr>
            <a:xfrm>
              <a:off x="827015" y="6289115"/>
              <a:ext cx="5205600" cy="360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椭圆 345">
              <a:extLst>
                <a:ext uri="{FF2B5EF4-FFF2-40B4-BE49-F238E27FC236}">
                  <a16:creationId xmlns:a16="http://schemas.microsoft.com/office/drawing/2014/main" id="{0F229691-8ABE-5D97-90E9-4C9EF743D4FB}"/>
                </a:ext>
              </a:extLst>
            </p:cNvPr>
            <p:cNvSpPr/>
            <p:nvPr/>
          </p:nvSpPr>
          <p:spPr>
            <a:xfrm>
              <a:off x="5839450" y="5121356"/>
              <a:ext cx="0" cy="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C58577E2-9300-2FC4-280F-5572817D3635}"/>
                </a:ext>
              </a:extLst>
            </p:cNvPr>
            <p:cNvGrpSpPr/>
            <p:nvPr/>
          </p:nvGrpSpPr>
          <p:grpSpPr>
            <a:xfrm>
              <a:off x="827015" y="3873610"/>
              <a:ext cx="5207158" cy="360000"/>
              <a:chOff x="2128011" y="9358507"/>
              <a:chExt cx="7521451" cy="540000"/>
            </a:xfrm>
          </p:grpSpPr>
          <p:pic>
            <p:nvPicPr>
              <p:cNvPr id="7" name="图片 6" descr="矩形&#10;&#10;AI 生成的内容可能不正确。">
                <a:extLst>
                  <a:ext uri="{FF2B5EF4-FFF2-40B4-BE49-F238E27FC236}">
                    <a16:creationId xmlns:a16="http://schemas.microsoft.com/office/drawing/2014/main" id="{A1D1BB23-E4B7-A0C2-C230-9D58FA4FF0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8011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4" name="图片 13" descr="矩形&#10;&#10;AI 生成的内容可能不正确。">
                <a:extLst>
                  <a:ext uri="{FF2B5EF4-FFF2-40B4-BE49-F238E27FC236}">
                    <a16:creationId xmlns:a16="http://schemas.microsoft.com/office/drawing/2014/main" id="{B28ABC26-ACB5-926E-2A61-0796F345A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6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5" name="图片 14" descr="矩形&#10;&#10;AI 生成的内容可能不正确。">
                <a:extLst>
                  <a:ext uri="{FF2B5EF4-FFF2-40B4-BE49-F238E27FC236}">
                    <a16:creationId xmlns:a16="http://schemas.microsoft.com/office/drawing/2014/main" id="{0D6BECDE-1967-9667-9A82-1A4908C913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504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6" name="图片 15" descr="矩形&#10;&#10;AI 生成的内容可能不正确。">
                <a:extLst>
                  <a:ext uri="{FF2B5EF4-FFF2-40B4-BE49-F238E27FC236}">
                    <a16:creationId xmlns:a16="http://schemas.microsoft.com/office/drawing/2014/main" id="{72476753-20B0-33DB-579E-D0B450C222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3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7" name="图片 16" descr="矩形&#10;&#10;AI 生成的内容可能不正确。">
                <a:extLst>
                  <a:ext uri="{FF2B5EF4-FFF2-40B4-BE49-F238E27FC236}">
                    <a16:creationId xmlns:a16="http://schemas.microsoft.com/office/drawing/2014/main" id="{7B01C9A7-B6A3-D6A0-47C9-761502229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76997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8" name="图片 17" descr="矩形&#10;&#10;AI 生成的内容可能不正确。">
                <a:extLst>
                  <a:ext uri="{FF2B5EF4-FFF2-40B4-BE49-F238E27FC236}">
                    <a16:creationId xmlns:a16="http://schemas.microsoft.com/office/drawing/2014/main" id="{C1BAD2AC-6F7E-7AE4-B0F2-BCA1AED38C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1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19" name="图片 18" descr="矩形&#10;&#10;AI 生成的内容可能不正确。">
                <a:extLst>
                  <a:ext uri="{FF2B5EF4-FFF2-40B4-BE49-F238E27FC236}">
                    <a16:creationId xmlns:a16="http://schemas.microsoft.com/office/drawing/2014/main" id="{E44DAD5E-B32D-E0D5-FCA7-4D5230715C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51490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0" name="图片 19" descr="矩形&#10;&#10;AI 生成的内容可能不正确。">
                <a:extLst>
                  <a:ext uri="{FF2B5EF4-FFF2-40B4-BE49-F238E27FC236}">
                    <a16:creationId xmlns:a16="http://schemas.microsoft.com/office/drawing/2014/main" id="{68DC0241-6145-54E7-9875-F3F3FECF9A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8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1" name="图片 20" descr="矩形&#10;&#10;AI 生成的内容可能不正确。">
                <a:extLst>
                  <a:ext uri="{FF2B5EF4-FFF2-40B4-BE49-F238E27FC236}">
                    <a16:creationId xmlns:a16="http://schemas.microsoft.com/office/drawing/2014/main" id="{BE33FD6D-4A96-9F17-1CB6-B0896174C9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5983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2" name="图片 21" descr="矩形&#10;&#10;AI 生成的内容可能不正确。">
                <a:extLst>
                  <a:ext uri="{FF2B5EF4-FFF2-40B4-BE49-F238E27FC236}">
                    <a16:creationId xmlns:a16="http://schemas.microsoft.com/office/drawing/2014/main" id="{81CBC1A8-0669-4A10-0E14-E5A54EE705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6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3" name="图片 22" descr="矩形&#10;&#10;AI 生成的内容可能不正确。">
                <a:extLst>
                  <a:ext uri="{FF2B5EF4-FFF2-40B4-BE49-F238E27FC236}">
                    <a16:creationId xmlns:a16="http://schemas.microsoft.com/office/drawing/2014/main" id="{F55B9DEF-FFD6-16D7-8B31-BEB08FB2E2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00476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4" name="图片 23" descr="矩形&#10;&#10;AI 生成的内容可能不正确。">
                <a:extLst>
                  <a:ext uri="{FF2B5EF4-FFF2-40B4-BE49-F238E27FC236}">
                    <a16:creationId xmlns:a16="http://schemas.microsoft.com/office/drawing/2014/main" id="{D96365F7-A9F9-094B-CB20-51E1071EFF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3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5" name="图片 24" descr="矩形&#10;&#10;AI 生成的内容可能不正确。">
                <a:extLst>
                  <a:ext uri="{FF2B5EF4-FFF2-40B4-BE49-F238E27FC236}">
                    <a16:creationId xmlns:a16="http://schemas.microsoft.com/office/drawing/2014/main" id="{86E53A81-0834-6149-9E9B-F089FDA881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74969" y="9358507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27" name="图片 26" descr="矩形&#10;&#10;AI 生成的内容可能不正确。">
                <a:extLst>
                  <a:ext uri="{FF2B5EF4-FFF2-40B4-BE49-F238E27FC236}">
                    <a16:creationId xmlns:a16="http://schemas.microsoft.com/office/drawing/2014/main" id="{BD062973-3832-A82E-7B20-8F961DE9CA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09462" y="9358507"/>
                <a:ext cx="540000" cy="540000"/>
              </a:xfrm>
              <a:prstGeom prst="rect">
                <a:avLst/>
              </a:prstGeom>
            </p:spPr>
          </p:pic>
        </p:grpSp>
        <p:pic>
          <p:nvPicPr>
            <p:cNvPr id="37" name="图片 36" descr="文本&#10;&#10;AI 生成的内容可能不正确。">
              <a:extLst>
                <a:ext uri="{FF2B5EF4-FFF2-40B4-BE49-F238E27FC236}">
                  <a16:creationId xmlns:a16="http://schemas.microsoft.com/office/drawing/2014/main" id="{3AE41AC3-F031-63BA-8100-08419ACFC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3433" y="3667763"/>
              <a:ext cx="360000" cy="360000"/>
            </a:xfrm>
            <a:prstGeom prst="rect">
              <a:avLst/>
            </a:prstGeom>
          </p:spPr>
        </p:pic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ED86D6E2-796C-8938-0237-32503EAB44ED}"/>
                </a:ext>
              </a:extLst>
            </p:cNvPr>
            <p:cNvCxnSpPr>
              <a:cxnSpLocks/>
              <a:stCxn id="37" idx="1"/>
              <a:endCxn id="162" idx="1"/>
            </p:cNvCxnSpPr>
            <p:nvPr/>
          </p:nvCxnSpPr>
          <p:spPr>
            <a:xfrm rot="10800000" flipH="1" flipV="1">
              <a:off x="1103432" y="3847762"/>
              <a:ext cx="74905" cy="2691445"/>
            </a:xfrm>
            <a:prstGeom prst="bentConnector3">
              <a:avLst>
                <a:gd name="adj1" fmla="val -251503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图片 44" descr="图标&#10;&#10;AI 生成的内容可能不正确。">
              <a:extLst>
                <a:ext uri="{FF2B5EF4-FFF2-40B4-BE49-F238E27FC236}">
                  <a16:creationId xmlns:a16="http://schemas.microsoft.com/office/drawing/2014/main" id="{1C553CB9-5F5D-CAE6-58F9-870C5478E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124" y="4421440"/>
              <a:ext cx="360000" cy="360000"/>
            </a:xfrm>
            <a:prstGeom prst="rect">
              <a:avLst/>
            </a:prstGeom>
          </p:spPr>
        </p:pic>
        <p:pic>
          <p:nvPicPr>
            <p:cNvPr id="47" name="图片 46" descr="黑暗的风车&#10;&#10;AI 生成的内容可能不正确。">
              <a:extLst>
                <a:ext uri="{FF2B5EF4-FFF2-40B4-BE49-F238E27FC236}">
                  <a16:creationId xmlns:a16="http://schemas.microsoft.com/office/drawing/2014/main" id="{A92F2095-860A-0682-E8E3-C5C4C4026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1683705" y="3573736"/>
              <a:ext cx="432000" cy="452219"/>
            </a:xfrm>
            <a:prstGeom prst="rect">
              <a:avLst/>
            </a:prstGeom>
          </p:spPr>
        </p:pic>
        <p:pic>
          <p:nvPicPr>
            <p:cNvPr id="58" name="图片 57" descr="图标&#10;&#10;AI 生成的内容可能不正确。">
              <a:extLst>
                <a:ext uri="{FF2B5EF4-FFF2-40B4-BE49-F238E27FC236}">
                  <a16:creationId xmlns:a16="http://schemas.microsoft.com/office/drawing/2014/main" id="{13609F1D-A65D-B81C-764B-2E089157F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7617" b="91602" l="9961" r="89844">
                          <a14:foregroundMark x1="35547" y1="91602" x2="79688" y2="91016"/>
                          <a14:foregroundMark x1="34375" y1="8203" x2="41992" y2="76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3587391" y="4102033"/>
              <a:ext cx="448615" cy="448615"/>
            </a:xfrm>
            <a:prstGeom prst="rect">
              <a:avLst/>
            </a:prstGeom>
          </p:spPr>
        </p:pic>
        <p:pic>
          <p:nvPicPr>
            <p:cNvPr id="62" name="图片 61" descr="建筑的设计&#10;&#10;AI 生成的内容可能不正确。">
              <a:extLst>
                <a:ext uri="{FF2B5EF4-FFF2-40B4-BE49-F238E27FC236}">
                  <a16:creationId xmlns:a16="http://schemas.microsoft.com/office/drawing/2014/main" id="{FC296583-6F14-DE3C-015B-0A9B81BE2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6380" y="4959120"/>
              <a:ext cx="360000" cy="360000"/>
            </a:xfrm>
            <a:prstGeom prst="rect">
              <a:avLst/>
            </a:prstGeom>
          </p:spPr>
        </p:pic>
        <p:pic>
          <p:nvPicPr>
            <p:cNvPr id="67" name="图片 66" descr="图标&#10;&#10;AI 生成的内容可能不正确。">
              <a:extLst>
                <a:ext uri="{FF2B5EF4-FFF2-40B4-BE49-F238E27FC236}">
                  <a16:creationId xmlns:a16="http://schemas.microsoft.com/office/drawing/2014/main" id="{32B366AB-2D16-91B1-C5C9-E45D394D4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colorTemperature colorTemp="8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2913" y="4997265"/>
              <a:ext cx="288000" cy="288000"/>
            </a:xfrm>
            <a:prstGeom prst="rect">
              <a:avLst/>
            </a:prstGeom>
          </p:spPr>
        </p:pic>
        <p:pic>
          <p:nvPicPr>
            <p:cNvPr id="77" name="图片 76" descr="图标&#10;&#10;AI 生成的内容可能不正确。">
              <a:extLst>
                <a:ext uri="{FF2B5EF4-FFF2-40B4-BE49-F238E27FC236}">
                  <a16:creationId xmlns:a16="http://schemas.microsoft.com/office/drawing/2014/main" id="{6D992D47-01B4-7965-4D79-C65B4A40B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17" t="19121" r="7765" b="19638"/>
            <a:stretch>
              <a:fillRect/>
            </a:stretch>
          </p:blipFill>
          <p:spPr>
            <a:xfrm>
              <a:off x="3575187" y="4220166"/>
              <a:ext cx="448615" cy="335789"/>
            </a:xfrm>
            <a:prstGeom prst="rect">
              <a:avLst/>
            </a:prstGeom>
          </p:spPr>
        </p:pic>
        <p:pic>
          <p:nvPicPr>
            <p:cNvPr id="79" name="图片 78" descr="图标&#10;&#10;AI 生成的内容可能不正确。">
              <a:extLst>
                <a:ext uri="{FF2B5EF4-FFF2-40B4-BE49-F238E27FC236}">
                  <a16:creationId xmlns:a16="http://schemas.microsoft.com/office/drawing/2014/main" id="{04A71A1C-F977-5437-4E98-E1E1469505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8098" y="5340917"/>
              <a:ext cx="180000" cy="180000"/>
            </a:xfrm>
            <a:prstGeom prst="rect">
              <a:avLst/>
            </a:prstGeom>
          </p:spPr>
        </p:pic>
        <p:pic>
          <p:nvPicPr>
            <p:cNvPr id="101" name="图片 100" descr="图标&#10;&#10;AI 生成的内容可能不正确。">
              <a:extLst>
                <a:ext uri="{FF2B5EF4-FFF2-40B4-BE49-F238E27FC236}">
                  <a16:creationId xmlns:a16="http://schemas.microsoft.com/office/drawing/2014/main" id="{8E90393E-22A2-F163-0871-105F294EE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9328" y="5727046"/>
              <a:ext cx="252000" cy="252000"/>
            </a:xfrm>
            <a:prstGeom prst="rect">
              <a:avLst/>
            </a:prstGeom>
          </p:spPr>
        </p:pic>
        <p:pic>
          <p:nvPicPr>
            <p:cNvPr id="104" name="图片 103" descr="图标&#10;&#10;AI 生成的内容可能不正确。">
              <a:extLst>
                <a:ext uri="{FF2B5EF4-FFF2-40B4-BE49-F238E27FC236}">
                  <a16:creationId xmlns:a16="http://schemas.microsoft.com/office/drawing/2014/main" id="{7D67CFAF-0995-1B65-6E1D-CAD43EC6C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3570" y="6027223"/>
              <a:ext cx="216000" cy="216000"/>
            </a:xfrm>
            <a:prstGeom prst="rect">
              <a:avLst/>
            </a:prstGeom>
          </p:spPr>
        </p:pic>
        <p:pic>
          <p:nvPicPr>
            <p:cNvPr id="108" name="图片 107" descr="图标&#10;&#10;AI 生成的内容可能不正确。">
              <a:extLst>
                <a:ext uri="{FF2B5EF4-FFF2-40B4-BE49-F238E27FC236}">
                  <a16:creationId xmlns:a16="http://schemas.microsoft.com/office/drawing/2014/main" id="{6E62C9B1-8825-F475-A7EE-4EE108FD7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8110" y="5710098"/>
              <a:ext cx="288000" cy="288000"/>
            </a:xfrm>
            <a:prstGeom prst="rect">
              <a:avLst/>
            </a:prstGeom>
          </p:spPr>
        </p:pic>
        <p:pic>
          <p:nvPicPr>
            <p:cNvPr id="129" name="图片 128" descr="徽标&#10;&#10;AI 生成的内容可能不正确。">
              <a:extLst>
                <a:ext uri="{FF2B5EF4-FFF2-40B4-BE49-F238E27FC236}">
                  <a16:creationId xmlns:a16="http://schemas.microsoft.com/office/drawing/2014/main" id="{0BD84CE0-2194-9D8F-280D-682EC0062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4056" y="5709027"/>
              <a:ext cx="288000" cy="288000"/>
            </a:xfrm>
            <a:prstGeom prst="rect">
              <a:avLst/>
            </a:prstGeom>
          </p:spPr>
        </p:pic>
        <p:pic>
          <p:nvPicPr>
            <p:cNvPr id="138" name="图片 137" descr="图标&#10;&#10;AI 生成的内容可能不正确。">
              <a:extLst>
                <a:ext uri="{FF2B5EF4-FFF2-40B4-BE49-F238E27FC236}">
                  <a16:creationId xmlns:a16="http://schemas.microsoft.com/office/drawing/2014/main" id="{ED229ADD-BFFC-E9D3-F6A0-23A8F5792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60941" y="5323247"/>
              <a:ext cx="216000" cy="216000"/>
            </a:xfrm>
            <a:prstGeom prst="rect">
              <a:avLst/>
            </a:prstGeom>
          </p:spPr>
        </p:pic>
        <p:pic>
          <p:nvPicPr>
            <p:cNvPr id="141" name="图片 140" descr="图标&#10;&#10;AI 生成的内容可能不正确。">
              <a:extLst>
                <a:ext uri="{FF2B5EF4-FFF2-40B4-BE49-F238E27FC236}">
                  <a16:creationId xmlns:a16="http://schemas.microsoft.com/office/drawing/2014/main" id="{072782C5-6AAC-1D4E-8666-ACE6A2179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3352" y="4227479"/>
              <a:ext cx="324000" cy="324000"/>
            </a:xfrm>
            <a:prstGeom prst="rect">
              <a:avLst/>
            </a:prstGeom>
          </p:spPr>
        </p:pic>
        <p:sp>
          <p:nvSpPr>
            <p:cNvPr id="156" name="圆柱体 155">
              <a:extLst>
                <a:ext uri="{FF2B5EF4-FFF2-40B4-BE49-F238E27FC236}">
                  <a16:creationId xmlns:a16="http://schemas.microsoft.com/office/drawing/2014/main" id="{CC336F66-D329-80C1-B1A3-0D9E6D0EB273}"/>
                </a:ext>
              </a:extLst>
            </p:cNvPr>
            <p:cNvSpPr/>
            <p:nvPr/>
          </p:nvSpPr>
          <p:spPr>
            <a:xfrm rot="16200000">
              <a:off x="3387458" y="4361499"/>
              <a:ext cx="36000" cy="4356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1E7F5DE7-7369-3AB2-B315-99F10387AC4F}"/>
                </a:ext>
              </a:extLst>
            </p:cNvPr>
            <p:cNvSpPr txBox="1"/>
            <p:nvPr/>
          </p:nvSpPr>
          <p:spPr>
            <a:xfrm>
              <a:off x="2327432" y="6320857"/>
              <a:ext cx="61747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Gas network</a:t>
              </a:r>
              <a:endParaRPr lang="en-GB" sz="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圆柱体 157">
              <a:extLst>
                <a:ext uri="{FF2B5EF4-FFF2-40B4-BE49-F238E27FC236}">
                  <a16:creationId xmlns:a16="http://schemas.microsoft.com/office/drawing/2014/main" id="{16178BF1-0C27-629A-0B88-B5024BF893D1}"/>
                </a:ext>
              </a:extLst>
            </p:cNvPr>
            <p:cNvSpPr/>
            <p:nvPr/>
          </p:nvSpPr>
          <p:spPr>
            <a:xfrm>
              <a:off x="1197457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3E5D15B3-BA4F-7E00-0BBE-6586D8A2C1BD}"/>
                </a:ext>
              </a:extLst>
            </p:cNvPr>
            <p:cNvSpPr/>
            <p:nvPr/>
          </p:nvSpPr>
          <p:spPr>
            <a:xfrm>
              <a:off x="1178338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176" name="直接箭头连接符 101">
              <a:extLst>
                <a:ext uri="{FF2B5EF4-FFF2-40B4-BE49-F238E27FC236}">
                  <a16:creationId xmlns:a16="http://schemas.microsoft.com/office/drawing/2014/main" id="{C336906C-ACC0-528A-D786-FF6D7FA1BFAB}"/>
                </a:ext>
              </a:extLst>
            </p:cNvPr>
            <p:cNvCxnSpPr>
              <a:cxnSpLocks/>
            </p:cNvCxnSpPr>
            <p:nvPr/>
          </p:nvCxnSpPr>
          <p:spPr>
            <a:xfrm>
              <a:off x="914487" y="4601440"/>
              <a:ext cx="162000" cy="0"/>
            </a:xfrm>
            <a:prstGeom prst="straightConnector1">
              <a:avLst/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16">
              <a:extLst>
                <a:ext uri="{FF2B5EF4-FFF2-40B4-BE49-F238E27FC236}">
                  <a16:creationId xmlns:a16="http://schemas.microsoft.com/office/drawing/2014/main" id="{F594779D-55A4-85C1-ABA0-08E144906668}"/>
                </a:ext>
              </a:extLst>
            </p:cNvPr>
            <p:cNvCxnSpPr>
              <a:cxnSpLocks/>
              <a:stCxn id="141" idx="1"/>
              <a:endCxn id="77" idx="3"/>
            </p:cNvCxnSpPr>
            <p:nvPr/>
          </p:nvCxnSpPr>
          <p:spPr>
            <a:xfrm flipH="1" flipV="1">
              <a:off x="4023802" y="4388061"/>
              <a:ext cx="279550" cy="1418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7D99CE76-4D28-6B03-6DC4-A6B42417B7E2}"/>
                </a:ext>
              </a:extLst>
            </p:cNvPr>
            <p:cNvCxnSpPr>
              <a:cxnSpLocks/>
              <a:stCxn id="5" idx="3"/>
              <a:endCxn id="62" idx="1"/>
            </p:cNvCxnSpPr>
            <p:nvPr/>
          </p:nvCxnSpPr>
          <p:spPr>
            <a:xfrm>
              <a:off x="1436124" y="5139120"/>
              <a:ext cx="1430256" cy="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0" name="图片 229" descr="图标&#10;&#10;AI 生成的内容可能不正确。">
              <a:extLst>
                <a:ext uri="{FF2B5EF4-FFF2-40B4-BE49-F238E27FC236}">
                  <a16:creationId xmlns:a16="http://schemas.microsoft.com/office/drawing/2014/main" id="{F6E2B5F2-E0C4-90DC-EE34-59A39C05B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40759" y="5340917"/>
              <a:ext cx="180000" cy="180000"/>
            </a:xfrm>
            <a:prstGeom prst="rect">
              <a:avLst/>
            </a:prstGeom>
          </p:spPr>
        </p:pic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E3D536E9-456A-29DB-10D4-BB7D464BDA46}"/>
                </a:ext>
              </a:extLst>
            </p:cNvPr>
            <p:cNvSpPr txBox="1"/>
            <p:nvPr/>
          </p:nvSpPr>
          <p:spPr>
            <a:xfrm>
              <a:off x="2984745" y="5284946"/>
              <a:ext cx="69602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Power network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3" name="直接箭头连接符 272">
              <a:extLst>
                <a:ext uri="{FF2B5EF4-FFF2-40B4-BE49-F238E27FC236}">
                  <a16:creationId xmlns:a16="http://schemas.microsoft.com/office/drawing/2014/main" id="{9EFF3A89-0EB5-FC91-5BD9-2D9D547EA4A3}"/>
                </a:ext>
              </a:extLst>
            </p:cNvPr>
            <p:cNvCxnSpPr>
              <a:cxnSpLocks/>
              <a:stCxn id="62" idx="3"/>
              <a:endCxn id="67" idx="1"/>
            </p:cNvCxnSpPr>
            <p:nvPr/>
          </p:nvCxnSpPr>
          <p:spPr>
            <a:xfrm>
              <a:off x="3226380" y="5139120"/>
              <a:ext cx="206533" cy="214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E5D67A9A-2756-24DD-485A-6345229B05E0}"/>
                </a:ext>
              </a:extLst>
            </p:cNvPr>
            <p:cNvSpPr txBox="1"/>
            <p:nvPr/>
          </p:nvSpPr>
          <p:spPr>
            <a:xfrm>
              <a:off x="2752561" y="5760694"/>
              <a:ext cx="59432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sz="500">
                  <a:latin typeface="Arial" panose="020B0604020202020204" pitchFamily="34" charset="0"/>
                  <a:cs typeface="Arial" panose="020B0604020202020204" pitchFamily="34" charset="0"/>
                </a:rPr>
                <a:t>2 </a:t>
              </a:r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Storage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BB5316E3-D6C4-AC2E-DF5B-84E4A16BC73B}"/>
                </a:ext>
              </a:extLst>
            </p:cNvPr>
            <p:cNvCxnSpPr>
              <a:cxnSpLocks/>
              <a:stCxn id="45" idx="3"/>
              <a:endCxn id="10" idx="3"/>
            </p:cNvCxnSpPr>
            <p:nvPr/>
          </p:nvCxnSpPr>
          <p:spPr>
            <a:xfrm flipH="1">
              <a:off x="1434367" y="4601440"/>
              <a:ext cx="1757" cy="1093657"/>
            </a:xfrm>
            <a:prstGeom prst="bentConnector3">
              <a:avLst>
                <a:gd name="adj1" fmla="val -10636255"/>
              </a:avLst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图片 56" descr="图标&#10;&#10;AI 生成的内容可能不正确。">
              <a:extLst>
                <a:ext uri="{FF2B5EF4-FFF2-40B4-BE49-F238E27FC236}">
                  <a16:creationId xmlns:a16="http://schemas.microsoft.com/office/drawing/2014/main" id="{F1EFDD83-01E8-C239-5251-0F2E2EB8B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BEBA8EAE-BF5A-486C-A8C5-ECC9F3942E4B}">
                  <a14:imgProps xmlns:a14="http://schemas.microsoft.com/office/drawing/2010/main">
                    <a14:imgLayer r:embed="rId26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126830" y="4561767"/>
              <a:ext cx="360000" cy="198582"/>
            </a:xfrm>
            <a:prstGeom prst="rect">
              <a:avLst/>
            </a:prstGeom>
          </p:spPr>
        </p:pic>
        <p:pic>
          <p:nvPicPr>
            <p:cNvPr id="59" name="图片 58" descr="图标&#10;&#10;AI 生成的内容可能不正确。">
              <a:extLst>
                <a:ext uri="{FF2B5EF4-FFF2-40B4-BE49-F238E27FC236}">
                  <a16:creationId xmlns:a16="http://schemas.microsoft.com/office/drawing/2014/main" id="{90B400C5-4771-F373-D00B-1BC50BD3B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0759" y="5341031"/>
              <a:ext cx="180000" cy="180000"/>
            </a:xfrm>
            <a:prstGeom prst="rect">
              <a:avLst/>
            </a:prstGeom>
          </p:spPr>
        </p:pic>
        <p:pic>
          <p:nvPicPr>
            <p:cNvPr id="85" name="图片 84" descr="图片包含 形状&#10;&#10;AI 生成的内容可能不正确。">
              <a:extLst>
                <a:ext uri="{FF2B5EF4-FFF2-40B4-BE49-F238E27FC236}">
                  <a16:creationId xmlns:a16="http://schemas.microsoft.com/office/drawing/2014/main" id="{F2BC37FF-21F3-2203-6548-8963E5FFB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7440" y="5797366"/>
              <a:ext cx="288000" cy="288000"/>
            </a:xfrm>
            <a:prstGeom prst="rect">
              <a:avLst/>
            </a:prstGeom>
          </p:spPr>
        </p:pic>
        <p:cxnSp>
          <p:nvCxnSpPr>
            <p:cNvPr id="86" name="直接箭头连接符 49">
              <a:extLst>
                <a:ext uri="{FF2B5EF4-FFF2-40B4-BE49-F238E27FC236}">
                  <a16:creationId xmlns:a16="http://schemas.microsoft.com/office/drawing/2014/main" id="{EF75515A-D4F0-C2EC-0D6C-004F0F7943B9}"/>
                </a:ext>
              </a:extLst>
            </p:cNvPr>
            <p:cNvCxnSpPr>
              <a:cxnSpLocks/>
              <a:stCxn id="47" idx="2"/>
              <a:endCxn id="85" idx="0"/>
            </p:cNvCxnSpPr>
            <p:nvPr/>
          </p:nvCxnSpPr>
          <p:spPr>
            <a:xfrm>
              <a:off x="1899705" y="4025955"/>
              <a:ext cx="1735" cy="177141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6" name="图片 95" descr="图标&#10;&#10;AI 生成的内容可能不正确。">
              <a:extLst>
                <a:ext uri="{FF2B5EF4-FFF2-40B4-BE49-F238E27FC236}">
                  <a16:creationId xmlns:a16="http://schemas.microsoft.com/office/drawing/2014/main" id="{730F0291-F23E-0249-49FE-ABF797E8E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BEBA8EAE-BF5A-486C-A8C5-ECC9F3942E4B}">
                  <a14:imgProps xmlns:a14="http://schemas.microsoft.com/office/drawing/2010/main">
                    <a14:imgLayer r:embed="rId26">
                      <a14:imgEffect>
                        <a14:backgroundRemoval t="9961" b="99805" l="4297" r="99219">
                          <a14:foregroundMark x1="37891" y1="53906" x2="12695" y2="72461"/>
                          <a14:foregroundMark x1="10156" y1="97266" x2="93359" y2="97266"/>
                          <a14:foregroundMark x1="6055" y1="95117" x2="8594" y2="95117"/>
                          <a14:foregroundMark x1="4297" y1="95117" x2="10156" y2="99805"/>
                          <a14:foregroundMark x1="95898" y1="53516" x2="94141" y2="57227"/>
                          <a14:foregroundMark x1="99219" y1="53906" x2="99219" y2="5390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39"/>
            <a:stretch>
              <a:fillRect/>
            </a:stretch>
          </p:blipFill>
          <p:spPr>
            <a:xfrm>
              <a:off x="2481825" y="4561767"/>
              <a:ext cx="360000" cy="198582"/>
            </a:xfrm>
            <a:prstGeom prst="rect">
              <a:avLst/>
            </a:prstGeom>
          </p:spPr>
        </p:pic>
        <p:cxnSp>
          <p:nvCxnSpPr>
            <p:cNvPr id="98" name="直接箭头连接符 49">
              <a:extLst>
                <a:ext uri="{FF2B5EF4-FFF2-40B4-BE49-F238E27FC236}">
                  <a16:creationId xmlns:a16="http://schemas.microsoft.com/office/drawing/2014/main" id="{3E9EE244-70C0-5300-58C5-D3D44E498259}"/>
                </a:ext>
              </a:extLst>
            </p:cNvPr>
            <p:cNvCxnSpPr>
              <a:cxnSpLocks/>
              <a:stCxn id="77" idx="1"/>
            </p:cNvCxnSpPr>
            <p:nvPr/>
          </p:nvCxnSpPr>
          <p:spPr>
            <a:xfrm flipH="1" flipV="1">
              <a:off x="1904055" y="4381756"/>
              <a:ext cx="1671132" cy="630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6">
              <a:extLst>
                <a:ext uri="{FF2B5EF4-FFF2-40B4-BE49-F238E27FC236}">
                  <a16:creationId xmlns:a16="http://schemas.microsoft.com/office/drawing/2014/main" id="{F47B4D89-199B-A2D5-7B6A-D7F82EF21733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>
              <a:off x="2450759" y="5139120"/>
              <a:ext cx="0" cy="20191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圆柱体 139">
              <a:extLst>
                <a:ext uri="{FF2B5EF4-FFF2-40B4-BE49-F238E27FC236}">
                  <a16:creationId xmlns:a16="http://schemas.microsoft.com/office/drawing/2014/main" id="{8C7B6D65-96C1-5AAE-6A81-85C2CBC87364}"/>
                </a:ext>
              </a:extLst>
            </p:cNvPr>
            <p:cNvSpPr/>
            <p:nvPr/>
          </p:nvSpPr>
          <p:spPr>
            <a:xfrm>
              <a:off x="2226885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B0C98687-95FC-65F0-66E4-783D727E39DB}"/>
                </a:ext>
              </a:extLst>
            </p:cNvPr>
            <p:cNvSpPr/>
            <p:nvPr/>
          </p:nvSpPr>
          <p:spPr>
            <a:xfrm>
              <a:off x="2207766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43" name="圆柱体 142">
              <a:extLst>
                <a:ext uri="{FF2B5EF4-FFF2-40B4-BE49-F238E27FC236}">
                  <a16:creationId xmlns:a16="http://schemas.microsoft.com/office/drawing/2014/main" id="{2E3B0A27-B3FB-7E24-84A9-9B1FBC787E24}"/>
                </a:ext>
              </a:extLst>
            </p:cNvPr>
            <p:cNvSpPr/>
            <p:nvPr/>
          </p:nvSpPr>
          <p:spPr>
            <a:xfrm>
              <a:off x="3027268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144" name="矩形: 圆角 143">
              <a:extLst>
                <a:ext uri="{FF2B5EF4-FFF2-40B4-BE49-F238E27FC236}">
                  <a16:creationId xmlns:a16="http://schemas.microsoft.com/office/drawing/2014/main" id="{65B112BF-FBE1-E1F0-2116-F05A1BC94789}"/>
                </a:ext>
              </a:extLst>
            </p:cNvPr>
            <p:cNvSpPr/>
            <p:nvPr/>
          </p:nvSpPr>
          <p:spPr>
            <a:xfrm>
              <a:off x="3008149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EFCA475F-B58A-74CF-D202-D3628C7322F8}"/>
                </a:ext>
              </a:extLst>
            </p:cNvPr>
            <p:cNvCxnSpPr>
              <a:cxnSpLocks/>
              <a:stCxn id="171" idx="0"/>
              <a:endCxn id="101" idx="2"/>
            </p:cNvCxnSpPr>
            <p:nvPr/>
          </p:nvCxnSpPr>
          <p:spPr>
            <a:xfrm flipV="1">
              <a:off x="3384847" y="5979046"/>
              <a:ext cx="481" cy="293418"/>
            </a:xfrm>
            <a:prstGeom prst="straightConnector1">
              <a:avLst/>
            </a:prstGeom>
            <a:ln w="6350" cap="rnd">
              <a:solidFill>
                <a:schemeClr val="accent3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914E3D81-D76C-F26E-5CCE-C8B18612C805}"/>
                </a:ext>
              </a:extLst>
            </p:cNvPr>
            <p:cNvCxnSpPr>
              <a:cxnSpLocks/>
              <a:stCxn id="101" idx="3"/>
              <a:endCxn id="108" idx="1"/>
            </p:cNvCxnSpPr>
            <p:nvPr/>
          </p:nvCxnSpPr>
          <p:spPr>
            <a:xfrm>
              <a:off x="3511328" y="5853046"/>
              <a:ext cx="316782" cy="1052"/>
            </a:xfrm>
            <a:prstGeom prst="straightConnector1">
              <a:avLst/>
            </a:prstGeom>
            <a:ln w="6350" cap="rnd">
              <a:solidFill>
                <a:schemeClr val="accent3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9" name="图片 168" descr="图标&#10;&#10;AI 生成的内容可能不正确。">
              <a:extLst>
                <a:ext uri="{FF2B5EF4-FFF2-40B4-BE49-F238E27FC236}">
                  <a16:creationId xmlns:a16="http://schemas.microsoft.com/office/drawing/2014/main" id="{587FD6AD-CF9B-A5A0-F393-958EA8E5B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440" y="6275521"/>
              <a:ext cx="324000" cy="324000"/>
            </a:xfrm>
            <a:prstGeom prst="rect">
              <a:avLst/>
            </a:prstGeom>
          </p:spPr>
        </p:pic>
        <p:pic>
          <p:nvPicPr>
            <p:cNvPr id="171" name="图片 170" descr="图标&#10;&#10;AI 生成的内容可能不正确。">
              <a:extLst>
                <a:ext uri="{FF2B5EF4-FFF2-40B4-BE49-F238E27FC236}">
                  <a16:creationId xmlns:a16="http://schemas.microsoft.com/office/drawing/2014/main" id="{AA382E0C-E8E0-41F1-F4FA-6B682EC71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2847" y="6272464"/>
              <a:ext cx="324000" cy="324000"/>
            </a:xfrm>
            <a:prstGeom prst="rect">
              <a:avLst/>
            </a:prstGeom>
          </p:spPr>
        </p:pic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33FEF1D3-C116-6AAB-ED71-A10D38BB4C41}"/>
                </a:ext>
              </a:extLst>
            </p:cNvPr>
            <p:cNvCxnSpPr>
              <a:cxnSpLocks/>
              <a:stCxn id="108" idx="3"/>
              <a:endCxn id="129" idx="1"/>
            </p:cNvCxnSpPr>
            <p:nvPr/>
          </p:nvCxnSpPr>
          <p:spPr>
            <a:xfrm flipV="1">
              <a:off x="4116110" y="5853027"/>
              <a:ext cx="407946" cy="1071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C15DDA46-FF3F-51AB-7D55-36AAB05E3335}"/>
                </a:ext>
              </a:extLst>
            </p:cNvPr>
            <p:cNvSpPr txBox="1"/>
            <p:nvPr/>
          </p:nvSpPr>
          <p:spPr>
            <a:xfrm>
              <a:off x="2224854" y="4405454"/>
              <a:ext cx="54053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Solar farm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0E4C20DA-1DB3-245E-F11D-94E552A0B031}"/>
                </a:ext>
              </a:extLst>
            </p:cNvPr>
            <p:cNvCxnSpPr>
              <a:cxnSpLocks/>
              <a:stCxn id="138" idx="2"/>
              <a:endCxn id="129" idx="0"/>
            </p:cNvCxnSpPr>
            <p:nvPr/>
          </p:nvCxnSpPr>
          <p:spPr>
            <a:xfrm flipH="1">
              <a:off x="4668056" y="5539247"/>
              <a:ext cx="885" cy="169780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85614DBA-6C50-335A-FE4A-C8189E32937A}"/>
                </a:ext>
              </a:extLst>
            </p:cNvPr>
            <p:cNvCxnSpPr>
              <a:cxnSpLocks/>
              <a:endCxn id="138" idx="0"/>
            </p:cNvCxnSpPr>
            <p:nvPr/>
          </p:nvCxnSpPr>
          <p:spPr>
            <a:xfrm>
              <a:off x="4668941" y="5139120"/>
              <a:ext cx="0" cy="184127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箭头连接符 116">
              <a:extLst>
                <a:ext uri="{FF2B5EF4-FFF2-40B4-BE49-F238E27FC236}">
                  <a16:creationId xmlns:a16="http://schemas.microsoft.com/office/drawing/2014/main" id="{B91B6427-B3E7-52D5-E0F0-5FCD985B4A07}"/>
                </a:ext>
              </a:extLst>
            </p:cNvPr>
            <p:cNvCxnSpPr>
              <a:cxnSpLocks/>
              <a:endCxn id="104" idx="0"/>
            </p:cNvCxnSpPr>
            <p:nvPr/>
          </p:nvCxnSpPr>
          <p:spPr>
            <a:xfrm>
              <a:off x="5231570" y="5853027"/>
              <a:ext cx="0" cy="174196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圆柱体 245">
              <a:extLst>
                <a:ext uri="{FF2B5EF4-FFF2-40B4-BE49-F238E27FC236}">
                  <a16:creationId xmlns:a16="http://schemas.microsoft.com/office/drawing/2014/main" id="{E5029F8A-A793-5873-5500-77EC01D8AB21}"/>
                </a:ext>
              </a:extLst>
            </p:cNvPr>
            <p:cNvSpPr/>
            <p:nvPr/>
          </p:nvSpPr>
          <p:spPr>
            <a:xfrm>
              <a:off x="5254000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7" name="矩形: 圆角 246">
              <a:extLst>
                <a:ext uri="{FF2B5EF4-FFF2-40B4-BE49-F238E27FC236}">
                  <a16:creationId xmlns:a16="http://schemas.microsoft.com/office/drawing/2014/main" id="{F17C319C-70EB-669E-4926-D27AD066F6E3}"/>
                </a:ext>
              </a:extLst>
            </p:cNvPr>
            <p:cNvSpPr/>
            <p:nvPr/>
          </p:nvSpPr>
          <p:spPr>
            <a:xfrm>
              <a:off x="5234881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8" name="圆柱体 247">
              <a:extLst>
                <a:ext uri="{FF2B5EF4-FFF2-40B4-BE49-F238E27FC236}">
                  <a16:creationId xmlns:a16="http://schemas.microsoft.com/office/drawing/2014/main" id="{130C4542-6769-C692-5403-A9F6833F48D5}"/>
                </a:ext>
              </a:extLst>
            </p:cNvPr>
            <p:cNvSpPr/>
            <p:nvPr/>
          </p:nvSpPr>
          <p:spPr>
            <a:xfrm>
              <a:off x="5570204" y="6295864"/>
              <a:ext cx="36000" cy="252000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49" name="矩形: 圆角 248">
              <a:extLst>
                <a:ext uri="{FF2B5EF4-FFF2-40B4-BE49-F238E27FC236}">
                  <a16:creationId xmlns:a16="http://schemas.microsoft.com/office/drawing/2014/main" id="{48DB2FF5-DE94-A2A6-1721-5F0FFFAEFB38}"/>
                </a:ext>
              </a:extLst>
            </p:cNvPr>
            <p:cNvSpPr/>
            <p:nvPr/>
          </p:nvSpPr>
          <p:spPr>
            <a:xfrm>
              <a:off x="5551085" y="6503208"/>
              <a:ext cx="72000" cy="72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F037101-FD81-995C-060B-DAF966974749}"/>
                </a:ext>
              </a:extLst>
            </p:cNvPr>
            <p:cNvSpPr txBox="1"/>
            <p:nvPr/>
          </p:nvSpPr>
          <p:spPr>
            <a:xfrm>
              <a:off x="2898611" y="3528219"/>
              <a:ext cx="576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Interconnector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图片 5" descr="图标&#10;&#10;AI 生成的内容可能不正确。">
              <a:extLst>
                <a:ext uri="{FF2B5EF4-FFF2-40B4-BE49-F238E27FC236}">
                  <a16:creationId xmlns:a16="http://schemas.microsoft.com/office/drawing/2014/main" id="{FB32EC00-2D03-A5C2-069D-4AF1A8F2E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BEBA8EAE-BF5A-486C-A8C5-ECC9F3942E4B}">
                  <a14:imgProps xmlns:a14="http://schemas.microsoft.com/office/drawing/2010/main">
                    <a14:imgLayer r:embed="rId30"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1292" y="3697508"/>
              <a:ext cx="288000" cy="28800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BD251A0-FBA9-FE75-E8B9-0B2C91B6748A}"/>
                </a:ext>
              </a:extLst>
            </p:cNvPr>
            <p:cNvSpPr txBox="1"/>
            <p:nvPr/>
          </p:nvSpPr>
          <p:spPr>
            <a:xfrm>
              <a:off x="910722" y="4765637"/>
              <a:ext cx="684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Clean natural gas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5B049A5-2BE5-66D7-99EA-1C1BAFDF23E9}"/>
                </a:ext>
              </a:extLst>
            </p:cNvPr>
            <p:cNvSpPr txBox="1"/>
            <p:nvPr/>
          </p:nvSpPr>
          <p:spPr>
            <a:xfrm>
              <a:off x="3577752" y="4566001"/>
              <a:ext cx="504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Hydropower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112F6AB-6460-C512-67C8-8842505E4703}"/>
                </a:ext>
              </a:extLst>
            </p:cNvPr>
            <p:cNvSpPr txBox="1"/>
            <p:nvPr/>
          </p:nvSpPr>
          <p:spPr>
            <a:xfrm>
              <a:off x="2148981" y="5521136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Battery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8D9AFA03-00DE-2F09-559C-B52EAD79BC5D}"/>
                </a:ext>
              </a:extLst>
            </p:cNvPr>
            <p:cNvSpPr txBox="1"/>
            <p:nvPr/>
          </p:nvSpPr>
          <p:spPr>
            <a:xfrm>
              <a:off x="2079118" y="5873081"/>
              <a:ext cx="468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Power-to-X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6894205-72F7-109D-DD2C-2E73B0D1A7F3}"/>
                </a:ext>
              </a:extLst>
            </p:cNvPr>
            <p:cNvSpPr txBox="1"/>
            <p:nvPr/>
          </p:nvSpPr>
          <p:spPr>
            <a:xfrm>
              <a:off x="4179491" y="4555011"/>
              <a:ext cx="576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Pumped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hydro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BD37EE81-58ED-7BEC-B3A7-F8726D5C9F35}"/>
                </a:ext>
              </a:extLst>
            </p:cNvPr>
            <p:cNvSpPr txBox="1"/>
            <p:nvPr/>
          </p:nvSpPr>
          <p:spPr>
            <a:xfrm>
              <a:off x="3700654" y="6024683"/>
              <a:ext cx="612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Combined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heat and power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93675E30-1890-F6D9-AD4E-CE93B551925A}"/>
                </a:ext>
              </a:extLst>
            </p:cNvPr>
            <p:cNvSpPr txBox="1"/>
            <p:nvPr/>
          </p:nvSpPr>
          <p:spPr>
            <a:xfrm>
              <a:off x="4364414" y="5993716"/>
              <a:ext cx="596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District heat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B8B59B6-8B9F-5183-71EA-D77ECCA51907}"/>
                </a:ext>
              </a:extLst>
            </p:cNvPr>
            <p:cNvSpPr txBox="1"/>
            <p:nvPr/>
          </p:nvSpPr>
          <p:spPr>
            <a:xfrm>
              <a:off x="4092312" y="5324570"/>
              <a:ext cx="58372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Heat pump</a:t>
              </a:r>
              <a:endParaRPr lang="en-GB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6053D953-AA6A-278F-6E28-6C28C9145E45}"/>
                </a:ext>
              </a:extLst>
            </p:cNvPr>
            <p:cNvCxnSpPr>
              <a:cxnSpLocks/>
              <a:stCxn id="108" idx="0"/>
            </p:cNvCxnSpPr>
            <p:nvPr/>
          </p:nvCxnSpPr>
          <p:spPr>
            <a:xfrm flipV="1">
              <a:off x="3972110" y="5141229"/>
              <a:ext cx="0" cy="568869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B89AC51-E892-5882-0412-CB33C8457206}"/>
                </a:ext>
              </a:extLst>
            </p:cNvPr>
            <p:cNvSpPr/>
            <p:nvPr/>
          </p:nvSpPr>
          <p:spPr>
            <a:xfrm>
              <a:off x="5092435" y="4491593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54C478F5-BEE3-4F5D-2B58-F0E4EC7FAF5C}"/>
                </a:ext>
              </a:extLst>
            </p:cNvPr>
            <p:cNvCxnSpPr>
              <a:cxnSpLocks/>
              <a:stCxn id="52" idx="1"/>
              <a:endCxn id="52" idx="3"/>
            </p:cNvCxnSpPr>
            <p:nvPr/>
          </p:nvCxnSpPr>
          <p:spPr>
            <a:xfrm>
              <a:off x="5092435" y="4527593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图片 55" descr="图标&#10;&#10;AI 生成的内容可能不正确。">
              <a:extLst>
                <a:ext uri="{FF2B5EF4-FFF2-40B4-BE49-F238E27FC236}">
                  <a16:creationId xmlns:a16="http://schemas.microsoft.com/office/drawing/2014/main" id="{0209240C-7A3A-8995-3E85-D07D1F503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699583" y="4351417"/>
              <a:ext cx="216000" cy="145046"/>
            </a:xfrm>
            <a:prstGeom prst="rect">
              <a:avLst/>
            </a:prstGeom>
          </p:spPr>
        </p:pic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FD3BD0BB-E84D-8078-19E6-436E07508509}"/>
                </a:ext>
              </a:extLst>
            </p:cNvPr>
            <p:cNvSpPr txBox="1"/>
            <p:nvPr/>
          </p:nvSpPr>
          <p:spPr>
            <a:xfrm>
              <a:off x="5280265" y="4171225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Smart charging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8" name="图片 67" descr="图标&#10;&#10;AI 生成的内容可能不正确。">
              <a:extLst>
                <a:ext uri="{FF2B5EF4-FFF2-40B4-BE49-F238E27FC236}">
                  <a16:creationId xmlns:a16="http://schemas.microsoft.com/office/drawing/2014/main" id="{ACFC6D96-3B66-EFAE-0456-4A5E0A689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BEBA8EAE-BF5A-486C-A8C5-ECC9F3942E4B}">
                  <a14:imgProps xmlns:a14="http://schemas.microsoft.com/office/drawing/2010/main">
                    <a14:imgLayer r:embed="rId33">
                      <a14:imgEffect>
                        <a14:backgroundRemoval t="9961" b="89844" l="7422" r="91992">
                          <a14:foregroundMark x1="8203" y1="42188" x2="7422" y2="52148"/>
                          <a14:foregroundMark x1="7422" y1="52148" x2="7813" y2="53711"/>
                          <a14:foregroundMark x1="91602" y1="33789" x2="91992" y2="51953"/>
                          <a14:backgroundMark x1="13281" y1="74609" x2="67773" y2="75977"/>
                          <a14:backgroundMark x1="67773" y1="75977" x2="89844" y2="75195"/>
                          <a14:backgroundMark x1="8398" y1="69336" x2="34570" y2="70508"/>
                          <a14:backgroundMark x1="34570" y1="70508" x2="42773" y2="66992"/>
                          <a14:backgroundMark x1="50000" y1="69141" x2="66406" y2="69336"/>
                          <a14:backgroundMark x1="66406" y1="69336" x2="79297" y2="68555"/>
                          <a14:backgroundMark x1="79297" y1="68555" x2="88867" y2="687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661" b="29092"/>
            <a:stretch>
              <a:fillRect/>
            </a:stretch>
          </p:blipFill>
          <p:spPr>
            <a:xfrm>
              <a:off x="5030754" y="4413773"/>
              <a:ext cx="216000" cy="110693"/>
            </a:xfrm>
            <a:prstGeom prst="rect">
              <a:avLst/>
            </a:prstGeom>
          </p:spPr>
        </p:pic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1F6B75BC-4B5F-D11F-8EC3-67D144E47800}"/>
                </a:ext>
              </a:extLst>
            </p:cNvPr>
            <p:cNvSpPr/>
            <p:nvPr/>
          </p:nvSpPr>
          <p:spPr>
            <a:xfrm>
              <a:off x="5092435" y="5643470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EA2B1CC7-2AC3-5D34-DA57-719DC9F9228E}"/>
                </a:ext>
              </a:extLst>
            </p:cNvPr>
            <p:cNvCxnSpPr>
              <a:cxnSpLocks/>
              <a:stCxn id="69" idx="1"/>
              <a:endCxn id="69" idx="3"/>
            </p:cNvCxnSpPr>
            <p:nvPr/>
          </p:nvCxnSpPr>
          <p:spPr>
            <a:xfrm>
              <a:off x="5092435" y="5679470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图片 77">
              <a:extLst>
                <a:ext uri="{FF2B5EF4-FFF2-40B4-BE49-F238E27FC236}">
                  <a16:creationId xmlns:a16="http://schemas.microsoft.com/office/drawing/2014/main" id="{760342A8-D033-BA0C-6B91-CC1228ECE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1" t="4449" r="4023" b="3329"/>
            <a:stretch>
              <a:fillRect/>
            </a:stretch>
          </p:blipFill>
          <p:spPr>
            <a:xfrm>
              <a:off x="5648711" y="5433010"/>
              <a:ext cx="216000" cy="213447"/>
            </a:xfrm>
            <a:prstGeom prst="rect">
              <a:avLst/>
            </a:prstGeom>
          </p:spPr>
        </p:pic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E06E7E30-C0F9-07B0-6D6C-89D83969655D}"/>
                </a:ext>
              </a:extLst>
            </p:cNvPr>
            <p:cNvSpPr/>
            <p:nvPr/>
          </p:nvSpPr>
          <p:spPr>
            <a:xfrm rot="5400000">
              <a:off x="4445364" y="5067535"/>
              <a:ext cx="1224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C21C387-E458-9E4D-69CB-EEF8F65460B5}"/>
                </a:ext>
              </a:extLst>
            </p:cNvPr>
            <p:cNvSpPr/>
            <p:nvPr/>
          </p:nvSpPr>
          <p:spPr>
            <a:xfrm>
              <a:off x="5091782" y="5122095"/>
              <a:ext cx="936000" cy="72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46"/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D8BB6C93-3DAE-C221-797F-2923F462A46B}"/>
                </a:ext>
              </a:extLst>
            </p:cNvPr>
            <p:cNvCxnSpPr>
              <a:cxnSpLocks/>
              <a:stCxn id="94" idx="1"/>
              <a:endCxn id="94" idx="3"/>
            </p:cNvCxnSpPr>
            <p:nvPr/>
          </p:nvCxnSpPr>
          <p:spPr>
            <a:xfrm>
              <a:off x="5091782" y="5158095"/>
              <a:ext cx="93600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7" name="图片 96" descr="黑暗的风车&#10;&#10;AI 生成的内容可能不正确。">
              <a:extLst>
                <a:ext uri="{FF2B5EF4-FFF2-40B4-BE49-F238E27FC236}">
                  <a16:creationId xmlns:a16="http://schemas.microsoft.com/office/drawing/2014/main" id="{EA0E384C-60D2-137D-4565-01716AC9D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71"/>
            <a:stretch>
              <a:fillRect/>
            </a:stretch>
          </p:blipFill>
          <p:spPr>
            <a:xfrm>
              <a:off x="2119977" y="3578553"/>
              <a:ext cx="432000" cy="452219"/>
            </a:xfrm>
            <a:prstGeom prst="rect">
              <a:avLst/>
            </a:prstGeom>
          </p:spPr>
        </p:pic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473C4F24-9BFF-E0DD-A261-4DD99716E9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7364" y="4524877"/>
              <a:ext cx="0" cy="115200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图片 99" descr="图标&#10;&#10;AI 生成的内容可能不正确。">
              <a:extLst>
                <a:ext uri="{FF2B5EF4-FFF2-40B4-BE49-F238E27FC236}">
                  <a16:creationId xmlns:a16="http://schemas.microsoft.com/office/drawing/2014/main" id="{6F883742-F29B-D59D-A171-F817FFA0B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0150" y="4918731"/>
              <a:ext cx="216000" cy="216000"/>
            </a:xfrm>
            <a:prstGeom prst="rect">
              <a:avLst/>
            </a:prstGeom>
          </p:spPr>
        </p:pic>
        <p:cxnSp>
          <p:nvCxnSpPr>
            <p:cNvPr id="244" name="直接箭头连接符 101">
              <a:extLst>
                <a:ext uri="{FF2B5EF4-FFF2-40B4-BE49-F238E27FC236}">
                  <a16:creationId xmlns:a16="http://schemas.microsoft.com/office/drawing/2014/main" id="{674F156A-0ABA-FDA9-295D-69FB8AD3CCD5}"/>
                </a:ext>
              </a:extLst>
            </p:cNvPr>
            <p:cNvCxnSpPr>
              <a:cxnSpLocks/>
              <a:stCxn id="249" idx="3"/>
              <a:endCxn id="78" idx="3"/>
            </p:cNvCxnSpPr>
            <p:nvPr/>
          </p:nvCxnSpPr>
          <p:spPr>
            <a:xfrm flipV="1">
              <a:off x="5623085" y="5539734"/>
              <a:ext cx="241626" cy="999474"/>
            </a:xfrm>
            <a:prstGeom prst="bentConnector3">
              <a:avLst>
                <a:gd name="adj1" fmla="val 147962"/>
              </a:avLst>
            </a:prstGeom>
            <a:ln w="6350">
              <a:solidFill>
                <a:schemeClr val="accent2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CB62611-C165-976D-9DD7-F40A1F07BB26}"/>
                </a:ext>
              </a:extLst>
            </p:cNvPr>
            <p:cNvSpPr txBox="1"/>
            <p:nvPr/>
          </p:nvSpPr>
          <p:spPr>
            <a:xfrm>
              <a:off x="5299154" y="5976331"/>
              <a:ext cx="612000" cy="216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Thermal </a:t>
              </a:r>
            </a:p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energy storage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9" name="直接箭头连接符 101">
              <a:extLst>
                <a:ext uri="{FF2B5EF4-FFF2-40B4-BE49-F238E27FC236}">
                  <a16:creationId xmlns:a16="http://schemas.microsoft.com/office/drawing/2014/main" id="{5F64E85C-D7B9-F0C1-E0A6-C34D60ADE9FA}"/>
                </a:ext>
              </a:extLst>
            </p:cNvPr>
            <p:cNvCxnSpPr>
              <a:cxnSpLocks/>
              <a:stCxn id="85" idx="2"/>
              <a:endCxn id="169" idx="0"/>
            </p:cNvCxnSpPr>
            <p:nvPr/>
          </p:nvCxnSpPr>
          <p:spPr>
            <a:xfrm>
              <a:off x="1901440" y="6085366"/>
              <a:ext cx="0" cy="190155"/>
            </a:xfrm>
            <a:prstGeom prst="straightConnector1">
              <a:avLst/>
            </a:prstGeom>
            <a:ln w="6350">
              <a:solidFill>
                <a:schemeClr val="accent3"/>
              </a:solidFill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>
              <a:extLst>
                <a:ext uri="{FF2B5EF4-FFF2-40B4-BE49-F238E27FC236}">
                  <a16:creationId xmlns:a16="http://schemas.microsoft.com/office/drawing/2014/main" id="{A09AC630-2AED-ADA8-0BB6-D7E74BC58598}"/>
                </a:ext>
              </a:extLst>
            </p:cNvPr>
            <p:cNvCxnSpPr>
              <a:cxnSpLocks/>
              <a:stCxn id="57" idx="1"/>
            </p:cNvCxnSpPr>
            <p:nvPr/>
          </p:nvCxnSpPr>
          <p:spPr>
            <a:xfrm flipH="1">
              <a:off x="1902759" y="4661058"/>
              <a:ext cx="224071" cy="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8F9FB489-A8CB-C184-6CC1-4F3FFB433CC3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3185292" y="3985508"/>
              <a:ext cx="2371" cy="398365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箭头连接符 49">
              <a:extLst>
                <a:ext uri="{FF2B5EF4-FFF2-40B4-BE49-F238E27FC236}">
                  <a16:creationId xmlns:a16="http://schemas.microsoft.com/office/drawing/2014/main" id="{8C3F1A8E-BAB9-FD99-F701-79058E0EAE5A}"/>
                </a:ext>
              </a:extLst>
            </p:cNvPr>
            <p:cNvCxnSpPr>
              <a:cxnSpLocks/>
              <a:stCxn id="47" idx="2"/>
              <a:endCxn id="97" idx="2"/>
            </p:cNvCxnSpPr>
            <p:nvPr/>
          </p:nvCxnSpPr>
          <p:spPr>
            <a:xfrm rot="16200000" flipH="1">
              <a:off x="2115433" y="3810227"/>
              <a:ext cx="4817" cy="436272"/>
            </a:xfrm>
            <a:prstGeom prst="bentConnector3">
              <a:avLst>
                <a:gd name="adj1" fmla="val 879967"/>
              </a:avLst>
            </a:prstGeom>
            <a:ln w="6350" cap="rnd">
              <a:solidFill>
                <a:schemeClr val="accent1"/>
              </a:solidFill>
              <a:bevel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9" name="图片 178" descr="图标&#10;&#10;AI 生成的内容可能不正确。">
              <a:extLst>
                <a:ext uri="{FF2B5EF4-FFF2-40B4-BE49-F238E27FC236}">
                  <a16:creationId xmlns:a16="http://schemas.microsoft.com/office/drawing/2014/main" id="{E6E1F119-2611-0EC9-505F-17D2A63F5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478416" y="4351697"/>
              <a:ext cx="216000" cy="145046"/>
            </a:xfrm>
            <a:prstGeom prst="rect">
              <a:avLst/>
            </a:prstGeom>
          </p:spPr>
        </p:pic>
        <p:pic>
          <p:nvPicPr>
            <p:cNvPr id="180" name="图片 179" descr="图标&#10;&#10;AI 生成的内容可能不正确。">
              <a:extLst>
                <a:ext uri="{FF2B5EF4-FFF2-40B4-BE49-F238E27FC236}">
                  <a16:creationId xmlns:a16="http://schemas.microsoft.com/office/drawing/2014/main" id="{88AA4AA0-68ED-06F0-97D9-813DB4FF1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407" b="16441"/>
            <a:stretch>
              <a:fillRect/>
            </a:stretch>
          </p:blipFill>
          <p:spPr>
            <a:xfrm>
              <a:off x="5256472" y="4351417"/>
              <a:ext cx="216000" cy="145046"/>
            </a:xfrm>
            <a:prstGeom prst="rect">
              <a:avLst/>
            </a:prstGeom>
          </p:spPr>
        </p:pic>
        <p:cxnSp>
          <p:nvCxnSpPr>
            <p:cNvPr id="181" name="直接箭头连接符 49">
              <a:extLst>
                <a:ext uri="{FF2B5EF4-FFF2-40B4-BE49-F238E27FC236}">
                  <a16:creationId xmlns:a16="http://schemas.microsoft.com/office/drawing/2014/main" id="{A4BFECDC-1501-1CC4-9CC3-F94D885A80D5}"/>
                </a:ext>
              </a:extLst>
            </p:cNvPr>
            <p:cNvCxnSpPr>
              <a:cxnSpLocks/>
              <a:stCxn id="180" idx="2"/>
              <a:endCxn id="179" idx="2"/>
            </p:cNvCxnSpPr>
            <p:nvPr/>
          </p:nvCxnSpPr>
          <p:spPr>
            <a:xfrm rot="16200000" flipH="1">
              <a:off x="5486732" y="4374203"/>
              <a:ext cx="280" cy="244800"/>
            </a:xfrm>
            <a:prstGeom prst="bentConnector3">
              <a:avLst>
                <a:gd name="adj1" fmla="val 44323214"/>
              </a:avLst>
            </a:pr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箭头连接符 187">
              <a:extLst>
                <a:ext uri="{FF2B5EF4-FFF2-40B4-BE49-F238E27FC236}">
                  <a16:creationId xmlns:a16="http://schemas.microsoft.com/office/drawing/2014/main" id="{FC590B97-A869-FBCA-2DCA-610979CBF40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7256" y="4513627"/>
              <a:ext cx="0" cy="21600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14" name="图片 213" descr="图标&#10;&#10;AI 生成的内容可能不正确。">
              <a:extLst>
                <a:ext uri="{FF2B5EF4-FFF2-40B4-BE49-F238E27FC236}">
                  <a16:creationId xmlns:a16="http://schemas.microsoft.com/office/drawing/2014/main" id="{7CEC63C6-907E-B3D7-ED8A-5D6A77BB5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0464" y="4918977"/>
              <a:ext cx="216000" cy="216000"/>
            </a:xfrm>
            <a:prstGeom prst="rect">
              <a:avLst/>
            </a:prstGeom>
          </p:spPr>
        </p:pic>
        <p:pic>
          <p:nvPicPr>
            <p:cNvPr id="222" name="图片 221" descr="图标&#10;&#10;AI 生成的内容可能不正确。">
              <a:extLst>
                <a:ext uri="{FF2B5EF4-FFF2-40B4-BE49-F238E27FC236}">
                  <a16:creationId xmlns:a16="http://schemas.microsoft.com/office/drawing/2014/main" id="{00BAFE96-97D6-5D97-F2CC-A46094ACD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9118" y="5428044"/>
              <a:ext cx="216000" cy="216000"/>
            </a:xfrm>
            <a:prstGeom prst="rect">
              <a:avLst/>
            </a:prstGeom>
          </p:spPr>
        </p:pic>
        <p:pic>
          <p:nvPicPr>
            <p:cNvPr id="228" name="图片 227" descr="图标&#10;&#10;AI 生成的内容可能不正确。">
              <a:extLst>
                <a:ext uri="{FF2B5EF4-FFF2-40B4-BE49-F238E27FC236}">
                  <a16:creationId xmlns:a16="http://schemas.microsoft.com/office/drawing/2014/main" id="{58D6F4C8-E0AD-58E7-0EBA-1569CD09E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6714" y="5428071"/>
              <a:ext cx="216000" cy="216000"/>
            </a:xfrm>
            <a:prstGeom prst="rect">
              <a:avLst/>
            </a:prstGeom>
          </p:spPr>
        </p:pic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15847CBE-01EF-8151-6773-23C3C4DE2C76}"/>
                </a:ext>
              </a:extLst>
            </p:cNvPr>
            <p:cNvSpPr txBox="1"/>
            <p:nvPr/>
          </p:nvSpPr>
          <p:spPr>
            <a:xfrm>
              <a:off x="5260648" y="4645099"/>
              <a:ext cx="532874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Demand response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C15ADD24-07AB-41F6-7646-A5DDEF2DC157}"/>
                </a:ext>
              </a:extLst>
            </p:cNvPr>
            <p:cNvCxnSpPr>
              <a:cxnSpLocks/>
              <a:stCxn id="129" idx="3"/>
              <a:endCxn id="78" idx="2"/>
            </p:cNvCxnSpPr>
            <p:nvPr/>
          </p:nvCxnSpPr>
          <p:spPr>
            <a:xfrm flipV="1">
              <a:off x="4812056" y="5646457"/>
              <a:ext cx="944655" cy="206570"/>
            </a:xfrm>
            <a:prstGeom prst="bentConnector2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21ED747B-EA17-8EEA-5191-6998B8ED9CB9}"/>
                </a:ext>
              </a:extLst>
            </p:cNvPr>
            <p:cNvCxnSpPr>
              <a:cxnSpLocks/>
              <a:endCxn id="222" idx="2"/>
            </p:cNvCxnSpPr>
            <p:nvPr/>
          </p:nvCxnSpPr>
          <p:spPr>
            <a:xfrm flipV="1">
              <a:off x="5507118" y="5644044"/>
              <a:ext cx="0" cy="206224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5A9E3F5E-3F72-31D4-ECAF-BFDD980992E3}"/>
                </a:ext>
              </a:extLst>
            </p:cNvPr>
            <p:cNvCxnSpPr>
              <a:cxnSpLocks/>
              <a:endCxn id="228" idx="2"/>
            </p:cNvCxnSpPr>
            <p:nvPr/>
          </p:nvCxnSpPr>
          <p:spPr>
            <a:xfrm flipV="1">
              <a:off x="5284714" y="5644071"/>
              <a:ext cx="0" cy="205780"/>
            </a:xfrm>
            <a:prstGeom prst="straightConnector1">
              <a:avLst/>
            </a:prstGeom>
            <a:ln w="6350" cap="rnd">
              <a:solidFill>
                <a:srgbClr val="C00000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文本框 275">
              <a:extLst>
                <a:ext uri="{FF2B5EF4-FFF2-40B4-BE49-F238E27FC236}">
                  <a16:creationId xmlns:a16="http://schemas.microsoft.com/office/drawing/2014/main" id="{09E66C75-4CB5-02FE-100C-CAC04636B062}"/>
                </a:ext>
              </a:extLst>
            </p:cNvPr>
            <p:cNvSpPr txBox="1"/>
            <p:nvPr/>
          </p:nvSpPr>
          <p:spPr>
            <a:xfrm>
              <a:off x="4065637" y="6337018"/>
              <a:ext cx="774571" cy="184666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Linepack</a:t>
              </a:r>
              <a:r>
                <a:rPr lang="en-US" sz="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storage</a:t>
              </a:r>
            </a:p>
          </p:txBody>
        </p:sp>
        <p:pic>
          <p:nvPicPr>
            <p:cNvPr id="282" name="图片 281" descr="图标&#10;&#10;AI 生成的内容可能不正确。">
              <a:extLst>
                <a:ext uri="{FF2B5EF4-FFF2-40B4-BE49-F238E27FC236}">
                  <a16:creationId xmlns:a16="http://schemas.microsoft.com/office/drawing/2014/main" id="{D2BA459C-2899-BB11-BCB6-B78C297FB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7655" y="6413190"/>
              <a:ext cx="180000" cy="180000"/>
            </a:xfrm>
            <a:prstGeom prst="rect">
              <a:avLst/>
            </a:prstGeom>
          </p:spPr>
        </p:pic>
        <p:pic>
          <p:nvPicPr>
            <p:cNvPr id="283" name="图片 282" descr="图标&#10;&#10;AI 生成的内容可能不正确。">
              <a:extLst>
                <a:ext uri="{FF2B5EF4-FFF2-40B4-BE49-F238E27FC236}">
                  <a16:creationId xmlns:a16="http://schemas.microsoft.com/office/drawing/2014/main" id="{EBD0B588-FCD9-5A85-6DAE-3C8D862F8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8650" y="6416464"/>
              <a:ext cx="180000" cy="180000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6A3ED8A-1BD2-650E-0076-36E9B144E973}"/>
                </a:ext>
              </a:extLst>
            </p:cNvPr>
            <p:cNvSpPr txBox="1"/>
            <p:nvPr/>
          </p:nvSpPr>
          <p:spPr>
            <a:xfrm>
              <a:off x="874039" y="4155105"/>
              <a:ext cx="4650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zh-CN" sz="600">
                  <a:latin typeface="Arial" panose="020B0604020202020204" pitchFamily="34" charset="0"/>
                  <a:cs typeface="Arial" panose="020B0604020202020204" pitchFamily="34" charset="0"/>
                </a:rPr>
                <a:t>arbon capture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" name="图片 4" descr="图标&#10;&#10;AI 生成的内容可能不正确。">
              <a:extLst>
                <a:ext uri="{FF2B5EF4-FFF2-40B4-BE49-F238E27FC236}">
                  <a16:creationId xmlns:a16="http://schemas.microsoft.com/office/drawing/2014/main" id="{08199118-296A-6048-DDA8-B9ED1F950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6124" y="4959120"/>
              <a:ext cx="360000" cy="3600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1910816-ADAD-B94F-D9EB-9775D5B5DE3D}"/>
                </a:ext>
              </a:extLst>
            </p:cNvPr>
            <p:cNvSpPr txBox="1"/>
            <p:nvPr/>
          </p:nvSpPr>
          <p:spPr>
            <a:xfrm>
              <a:off x="943978" y="5328608"/>
              <a:ext cx="612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Flexible nuclear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0713D89-37E9-B71B-344C-B2C7E5993052}"/>
                </a:ext>
              </a:extLst>
            </p:cNvPr>
            <p:cNvSpPr txBox="1"/>
            <p:nvPr/>
          </p:nvSpPr>
          <p:spPr>
            <a:xfrm>
              <a:off x="1060020" y="5876769"/>
              <a:ext cx="360000" cy="14400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Biomass</a:t>
              </a:r>
              <a:endParaRPr lang="en-GB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" name="图片 9" descr="卡通人物&#10;&#10;AI 生成的内容可能不正确。">
              <a:extLst>
                <a:ext uri="{FF2B5EF4-FFF2-40B4-BE49-F238E27FC236}">
                  <a16:creationId xmlns:a16="http://schemas.microsoft.com/office/drawing/2014/main" id="{9BF995E5-A5D2-7051-1FA4-3E098B0E0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4367" y="5515097"/>
              <a:ext cx="360000" cy="360000"/>
            </a:xfrm>
            <a:prstGeom prst="rect">
              <a:avLst/>
            </a:prstGeom>
          </p:spPr>
        </p:pic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3CF19EE4-40D1-C714-702D-79920BF6FEFF}"/>
                </a:ext>
              </a:extLst>
            </p:cNvPr>
            <p:cNvSpPr/>
            <p:nvPr/>
          </p:nvSpPr>
          <p:spPr>
            <a:xfrm>
              <a:off x="3736974" y="4495274"/>
              <a:ext cx="2088000" cy="808038"/>
            </a:xfrm>
            <a:custGeom>
              <a:avLst/>
              <a:gdLst>
                <a:gd name="connsiteX0" fmla="*/ 0 w 2182812"/>
                <a:gd name="connsiteY0" fmla="*/ 642938 h 808038"/>
                <a:gd name="connsiteX1" fmla="*/ 1116012 w 2182812"/>
                <a:gd name="connsiteY1" fmla="*/ 642938 h 808038"/>
                <a:gd name="connsiteX2" fmla="*/ 1116012 w 2182812"/>
                <a:gd name="connsiteY2" fmla="*/ 808038 h 808038"/>
                <a:gd name="connsiteX3" fmla="*/ 2182812 w 2182812"/>
                <a:gd name="connsiteY3" fmla="*/ 808038 h 808038"/>
                <a:gd name="connsiteX4" fmla="*/ 2182812 w 2182812"/>
                <a:gd name="connsiteY4" fmla="*/ 0 h 808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2812" h="808038">
                  <a:moveTo>
                    <a:pt x="0" y="642938"/>
                  </a:moveTo>
                  <a:lnTo>
                    <a:pt x="1116012" y="642938"/>
                  </a:lnTo>
                  <a:lnTo>
                    <a:pt x="1116012" y="808038"/>
                  </a:lnTo>
                  <a:lnTo>
                    <a:pt x="2182812" y="808038"/>
                  </a:lnTo>
                  <a:lnTo>
                    <a:pt x="2182812" y="0"/>
                  </a:lnTo>
                </a:path>
              </a:pathLst>
            </a:custGeom>
            <a:ln w="6350" cap="rnd">
              <a:solidFill>
                <a:schemeClr val="accent1"/>
              </a:solidFill>
              <a:bevel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7165A49-9EB5-5909-F9B5-1CBBD31E2BE7}"/>
                </a:ext>
              </a:extLst>
            </p:cNvPr>
            <p:cNvCxnSpPr>
              <a:cxnSpLocks/>
              <a:endCxn id="228" idx="0"/>
            </p:cNvCxnSpPr>
            <p:nvPr/>
          </p:nvCxnSpPr>
          <p:spPr>
            <a:xfrm>
              <a:off x="5284714" y="5301971"/>
              <a:ext cx="0" cy="126100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11C1FB3E-6AB3-313C-F788-D9A517941CA1}"/>
                </a:ext>
              </a:extLst>
            </p:cNvPr>
            <p:cNvCxnSpPr>
              <a:cxnSpLocks/>
              <a:endCxn id="222" idx="0"/>
            </p:cNvCxnSpPr>
            <p:nvPr/>
          </p:nvCxnSpPr>
          <p:spPr>
            <a:xfrm>
              <a:off x="5507118" y="5304898"/>
              <a:ext cx="0" cy="123146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B64C10D0-0332-E9C6-87D8-66C563323692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5756711" y="5304898"/>
              <a:ext cx="0" cy="128112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00483C4E-8EF2-6EB6-AD1B-AD5E8397C783}"/>
                </a:ext>
              </a:extLst>
            </p:cNvPr>
            <p:cNvCxnSpPr>
              <a:cxnSpLocks/>
              <a:endCxn id="100" idx="2"/>
            </p:cNvCxnSpPr>
            <p:nvPr/>
          </p:nvCxnSpPr>
          <p:spPr>
            <a:xfrm flipV="1">
              <a:off x="5648150" y="5134731"/>
              <a:ext cx="0" cy="166741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直接箭头连接符 456">
              <a:extLst>
                <a:ext uri="{FF2B5EF4-FFF2-40B4-BE49-F238E27FC236}">
                  <a16:creationId xmlns:a16="http://schemas.microsoft.com/office/drawing/2014/main" id="{E6983C38-AD34-E27F-0546-6D1A07DA8C5B}"/>
                </a:ext>
              </a:extLst>
            </p:cNvPr>
            <p:cNvCxnSpPr>
              <a:cxnSpLocks/>
              <a:endCxn id="214" idx="2"/>
            </p:cNvCxnSpPr>
            <p:nvPr/>
          </p:nvCxnSpPr>
          <p:spPr>
            <a:xfrm flipV="1">
              <a:off x="5398464" y="5134977"/>
              <a:ext cx="0" cy="164859"/>
            </a:xfrm>
            <a:prstGeom prst="straightConnector1">
              <a:avLst/>
            </a:prstGeom>
            <a:ln w="6350" cap="rnd">
              <a:solidFill>
                <a:schemeClr val="accent1"/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41CAC54F-EE48-3E8F-85D0-38195CE0A839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 flipV="1">
              <a:off x="1372021" y="4373192"/>
              <a:ext cx="0" cy="72000"/>
            </a:xfrm>
            <a:prstGeom prst="straightConnector1">
              <a:avLst/>
            </a:prstGeom>
            <a:ln w="6350" cap="rnd">
              <a:solidFill>
                <a:schemeClr val="bg1">
                  <a:lumMod val="50000"/>
                </a:schemeClr>
              </a:solidFill>
              <a:bevel/>
              <a:headEnd type="none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图片 12" descr="图片包含 徽标&#10;&#10;AI 生成的内容可能不正确。">
              <a:extLst>
                <a:ext uri="{FF2B5EF4-FFF2-40B4-BE49-F238E27FC236}">
                  <a16:creationId xmlns:a16="http://schemas.microsoft.com/office/drawing/2014/main" id="{A1127298-D832-59EA-4848-602FD363E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4021" y="4157192"/>
              <a:ext cx="216000" cy="216000"/>
            </a:xfrm>
            <a:prstGeom prst="rect">
              <a:avLst/>
            </a:prstGeom>
          </p:spPr>
        </p:pic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B1CAC1DE-C72A-49A5-D532-2280F7C21DE5}"/>
                </a:ext>
              </a:extLst>
            </p:cNvPr>
            <p:cNvSpPr/>
            <p:nvPr/>
          </p:nvSpPr>
          <p:spPr>
            <a:xfrm>
              <a:off x="1776648" y="4783588"/>
              <a:ext cx="2694525" cy="111258"/>
            </a:xfrm>
            <a:custGeom>
              <a:avLst/>
              <a:gdLst>
                <a:gd name="connsiteX0" fmla="*/ 2694525 w 2694525"/>
                <a:gd name="connsiteY0" fmla="*/ 0 h 111258"/>
                <a:gd name="connsiteX1" fmla="*/ 2694525 w 2694525"/>
                <a:gd name="connsiteY1" fmla="*/ 111258 h 111258"/>
                <a:gd name="connsiteX2" fmla="*/ 0 w 2694525"/>
                <a:gd name="connsiteY2" fmla="*/ 111258 h 111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4525" h="111258">
                  <a:moveTo>
                    <a:pt x="2694525" y="0"/>
                  </a:moveTo>
                  <a:lnTo>
                    <a:pt x="2694525" y="111258"/>
                  </a:lnTo>
                  <a:lnTo>
                    <a:pt x="0" y="111258"/>
                  </a:lnTo>
                </a:path>
              </a:pathLst>
            </a:cu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65" name="直接连接符 464">
              <a:extLst>
                <a:ext uri="{FF2B5EF4-FFF2-40B4-BE49-F238E27FC236}">
                  <a16:creationId xmlns:a16="http://schemas.microsoft.com/office/drawing/2014/main" id="{930D27D9-3385-2AAD-F169-AD376790EA79}"/>
                </a:ext>
              </a:extLst>
            </p:cNvPr>
            <p:cNvCxnSpPr>
              <a:stCxn id="56" idx="3"/>
            </p:cNvCxnSpPr>
            <p:nvPr/>
          </p:nvCxnSpPr>
          <p:spPr>
            <a:xfrm flipV="1">
              <a:off x="5915583" y="4422775"/>
              <a:ext cx="85358" cy="116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7778772-B5E1-23B4-94E8-CE45CD38112A}"/>
              </a:ext>
            </a:extLst>
          </p:cNvPr>
          <p:cNvCxnSpPr>
            <a:cxnSpLocks/>
          </p:cNvCxnSpPr>
          <p:nvPr/>
        </p:nvCxnSpPr>
        <p:spPr>
          <a:xfrm>
            <a:off x="6805608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BC87E9A-1CD7-4F1C-C820-41073EEF205E}"/>
              </a:ext>
            </a:extLst>
          </p:cNvPr>
          <p:cNvCxnSpPr>
            <a:cxnSpLocks/>
          </p:cNvCxnSpPr>
          <p:nvPr/>
        </p:nvCxnSpPr>
        <p:spPr>
          <a:xfrm>
            <a:off x="6552939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文本框 457">
            <a:extLst>
              <a:ext uri="{FF2B5EF4-FFF2-40B4-BE49-F238E27FC236}">
                <a16:creationId xmlns:a16="http://schemas.microsoft.com/office/drawing/2014/main" id="{0E2F1457-8AFF-56F6-CBD0-8D798881E41C}"/>
              </a:ext>
            </a:extLst>
          </p:cNvPr>
          <p:cNvSpPr txBox="1"/>
          <p:nvPr/>
        </p:nvSpPr>
        <p:spPr>
          <a:xfrm rot="16200000">
            <a:off x="3806037" y="1014499"/>
            <a:ext cx="587020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(kW)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6" name="文本框 465">
            <a:extLst>
              <a:ext uri="{FF2B5EF4-FFF2-40B4-BE49-F238E27FC236}">
                <a16:creationId xmlns:a16="http://schemas.microsoft.com/office/drawing/2014/main" id="{460A0C64-7CCC-98AE-8C9F-3034DAEC0745}"/>
              </a:ext>
            </a:extLst>
          </p:cNvPr>
          <p:cNvSpPr txBox="1"/>
          <p:nvPr/>
        </p:nvSpPr>
        <p:spPr>
          <a:xfrm>
            <a:off x="4087589" y="1397682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7" name="文本框 466">
            <a:extLst>
              <a:ext uri="{FF2B5EF4-FFF2-40B4-BE49-F238E27FC236}">
                <a16:creationId xmlns:a16="http://schemas.microsoft.com/office/drawing/2014/main" id="{1887A1BF-DE98-C378-A91D-1F4AEE9CF376}"/>
              </a:ext>
            </a:extLst>
          </p:cNvPr>
          <p:cNvSpPr txBox="1"/>
          <p:nvPr/>
        </p:nvSpPr>
        <p:spPr>
          <a:xfrm>
            <a:off x="4452371" y="1397700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8" name="文本框 467">
            <a:extLst>
              <a:ext uri="{FF2B5EF4-FFF2-40B4-BE49-F238E27FC236}">
                <a16:creationId xmlns:a16="http://schemas.microsoft.com/office/drawing/2014/main" id="{637AB6A4-6D9B-4008-4281-4451C0AB3223}"/>
              </a:ext>
            </a:extLst>
          </p:cNvPr>
          <p:cNvSpPr txBox="1"/>
          <p:nvPr/>
        </p:nvSpPr>
        <p:spPr>
          <a:xfrm>
            <a:off x="4886552" y="1396672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9" name="文本框 468">
            <a:extLst>
              <a:ext uri="{FF2B5EF4-FFF2-40B4-BE49-F238E27FC236}">
                <a16:creationId xmlns:a16="http://schemas.microsoft.com/office/drawing/2014/main" id="{09D9852A-D244-7331-FFE9-086CB4E4493E}"/>
              </a:ext>
            </a:extLst>
          </p:cNvPr>
          <p:cNvSpPr txBox="1"/>
          <p:nvPr/>
        </p:nvSpPr>
        <p:spPr>
          <a:xfrm>
            <a:off x="5359277" y="1396672"/>
            <a:ext cx="27122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2" name="文本框 471">
            <a:extLst>
              <a:ext uri="{FF2B5EF4-FFF2-40B4-BE49-F238E27FC236}">
                <a16:creationId xmlns:a16="http://schemas.microsoft.com/office/drawing/2014/main" id="{E2C8CBBE-EF32-8342-52F4-E20D99D0A32B}"/>
              </a:ext>
            </a:extLst>
          </p:cNvPr>
          <p:cNvSpPr txBox="1"/>
          <p:nvPr/>
        </p:nvSpPr>
        <p:spPr>
          <a:xfrm>
            <a:off x="4363124" y="1220209"/>
            <a:ext cx="36580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Solar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4" name="文本框 473">
            <a:extLst>
              <a:ext uri="{FF2B5EF4-FFF2-40B4-BE49-F238E27FC236}">
                <a16:creationId xmlns:a16="http://schemas.microsoft.com/office/drawing/2014/main" id="{3AFA6F01-6925-3072-5B62-2969ABCFC894}"/>
              </a:ext>
            </a:extLst>
          </p:cNvPr>
          <p:cNvSpPr txBox="1"/>
          <p:nvPr/>
        </p:nvSpPr>
        <p:spPr>
          <a:xfrm>
            <a:off x="5042831" y="696833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V2G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6" name="文本框 475">
            <a:extLst>
              <a:ext uri="{FF2B5EF4-FFF2-40B4-BE49-F238E27FC236}">
                <a16:creationId xmlns:a16="http://schemas.microsoft.com/office/drawing/2014/main" id="{2583ED6A-906F-15F5-9AF8-52E6D9B36867}"/>
              </a:ext>
            </a:extLst>
          </p:cNvPr>
          <p:cNvSpPr txBox="1"/>
          <p:nvPr/>
        </p:nvSpPr>
        <p:spPr>
          <a:xfrm>
            <a:off x="5442963" y="959048"/>
            <a:ext cx="5229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Charging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7" name="文本框 476">
            <a:extLst>
              <a:ext uri="{FF2B5EF4-FFF2-40B4-BE49-F238E27FC236}">
                <a16:creationId xmlns:a16="http://schemas.microsoft.com/office/drawing/2014/main" id="{54D11C43-10C7-20C9-63AD-FD8A174C2BA9}"/>
              </a:ext>
            </a:extLst>
          </p:cNvPr>
          <p:cNvSpPr txBox="1"/>
          <p:nvPr/>
        </p:nvSpPr>
        <p:spPr>
          <a:xfrm>
            <a:off x="5833297" y="1396672"/>
            <a:ext cx="22794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8" name="文本框 477">
            <a:extLst>
              <a:ext uri="{FF2B5EF4-FFF2-40B4-BE49-F238E27FC236}">
                <a16:creationId xmlns:a16="http://schemas.microsoft.com/office/drawing/2014/main" id="{12519C37-676B-61ED-00D8-FE8BD174F400}"/>
              </a:ext>
            </a:extLst>
          </p:cNvPr>
          <p:cNvSpPr txBox="1"/>
          <p:nvPr/>
        </p:nvSpPr>
        <p:spPr>
          <a:xfrm>
            <a:off x="4295693" y="949996"/>
            <a:ext cx="570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0" name="直接连接符 479">
            <a:extLst>
              <a:ext uri="{FF2B5EF4-FFF2-40B4-BE49-F238E27FC236}">
                <a16:creationId xmlns:a16="http://schemas.microsoft.com/office/drawing/2014/main" id="{A840D67A-EFDF-7831-2FCB-C338BF58BB6C}"/>
              </a:ext>
            </a:extLst>
          </p:cNvPr>
          <p:cNvCxnSpPr>
            <a:cxnSpLocks/>
          </p:cNvCxnSpPr>
          <p:nvPr/>
        </p:nvCxnSpPr>
        <p:spPr>
          <a:xfrm>
            <a:off x="5018832" y="942549"/>
            <a:ext cx="0" cy="48600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3" name="文本框 482">
            <a:extLst>
              <a:ext uri="{FF2B5EF4-FFF2-40B4-BE49-F238E27FC236}">
                <a16:creationId xmlns:a16="http://schemas.microsoft.com/office/drawing/2014/main" id="{322D4C03-6C37-9AC4-690E-62146888E992}"/>
              </a:ext>
            </a:extLst>
          </p:cNvPr>
          <p:cNvSpPr txBox="1"/>
          <p:nvPr/>
        </p:nvSpPr>
        <p:spPr>
          <a:xfrm>
            <a:off x="4959733" y="1215715"/>
            <a:ext cx="63173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Arrive home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4A4FDEA5-A2C0-7867-C4DE-D0406677CE90}"/>
              </a:ext>
            </a:extLst>
          </p:cNvPr>
          <p:cNvSpPr/>
          <p:nvPr/>
        </p:nvSpPr>
        <p:spPr>
          <a:xfrm>
            <a:off x="1592377" y="2993064"/>
            <a:ext cx="573673" cy="2340000"/>
          </a:xfrm>
          <a:custGeom>
            <a:avLst/>
            <a:gdLst>
              <a:gd name="connsiteX0" fmla="*/ 573673 w 573673"/>
              <a:gd name="connsiteY0" fmla="*/ 2562406 h 2562406"/>
              <a:gd name="connsiteX1" fmla="*/ 177317 w 573673"/>
              <a:gd name="connsiteY1" fmla="*/ 2562406 h 2562406"/>
              <a:gd name="connsiteX2" fmla="*/ 177317 w 573673"/>
              <a:gd name="connsiteY2" fmla="*/ 1352477 h 2562406"/>
              <a:gd name="connsiteX3" fmla="*/ 0 w 573673"/>
              <a:gd name="connsiteY3" fmla="*/ 1352477 h 2562406"/>
              <a:gd name="connsiteX4" fmla="*/ 0 w 573673"/>
              <a:gd name="connsiteY4" fmla="*/ 0 h 2562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673" h="2562406">
                <a:moveTo>
                  <a:pt x="573673" y="2562406"/>
                </a:moveTo>
                <a:lnTo>
                  <a:pt x="177317" y="2562406"/>
                </a:lnTo>
                <a:lnTo>
                  <a:pt x="177317" y="1352477"/>
                </a:lnTo>
                <a:lnTo>
                  <a:pt x="0" y="1352477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383D7A76-540C-A3D7-0AFE-C2E17E56D21F}"/>
              </a:ext>
            </a:extLst>
          </p:cNvPr>
          <p:cNvSpPr txBox="1"/>
          <p:nvPr/>
        </p:nvSpPr>
        <p:spPr>
          <a:xfrm>
            <a:off x="1120464" y="3074975"/>
            <a:ext cx="1212191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Large-scale electricity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" name="任意多边形: 形状 459">
            <a:extLst>
              <a:ext uri="{FF2B5EF4-FFF2-40B4-BE49-F238E27FC236}">
                <a16:creationId xmlns:a16="http://schemas.microsoft.com/office/drawing/2014/main" id="{88839C89-38E6-14B8-403A-6C9CCAF975FD}"/>
              </a:ext>
            </a:extLst>
          </p:cNvPr>
          <p:cNvSpPr/>
          <p:nvPr/>
        </p:nvSpPr>
        <p:spPr>
          <a:xfrm>
            <a:off x="4940300" y="2990712"/>
            <a:ext cx="249767" cy="3042000"/>
          </a:xfrm>
          <a:custGeom>
            <a:avLst/>
            <a:gdLst>
              <a:gd name="connsiteX0" fmla="*/ 220133 w 249767"/>
              <a:gd name="connsiteY0" fmla="*/ 3255433 h 3255433"/>
              <a:gd name="connsiteX1" fmla="*/ 0 w 249767"/>
              <a:gd name="connsiteY1" fmla="*/ 3255433 h 3255433"/>
              <a:gd name="connsiteX2" fmla="*/ 0 w 249767"/>
              <a:gd name="connsiteY2" fmla="*/ 586317 h 3255433"/>
              <a:gd name="connsiteX3" fmla="*/ 249767 w 249767"/>
              <a:gd name="connsiteY3" fmla="*/ 586317 h 3255433"/>
              <a:gd name="connsiteX4" fmla="*/ 249767 w 249767"/>
              <a:gd name="connsiteY4" fmla="*/ 0 h 325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9767" h="3255433">
                <a:moveTo>
                  <a:pt x="220133" y="3255433"/>
                </a:moveTo>
                <a:lnTo>
                  <a:pt x="0" y="3255433"/>
                </a:lnTo>
                <a:lnTo>
                  <a:pt x="0" y="586317"/>
                </a:lnTo>
                <a:lnTo>
                  <a:pt x="249767" y="586317"/>
                </a:lnTo>
                <a:lnTo>
                  <a:pt x="249767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521D9610-1AC7-0E2A-577D-6762B63C8E8B}"/>
              </a:ext>
            </a:extLst>
          </p:cNvPr>
          <p:cNvSpPr txBox="1"/>
          <p:nvPr/>
        </p:nvSpPr>
        <p:spPr>
          <a:xfrm>
            <a:off x="4680325" y="3078835"/>
            <a:ext cx="1005404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Thermal energy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9" name="任意多边形: 形状 458">
            <a:extLst>
              <a:ext uri="{FF2B5EF4-FFF2-40B4-BE49-F238E27FC236}">
                <a16:creationId xmlns:a16="http://schemas.microsoft.com/office/drawing/2014/main" id="{73F1D449-E8DB-60E4-91B3-2E5910629174}"/>
              </a:ext>
            </a:extLst>
          </p:cNvPr>
          <p:cNvSpPr/>
          <p:nvPr/>
        </p:nvSpPr>
        <p:spPr>
          <a:xfrm>
            <a:off x="5321300" y="1625600"/>
            <a:ext cx="683683" cy="3312000"/>
          </a:xfrm>
          <a:custGeom>
            <a:avLst/>
            <a:gdLst>
              <a:gd name="connsiteX0" fmla="*/ 402167 w 683683"/>
              <a:gd name="connsiteY0" fmla="*/ 3687233 h 3687233"/>
              <a:gd name="connsiteX1" fmla="*/ 683683 w 683683"/>
              <a:gd name="connsiteY1" fmla="*/ 3687233 h 3687233"/>
              <a:gd name="connsiteX2" fmla="*/ 683683 w 683683"/>
              <a:gd name="connsiteY2" fmla="*/ 400050 h 3687233"/>
              <a:gd name="connsiteX3" fmla="*/ 0 w 683683"/>
              <a:gd name="connsiteY3" fmla="*/ 400050 h 3687233"/>
              <a:gd name="connsiteX4" fmla="*/ 0 w 683683"/>
              <a:gd name="connsiteY4" fmla="*/ 0 h 368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683" h="3687233">
                <a:moveTo>
                  <a:pt x="402167" y="3687233"/>
                </a:moveTo>
                <a:lnTo>
                  <a:pt x="683683" y="3687233"/>
                </a:lnTo>
                <a:lnTo>
                  <a:pt x="683683" y="400050"/>
                </a:lnTo>
                <a:lnTo>
                  <a:pt x="0" y="40005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F9FB5E2B-CBC7-8F56-65D8-A75405FD952A}"/>
              </a:ext>
            </a:extLst>
          </p:cNvPr>
          <p:cNvSpPr txBox="1"/>
          <p:nvPr/>
        </p:nvSpPr>
        <p:spPr>
          <a:xfrm>
            <a:off x="4826797" y="1705797"/>
            <a:ext cx="986168" cy="1846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emand-side response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4FD8954E-2DED-878E-AD74-D721974E0DF7}"/>
              </a:ext>
            </a:extLst>
          </p:cNvPr>
          <p:cNvSpPr/>
          <p:nvPr/>
        </p:nvSpPr>
        <p:spPr>
          <a:xfrm>
            <a:off x="1599331" y="5835851"/>
            <a:ext cx="152979" cy="1152000"/>
          </a:xfrm>
          <a:custGeom>
            <a:avLst/>
            <a:gdLst>
              <a:gd name="connsiteX0" fmla="*/ 152979 w 152979"/>
              <a:gd name="connsiteY0" fmla="*/ 0 h 1223835"/>
              <a:gd name="connsiteX1" fmla="*/ 0 w 152979"/>
              <a:gd name="connsiteY1" fmla="*/ 0 h 1223835"/>
              <a:gd name="connsiteX2" fmla="*/ 0 w 152979"/>
              <a:gd name="connsiteY2" fmla="*/ 1223835 h 122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979" h="1223835">
                <a:moveTo>
                  <a:pt x="152979" y="0"/>
                </a:moveTo>
                <a:lnTo>
                  <a:pt x="0" y="0"/>
                </a:lnTo>
                <a:lnTo>
                  <a:pt x="0" y="1223835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D48F6224-1AC7-DD29-15D5-5E2A58F6FCF6}"/>
              </a:ext>
            </a:extLst>
          </p:cNvPr>
          <p:cNvSpPr txBox="1"/>
          <p:nvPr/>
        </p:nvSpPr>
        <p:spPr>
          <a:xfrm>
            <a:off x="1158150" y="6716208"/>
            <a:ext cx="843501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Power-to-hydrogen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59F9F8D4-3CE8-B80B-989C-6CBEDF45AC6A}"/>
              </a:ext>
            </a:extLst>
          </p:cNvPr>
          <p:cNvSpPr/>
          <p:nvPr/>
        </p:nvSpPr>
        <p:spPr>
          <a:xfrm>
            <a:off x="3431608" y="5833582"/>
            <a:ext cx="385925" cy="1152000"/>
          </a:xfrm>
          <a:custGeom>
            <a:avLst/>
            <a:gdLst>
              <a:gd name="connsiteX0" fmla="*/ 385925 w 385925"/>
              <a:gd name="connsiteY0" fmla="*/ 0 h 1206451"/>
              <a:gd name="connsiteX1" fmla="*/ 208608 w 385925"/>
              <a:gd name="connsiteY1" fmla="*/ 0 h 1206451"/>
              <a:gd name="connsiteX2" fmla="*/ 208608 w 385925"/>
              <a:gd name="connsiteY2" fmla="*/ 803142 h 1206451"/>
              <a:gd name="connsiteX3" fmla="*/ 0 w 385925"/>
              <a:gd name="connsiteY3" fmla="*/ 803142 h 1206451"/>
              <a:gd name="connsiteX4" fmla="*/ 0 w 385925"/>
              <a:gd name="connsiteY4" fmla="*/ 1206451 h 120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925" h="1206451">
                <a:moveTo>
                  <a:pt x="385925" y="0"/>
                </a:moveTo>
                <a:lnTo>
                  <a:pt x="208608" y="0"/>
                </a:lnTo>
                <a:lnTo>
                  <a:pt x="208608" y="803142"/>
                </a:lnTo>
                <a:lnTo>
                  <a:pt x="0" y="803142"/>
                </a:lnTo>
                <a:lnTo>
                  <a:pt x="0" y="1206451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6" name="任意多边形: 形状 455">
            <a:extLst>
              <a:ext uri="{FF2B5EF4-FFF2-40B4-BE49-F238E27FC236}">
                <a16:creationId xmlns:a16="http://schemas.microsoft.com/office/drawing/2014/main" id="{308FB2C0-B1AE-4ED8-B916-A1C171DA30BE}"/>
              </a:ext>
            </a:extLst>
          </p:cNvPr>
          <p:cNvSpPr/>
          <p:nvPr/>
        </p:nvSpPr>
        <p:spPr>
          <a:xfrm>
            <a:off x="4453789" y="6445498"/>
            <a:ext cx="817049" cy="540000"/>
          </a:xfrm>
          <a:custGeom>
            <a:avLst/>
            <a:gdLst>
              <a:gd name="connsiteX0" fmla="*/ 0 w 817049"/>
              <a:gd name="connsiteY0" fmla="*/ 0 h 601487"/>
              <a:gd name="connsiteX1" fmla="*/ 0 w 817049"/>
              <a:gd name="connsiteY1" fmla="*/ 194701 h 601487"/>
              <a:gd name="connsiteX2" fmla="*/ 817049 w 817049"/>
              <a:gd name="connsiteY2" fmla="*/ 194701 h 601487"/>
              <a:gd name="connsiteX3" fmla="*/ 817049 w 817049"/>
              <a:gd name="connsiteY3" fmla="*/ 601487 h 601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7049" h="601487">
                <a:moveTo>
                  <a:pt x="0" y="0"/>
                </a:moveTo>
                <a:lnTo>
                  <a:pt x="0" y="194701"/>
                </a:lnTo>
                <a:lnTo>
                  <a:pt x="817049" y="194701"/>
                </a:lnTo>
                <a:lnTo>
                  <a:pt x="817049" y="601487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98B7A121-EC9F-CAF8-64E3-58A56265A6E1}"/>
              </a:ext>
            </a:extLst>
          </p:cNvPr>
          <p:cNvSpPr txBox="1"/>
          <p:nvPr/>
        </p:nvSpPr>
        <p:spPr>
          <a:xfrm>
            <a:off x="2918593" y="6721225"/>
            <a:ext cx="1050289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Combine heat and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9921DAD8-E8EC-7E1A-6367-DB20F00625AE}"/>
              </a:ext>
            </a:extLst>
          </p:cNvPr>
          <p:cNvSpPr txBox="1"/>
          <p:nvPr/>
        </p:nvSpPr>
        <p:spPr>
          <a:xfrm>
            <a:off x="4886314" y="6716208"/>
            <a:ext cx="769763" cy="1846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 err="1">
                <a:latin typeface="Arial" panose="020B0604020202020204" pitchFamily="34" charset="0"/>
                <a:cs typeface="Arial" panose="020B0604020202020204" pitchFamily="34" charset="0"/>
              </a:rPr>
              <a:t>Linkpack</a:t>
            </a: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 storage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1" name="直接连接符 460">
            <a:extLst>
              <a:ext uri="{FF2B5EF4-FFF2-40B4-BE49-F238E27FC236}">
                <a16:creationId xmlns:a16="http://schemas.microsoft.com/office/drawing/2014/main" id="{17626C4B-E72A-C29D-2CE9-2C2BFC1224E8}"/>
              </a:ext>
            </a:extLst>
          </p:cNvPr>
          <p:cNvCxnSpPr>
            <a:cxnSpLocks/>
          </p:cNvCxnSpPr>
          <p:nvPr/>
        </p:nvCxnSpPr>
        <p:spPr>
          <a:xfrm>
            <a:off x="120194" y="0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直接连接符 462">
            <a:extLst>
              <a:ext uri="{FF2B5EF4-FFF2-40B4-BE49-F238E27FC236}">
                <a16:creationId xmlns:a16="http://schemas.microsoft.com/office/drawing/2014/main" id="{45875B15-C8B4-9DEC-4626-A2672A1BD85C}"/>
              </a:ext>
            </a:extLst>
          </p:cNvPr>
          <p:cNvCxnSpPr>
            <a:cxnSpLocks/>
          </p:cNvCxnSpPr>
          <p:nvPr/>
        </p:nvCxnSpPr>
        <p:spPr>
          <a:xfrm>
            <a:off x="1080228" y="2761486"/>
            <a:ext cx="129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直接连接符 463">
            <a:extLst>
              <a:ext uri="{FF2B5EF4-FFF2-40B4-BE49-F238E27FC236}">
                <a16:creationId xmlns:a16="http://schemas.microsoft.com/office/drawing/2014/main" id="{F709A512-96AF-C595-95B9-E41B0D796CF5}"/>
              </a:ext>
            </a:extLst>
          </p:cNvPr>
          <p:cNvCxnSpPr>
            <a:cxnSpLocks/>
          </p:cNvCxnSpPr>
          <p:nvPr/>
        </p:nvCxnSpPr>
        <p:spPr>
          <a:xfrm rot="5400000">
            <a:off x="756230" y="2478497"/>
            <a:ext cx="64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0" name="文本框 469">
            <a:extLst>
              <a:ext uri="{FF2B5EF4-FFF2-40B4-BE49-F238E27FC236}">
                <a16:creationId xmlns:a16="http://schemas.microsoft.com/office/drawing/2014/main" id="{CB787985-3ABB-0849-FE45-86D7CA0D651B}"/>
              </a:ext>
            </a:extLst>
          </p:cNvPr>
          <p:cNvSpPr txBox="1"/>
          <p:nvPr/>
        </p:nvSpPr>
        <p:spPr>
          <a:xfrm>
            <a:off x="1227760" y="2588726"/>
            <a:ext cx="5708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" name="椭圆 470">
            <a:extLst>
              <a:ext uri="{FF2B5EF4-FFF2-40B4-BE49-F238E27FC236}">
                <a16:creationId xmlns:a16="http://schemas.microsoft.com/office/drawing/2014/main" id="{D9AE8762-D6CB-A25F-2CE3-83E99A64F570}"/>
              </a:ext>
            </a:extLst>
          </p:cNvPr>
          <p:cNvSpPr/>
          <p:nvPr/>
        </p:nvSpPr>
        <p:spPr>
          <a:xfrm>
            <a:off x="1192174" y="2156784"/>
            <a:ext cx="36000" cy="36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3" name="文本框 472">
            <a:extLst>
              <a:ext uri="{FF2B5EF4-FFF2-40B4-BE49-F238E27FC236}">
                <a16:creationId xmlns:a16="http://schemas.microsoft.com/office/drawing/2014/main" id="{C9878ADC-7F8E-897C-7258-336A3B3D7B7B}"/>
              </a:ext>
            </a:extLst>
          </p:cNvPr>
          <p:cNvSpPr txBox="1"/>
          <p:nvPr/>
        </p:nvSpPr>
        <p:spPr>
          <a:xfrm>
            <a:off x="1165409" y="2079558"/>
            <a:ext cx="5004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Storage+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5" name="直接连接符 474">
            <a:extLst>
              <a:ext uri="{FF2B5EF4-FFF2-40B4-BE49-F238E27FC236}">
                <a16:creationId xmlns:a16="http://schemas.microsoft.com/office/drawing/2014/main" id="{9BF6D7E1-1CC2-A01E-EF1D-D1395BF4E1A4}"/>
              </a:ext>
            </a:extLst>
          </p:cNvPr>
          <p:cNvCxnSpPr>
            <a:cxnSpLocks/>
          </p:cNvCxnSpPr>
          <p:nvPr/>
        </p:nvCxnSpPr>
        <p:spPr>
          <a:xfrm rot="5400000">
            <a:off x="3495407" y="5069675"/>
            <a:ext cx="0" cy="64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椭圆 478">
            <a:extLst>
              <a:ext uri="{FF2B5EF4-FFF2-40B4-BE49-F238E27FC236}">
                <a16:creationId xmlns:a16="http://schemas.microsoft.com/office/drawing/2014/main" id="{03F9E168-F951-8894-3288-35835040A0AF}"/>
              </a:ext>
            </a:extLst>
          </p:cNvPr>
          <p:cNvSpPr/>
          <p:nvPr/>
        </p:nvSpPr>
        <p:spPr>
          <a:xfrm>
            <a:off x="1627953" y="2157137"/>
            <a:ext cx="36000" cy="3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1" name="文本框 480">
            <a:extLst>
              <a:ext uri="{FF2B5EF4-FFF2-40B4-BE49-F238E27FC236}">
                <a16:creationId xmlns:a16="http://schemas.microsoft.com/office/drawing/2014/main" id="{8C8B9458-44FC-3404-AAFA-E50606B90B5D}"/>
              </a:ext>
            </a:extLst>
          </p:cNvPr>
          <p:cNvSpPr txBox="1"/>
          <p:nvPr/>
        </p:nvSpPr>
        <p:spPr>
          <a:xfrm>
            <a:off x="1610806" y="2079911"/>
            <a:ext cx="4812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Storage-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5" name="文本框 484">
            <a:extLst>
              <a:ext uri="{FF2B5EF4-FFF2-40B4-BE49-F238E27FC236}">
                <a16:creationId xmlns:a16="http://schemas.microsoft.com/office/drawing/2014/main" id="{6D5E8F91-F47A-B398-8532-33D4A4C43015}"/>
              </a:ext>
            </a:extLst>
          </p:cNvPr>
          <p:cNvSpPr txBox="1"/>
          <p:nvPr/>
        </p:nvSpPr>
        <p:spPr>
          <a:xfrm>
            <a:off x="3396911" y="2521547"/>
            <a:ext cx="56297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Power flow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6" name="直接连接符 485">
            <a:extLst>
              <a:ext uri="{FF2B5EF4-FFF2-40B4-BE49-F238E27FC236}">
                <a16:creationId xmlns:a16="http://schemas.microsoft.com/office/drawing/2014/main" id="{57FAFBC8-4AF5-37C9-A0ED-66A2BA7DA478}"/>
              </a:ext>
            </a:extLst>
          </p:cNvPr>
          <p:cNvCxnSpPr/>
          <p:nvPr/>
        </p:nvCxnSpPr>
        <p:spPr>
          <a:xfrm>
            <a:off x="2857257" y="2221779"/>
            <a:ext cx="1292400" cy="0"/>
          </a:xfrm>
          <a:prstGeom prst="line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文本框 486">
            <a:extLst>
              <a:ext uri="{FF2B5EF4-FFF2-40B4-BE49-F238E27FC236}">
                <a16:creationId xmlns:a16="http://schemas.microsoft.com/office/drawing/2014/main" id="{90B42C2C-09A2-FF27-992D-24663AA384E7}"/>
              </a:ext>
            </a:extLst>
          </p:cNvPr>
          <p:cNvSpPr txBox="1"/>
          <p:nvPr/>
        </p:nvSpPr>
        <p:spPr>
          <a:xfrm>
            <a:off x="3580438" y="2044255"/>
            <a:ext cx="63671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Line capacity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8" name="文本框 487">
            <a:extLst>
              <a:ext uri="{FF2B5EF4-FFF2-40B4-BE49-F238E27FC236}">
                <a16:creationId xmlns:a16="http://schemas.microsoft.com/office/drawing/2014/main" id="{4663ECE2-7CAF-19DC-B7FF-63D534999B47}"/>
              </a:ext>
            </a:extLst>
          </p:cNvPr>
          <p:cNvSpPr txBox="1"/>
          <p:nvPr/>
        </p:nvSpPr>
        <p:spPr>
          <a:xfrm>
            <a:off x="2836288" y="2247217"/>
            <a:ext cx="88357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Flexibility availability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0" name="直接连接符 489">
            <a:extLst>
              <a:ext uri="{FF2B5EF4-FFF2-40B4-BE49-F238E27FC236}">
                <a16:creationId xmlns:a16="http://schemas.microsoft.com/office/drawing/2014/main" id="{A6C0725E-5306-92BC-C6BC-B1B4EEA72AA3}"/>
              </a:ext>
            </a:extLst>
          </p:cNvPr>
          <p:cNvCxnSpPr>
            <a:cxnSpLocks/>
          </p:cNvCxnSpPr>
          <p:nvPr/>
        </p:nvCxnSpPr>
        <p:spPr>
          <a:xfrm rot="5400000">
            <a:off x="3458801" y="-3054028"/>
            <a:ext cx="0" cy="64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直接连接符 490">
            <a:extLst>
              <a:ext uri="{FF2B5EF4-FFF2-40B4-BE49-F238E27FC236}">
                <a16:creationId xmlns:a16="http://schemas.microsoft.com/office/drawing/2014/main" id="{030372F3-0CF8-4770-AA37-8896ADABE7B5}"/>
              </a:ext>
            </a:extLst>
          </p:cNvPr>
          <p:cNvCxnSpPr>
            <a:cxnSpLocks/>
          </p:cNvCxnSpPr>
          <p:nvPr/>
        </p:nvCxnSpPr>
        <p:spPr>
          <a:xfrm>
            <a:off x="348296" y="-97367"/>
            <a:ext cx="0" cy="990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文本框 491">
            <a:extLst>
              <a:ext uri="{FF2B5EF4-FFF2-40B4-BE49-F238E27FC236}">
                <a16:creationId xmlns:a16="http://schemas.microsoft.com/office/drawing/2014/main" id="{6A100CCE-84B6-642E-1E09-EFBB06F4AD47}"/>
              </a:ext>
            </a:extLst>
          </p:cNvPr>
          <p:cNvSpPr txBox="1"/>
          <p:nvPr/>
        </p:nvSpPr>
        <p:spPr>
          <a:xfrm>
            <a:off x="1977850" y="7766986"/>
            <a:ext cx="40748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Winter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5" name="文本框 494">
            <a:extLst>
              <a:ext uri="{FF2B5EF4-FFF2-40B4-BE49-F238E27FC236}">
                <a16:creationId xmlns:a16="http://schemas.microsoft.com/office/drawing/2014/main" id="{A225708E-A871-B5A0-1A15-2881E483C5C9}"/>
              </a:ext>
            </a:extLst>
          </p:cNvPr>
          <p:cNvSpPr txBox="1"/>
          <p:nvPr/>
        </p:nvSpPr>
        <p:spPr>
          <a:xfrm>
            <a:off x="1339482" y="7265186"/>
            <a:ext cx="433132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Excess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6" name="文本框 495">
            <a:extLst>
              <a:ext uri="{FF2B5EF4-FFF2-40B4-BE49-F238E27FC236}">
                <a16:creationId xmlns:a16="http://schemas.microsoft.com/office/drawing/2014/main" id="{516080A6-0376-C811-70DC-8D8F7AF2524C}"/>
              </a:ext>
            </a:extLst>
          </p:cNvPr>
          <p:cNvSpPr txBox="1"/>
          <p:nvPr/>
        </p:nvSpPr>
        <p:spPr>
          <a:xfrm>
            <a:off x="1870182" y="7424147"/>
            <a:ext cx="49885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Shortage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7" name="文本框 496">
            <a:extLst>
              <a:ext uri="{FF2B5EF4-FFF2-40B4-BE49-F238E27FC236}">
                <a16:creationId xmlns:a16="http://schemas.microsoft.com/office/drawing/2014/main" id="{B7917054-E9E1-03BB-7B9D-F929D9B011EB}"/>
              </a:ext>
            </a:extLst>
          </p:cNvPr>
          <p:cNvSpPr txBox="1"/>
          <p:nvPr/>
        </p:nvSpPr>
        <p:spPr>
          <a:xfrm>
            <a:off x="1378927" y="7612619"/>
            <a:ext cx="598241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Solar power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3" name="文本框 502">
            <a:extLst>
              <a:ext uri="{FF2B5EF4-FFF2-40B4-BE49-F238E27FC236}">
                <a16:creationId xmlns:a16="http://schemas.microsoft.com/office/drawing/2014/main" id="{DE0CF15D-A17A-64E1-4EC5-DA20FE2973A0}"/>
              </a:ext>
            </a:extLst>
          </p:cNvPr>
          <p:cNvSpPr txBox="1"/>
          <p:nvPr/>
        </p:nvSpPr>
        <p:spPr>
          <a:xfrm>
            <a:off x="1373355" y="7502595"/>
            <a:ext cx="478016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Demand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EFEFE2D0-0801-CB59-481C-F6A4EDFDC215}"/>
              </a:ext>
            </a:extLst>
          </p:cNvPr>
          <p:cNvCxnSpPr/>
          <p:nvPr/>
        </p:nvCxnSpPr>
        <p:spPr>
          <a:xfrm>
            <a:off x="1304212" y="7594591"/>
            <a:ext cx="1080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直接连接符 508">
            <a:extLst>
              <a:ext uri="{FF2B5EF4-FFF2-40B4-BE49-F238E27FC236}">
                <a16:creationId xmlns:a16="http://schemas.microsoft.com/office/drawing/2014/main" id="{E3BDACB3-075F-7B47-446F-2156FF9C0297}"/>
              </a:ext>
            </a:extLst>
          </p:cNvPr>
          <p:cNvCxnSpPr/>
          <p:nvPr/>
        </p:nvCxnSpPr>
        <p:spPr>
          <a:xfrm>
            <a:off x="1304212" y="7705716"/>
            <a:ext cx="108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20145BF5-6154-139C-158F-5FAAB52FA48F}"/>
              </a:ext>
            </a:extLst>
          </p:cNvPr>
          <p:cNvSpPr/>
          <p:nvPr/>
        </p:nvSpPr>
        <p:spPr>
          <a:xfrm>
            <a:off x="851819" y="1623668"/>
            <a:ext cx="1477642" cy="4050000"/>
          </a:xfrm>
          <a:custGeom>
            <a:avLst/>
            <a:gdLst>
              <a:gd name="connsiteX0" fmla="*/ 1477642 w 1477642"/>
              <a:gd name="connsiteY0" fmla="*/ 0 h 4408591"/>
              <a:gd name="connsiteX1" fmla="*/ 1477642 w 1477642"/>
              <a:gd name="connsiteY1" fmla="*/ 344204 h 4408591"/>
              <a:gd name="connsiteX2" fmla="*/ 0 w 1477642"/>
              <a:gd name="connsiteY2" fmla="*/ 344204 h 4408591"/>
              <a:gd name="connsiteX3" fmla="*/ 0 w 1477642"/>
              <a:gd name="connsiteY3" fmla="*/ 4408591 h 4408591"/>
              <a:gd name="connsiteX4" fmla="*/ 236423 w 1477642"/>
              <a:gd name="connsiteY4" fmla="*/ 4408591 h 4408591"/>
              <a:gd name="connsiteX5" fmla="*/ 236423 w 1477642"/>
              <a:gd name="connsiteY5" fmla="*/ 4405114 h 440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77642" h="4408591">
                <a:moveTo>
                  <a:pt x="1477642" y="0"/>
                </a:moveTo>
                <a:lnTo>
                  <a:pt x="1477642" y="344204"/>
                </a:lnTo>
                <a:lnTo>
                  <a:pt x="0" y="344204"/>
                </a:lnTo>
                <a:lnTo>
                  <a:pt x="0" y="4408591"/>
                </a:lnTo>
                <a:lnTo>
                  <a:pt x="236423" y="4408591"/>
                </a:lnTo>
                <a:lnTo>
                  <a:pt x="236423" y="4405114"/>
                </a:lnTo>
              </a:path>
            </a:pathLst>
          </a:cu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1720747C-AE32-BD48-65F4-0B71516DB61B}"/>
              </a:ext>
            </a:extLst>
          </p:cNvPr>
          <p:cNvSpPr txBox="1"/>
          <p:nvPr/>
        </p:nvSpPr>
        <p:spPr>
          <a:xfrm>
            <a:off x="1716258" y="1701937"/>
            <a:ext cx="1233030" cy="1846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Clean dispatchable generation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1" name="弧形 510">
            <a:extLst>
              <a:ext uri="{FF2B5EF4-FFF2-40B4-BE49-F238E27FC236}">
                <a16:creationId xmlns:a16="http://schemas.microsoft.com/office/drawing/2014/main" id="{7AC79FD5-3161-90E1-AA2D-5D8BBD1D3642}"/>
              </a:ext>
            </a:extLst>
          </p:cNvPr>
          <p:cNvSpPr/>
          <p:nvPr/>
        </p:nvSpPr>
        <p:spPr>
          <a:xfrm>
            <a:off x="1090567" y="7312095"/>
            <a:ext cx="1231415" cy="914400"/>
          </a:xfrm>
          <a:prstGeom prst="arc">
            <a:avLst>
              <a:gd name="adj1" fmla="val 16200000"/>
              <a:gd name="adj2" fmla="val 19400847"/>
            </a:avLst>
          </a:prstGeom>
          <a:ln w="9525">
            <a:gradFill flip="none" rotWithShape="1">
              <a:gsLst>
                <a:gs pos="0">
                  <a:schemeClr val="tx2">
                    <a:lumMod val="25000"/>
                    <a:lumOff val="7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0" scaled="1"/>
              <a:tileRect/>
            </a:gra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2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3348ACCC-E0E1-BC6A-E66C-B70759D5228B}"/>
              </a:ext>
            </a:extLst>
          </p:cNvPr>
          <p:cNvSpPr txBox="1"/>
          <p:nvPr/>
        </p:nvSpPr>
        <p:spPr>
          <a:xfrm>
            <a:off x="1784044" y="7174335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" name="文本框 449">
            <a:extLst>
              <a:ext uri="{FF2B5EF4-FFF2-40B4-BE49-F238E27FC236}">
                <a16:creationId xmlns:a16="http://schemas.microsoft.com/office/drawing/2014/main" id="{6D22C316-B5E4-C731-F136-1445344456FB}"/>
              </a:ext>
            </a:extLst>
          </p:cNvPr>
          <p:cNvSpPr txBox="1"/>
          <p:nvPr/>
        </p:nvSpPr>
        <p:spPr>
          <a:xfrm rot="16200000">
            <a:off x="3082765" y="7404167"/>
            <a:ext cx="49885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Load (%)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9" name="直接连接符 488">
            <a:extLst>
              <a:ext uri="{FF2B5EF4-FFF2-40B4-BE49-F238E27FC236}">
                <a16:creationId xmlns:a16="http://schemas.microsoft.com/office/drawing/2014/main" id="{C3FCF0AE-E981-0E48-ACF2-6F777C45A817}"/>
              </a:ext>
            </a:extLst>
          </p:cNvPr>
          <p:cNvCxnSpPr>
            <a:cxnSpLocks/>
          </p:cNvCxnSpPr>
          <p:nvPr/>
        </p:nvCxnSpPr>
        <p:spPr>
          <a:xfrm>
            <a:off x="3420504" y="7587667"/>
            <a:ext cx="748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直接连接符 492">
            <a:extLst>
              <a:ext uri="{FF2B5EF4-FFF2-40B4-BE49-F238E27FC236}">
                <a16:creationId xmlns:a16="http://schemas.microsoft.com/office/drawing/2014/main" id="{71975814-50A0-1BF9-6D20-79058096F65F}"/>
              </a:ext>
            </a:extLst>
          </p:cNvPr>
          <p:cNvCxnSpPr>
            <a:cxnSpLocks/>
          </p:cNvCxnSpPr>
          <p:nvPr/>
        </p:nvCxnSpPr>
        <p:spPr>
          <a:xfrm rot="5400000">
            <a:off x="3059187" y="7471953"/>
            <a:ext cx="720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文本框 501">
            <a:extLst>
              <a:ext uri="{FF2B5EF4-FFF2-40B4-BE49-F238E27FC236}">
                <a16:creationId xmlns:a16="http://schemas.microsoft.com/office/drawing/2014/main" id="{321D3C02-C3F9-A801-363C-736C016A7FAD}"/>
              </a:ext>
            </a:extLst>
          </p:cNvPr>
          <p:cNvSpPr txBox="1"/>
          <p:nvPr/>
        </p:nvSpPr>
        <p:spPr>
          <a:xfrm>
            <a:off x="3878777" y="7564674"/>
            <a:ext cx="39145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Hours</a:t>
            </a:r>
          </a:p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(year)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203AB60-8629-AEAF-12C6-E59E2A770E5C}"/>
              </a:ext>
            </a:extLst>
          </p:cNvPr>
          <p:cNvSpPr txBox="1"/>
          <p:nvPr/>
        </p:nvSpPr>
        <p:spPr>
          <a:xfrm>
            <a:off x="2831899" y="7722281"/>
            <a:ext cx="363968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FFE34896-109D-405E-ACDA-89665C6E2A3F}"/>
              </a:ext>
            </a:extLst>
          </p:cNvPr>
          <p:cNvGrpSpPr/>
          <p:nvPr/>
        </p:nvGrpSpPr>
        <p:grpSpPr>
          <a:xfrm>
            <a:off x="2865878" y="7218767"/>
            <a:ext cx="396954" cy="540194"/>
            <a:chOff x="2745684" y="7180666"/>
            <a:chExt cx="379728" cy="540194"/>
          </a:xfrm>
        </p:grpSpPr>
        <p:sp>
          <p:nvSpPr>
            <p:cNvPr id="105" name="Arrow: Bent 6">
              <a:extLst>
                <a:ext uri="{FF2B5EF4-FFF2-40B4-BE49-F238E27FC236}">
                  <a16:creationId xmlns:a16="http://schemas.microsoft.com/office/drawing/2014/main" id="{2F259C7D-14CB-F3B7-FA6C-4F9B9DD45C1A}"/>
                </a:ext>
              </a:extLst>
            </p:cNvPr>
            <p:cNvSpPr/>
            <p:nvPr/>
          </p:nvSpPr>
          <p:spPr>
            <a:xfrm rot="5400000">
              <a:off x="2729176" y="7522860"/>
              <a:ext cx="216000" cy="180000"/>
            </a:xfrm>
            <a:prstGeom prst="bentArrow">
              <a:avLst>
                <a:gd name="adj1" fmla="val 14125"/>
                <a:gd name="adj2" fmla="val 21464"/>
                <a:gd name="adj3" fmla="val 22354"/>
                <a:gd name="adj4" fmla="val 62771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7" name="Arrow: Bent 8">
              <a:extLst>
                <a:ext uri="{FF2B5EF4-FFF2-40B4-BE49-F238E27FC236}">
                  <a16:creationId xmlns:a16="http://schemas.microsoft.com/office/drawing/2014/main" id="{CC97D74A-E5F5-7FDF-074D-4964DDFA00F2}"/>
                </a:ext>
              </a:extLst>
            </p:cNvPr>
            <p:cNvSpPr/>
            <p:nvPr/>
          </p:nvSpPr>
          <p:spPr>
            <a:xfrm rot="10800000">
              <a:off x="2747410" y="7324252"/>
              <a:ext cx="216000" cy="144000"/>
            </a:xfrm>
            <a:prstGeom prst="bentArrow">
              <a:avLst>
                <a:gd name="adj1" fmla="val 62218"/>
                <a:gd name="adj2" fmla="val 38980"/>
                <a:gd name="adj3" fmla="val 0"/>
                <a:gd name="adj4" fmla="val 8125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9" name="Arrow: Bent 10">
              <a:extLst>
                <a:ext uri="{FF2B5EF4-FFF2-40B4-BE49-F238E27FC236}">
                  <a16:creationId xmlns:a16="http://schemas.microsoft.com/office/drawing/2014/main" id="{99F66630-FCEE-C542-7006-8EEDBC1E857B}"/>
                </a:ext>
              </a:extLst>
            </p:cNvPr>
            <p:cNvSpPr/>
            <p:nvPr/>
          </p:nvSpPr>
          <p:spPr>
            <a:xfrm>
              <a:off x="2878229" y="7180666"/>
              <a:ext cx="247183" cy="144000"/>
            </a:xfrm>
            <a:prstGeom prst="bentArrow">
              <a:avLst>
                <a:gd name="adj1" fmla="val 60565"/>
                <a:gd name="adj2" fmla="val 50000"/>
                <a:gd name="adj3" fmla="val 50000"/>
                <a:gd name="adj4" fmla="val 8125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4" name="Arrow: Bent 10">
              <a:extLst>
                <a:ext uri="{FF2B5EF4-FFF2-40B4-BE49-F238E27FC236}">
                  <a16:creationId xmlns:a16="http://schemas.microsoft.com/office/drawing/2014/main" id="{70F2E8B5-2146-D376-88F1-4C0769269E22}"/>
                </a:ext>
              </a:extLst>
            </p:cNvPr>
            <p:cNvSpPr/>
            <p:nvPr/>
          </p:nvSpPr>
          <p:spPr>
            <a:xfrm flipV="1">
              <a:off x="2913065" y="7569282"/>
              <a:ext cx="208054" cy="144000"/>
            </a:xfrm>
            <a:prstGeom prst="bentArrow">
              <a:avLst>
                <a:gd name="adj1" fmla="val 37414"/>
                <a:gd name="adj2" fmla="val 50000"/>
                <a:gd name="adj3" fmla="val 50000"/>
                <a:gd name="adj4" fmla="val 8125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5" name="Arrow: Bent 8">
              <a:extLst>
                <a:ext uri="{FF2B5EF4-FFF2-40B4-BE49-F238E27FC236}">
                  <a16:creationId xmlns:a16="http://schemas.microsoft.com/office/drawing/2014/main" id="{E6B89076-405B-BC69-E702-CF46EAF66608}"/>
                </a:ext>
              </a:extLst>
            </p:cNvPr>
            <p:cNvSpPr/>
            <p:nvPr/>
          </p:nvSpPr>
          <p:spPr>
            <a:xfrm rot="10800000" flipV="1">
              <a:off x="2747564" y="7424874"/>
              <a:ext cx="216000" cy="144000"/>
            </a:xfrm>
            <a:prstGeom prst="bentArrow">
              <a:avLst>
                <a:gd name="adj1" fmla="val 35760"/>
                <a:gd name="adj2" fmla="val 38980"/>
                <a:gd name="adj3" fmla="val 0"/>
                <a:gd name="adj4" fmla="val 8125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47DA2525-7B8D-BDBE-5511-F691053C29C3}"/>
                </a:ext>
              </a:extLst>
            </p:cNvPr>
            <p:cNvSpPr/>
            <p:nvPr/>
          </p:nvSpPr>
          <p:spPr>
            <a:xfrm>
              <a:off x="2745684" y="7367587"/>
              <a:ext cx="72000" cy="16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E75CAA85-C0CE-0760-0A39-72B20B939F06}"/>
              </a:ext>
            </a:extLst>
          </p:cNvPr>
          <p:cNvSpPr txBox="1"/>
          <p:nvPr/>
        </p:nvSpPr>
        <p:spPr>
          <a:xfrm>
            <a:off x="3080959" y="7722279"/>
            <a:ext cx="37234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Elec.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CDE537A2-EC0B-805E-6E34-FAD7DEB14E0E}"/>
              </a:ext>
            </a:extLst>
          </p:cNvPr>
          <p:cNvSpPr txBox="1"/>
          <p:nvPr/>
        </p:nvSpPr>
        <p:spPr>
          <a:xfrm>
            <a:off x="3084387" y="7068353"/>
            <a:ext cx="363967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Heat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4E07ADD4-128D-20EB-0DAE-6FED378CECA2}"/>
              </a:ext>
            </a:extLst>
          </p:cNvPr>
          <p:cNvSpPr txBox="1"/>
          <p:nvPr/>
        </p:nvSpPr>
        <p:spPr>
          <a:xfrm>
            <a:off x="2652061" y="7391285"/>
            <a:ext cx="290529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altLang="zh-CN" sz="4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248A19C-A75E-7622-B71E-B7EE66FB7721}"/>
              </a:ext>
            </a:extLst>
          </p:cNvPr>
          <p:cNvSpPr txBox="1"/>
          <p:nvPr/>
        </p:nvSpPr>
        <p:spPr>
          <a:xfrm>
            <a:off x="3594238" y="7144812"/>
            <a:ext cx="659155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Load duration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385ED7C3-69A5-24CD-93B4-0A4A62E23254}"/>
              </a:ext>
            </a:extLst>
          </p:cNvPr>
          <p:cNvSpPr txBox="1"/>
          <p:nvPr/>
        </p:nvSpPr>
        <p:spPr>
          <a:xfrm>
            <a:off x="3462002" y="7389882"/>
            <a:ext cx="508473" cy="1846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600">
                <a:latin typeface="Arial" panose="020B0604020202020204" pitchFamily="34" charset="0"/>
                <a:cs typeface="Arial" panose="020B0604020202020204" pitchFamily="34" charset="0"/>
              </a:rPr>
              <a:t>Baseload</a:t>
            </a:r>
            <a:endParaRPr lang="en-GB" sz="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192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</TotalTime>
  <Words>2204</Words>
  <Application>Microsoft Macintosh PowerPoint</Application>
  <PresentationFormat>A4 Paper (210x297 mm)</PresentationFormat>
  <Paragraphs>1177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Office 主题​​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Dawei Qiu</dc:creator>
  <cp:lastModifiedBy>Qiu, Dawei</cp:lastModifiedBy>
  <cp:revision>1</cp:revision>
  <dcterms:created xsi:type="dcterms:W3CDTF">2025-07-13T13:26:27Z</dcterms:created>
  <dcterms:modified xsi:type="dcterms:W3CDTF">2025-09-28T13:43:33Z</dcterms:modified>
</cp:coreProperties>
</file>